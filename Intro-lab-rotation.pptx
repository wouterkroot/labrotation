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3"/>
  </p:sldMasterIdLst>
  <p:notesMasterIdLst>
    <p:notesMasterId r:id="rId33"/>
  </p:notesMasterIdLst>
  <p:sldIdLst>
    <p:sldId id="257" r:id="rId4"/>
    <p:sldId id="297" r:id="rId5"/>
    <p:sldId id="620" r:id="rId6"/>
    <p:sldId id="649" r:id="rId7"/>
    <p:sldId id="650" r:id="rId8"/>
    <p:sldId id="645" r:id="rId9"/>
    <p:sldId id="651" r:id="rId10"/>
    <p:sldId id="661" r:id="rId11"/>
    <p:sldId id="655" r:id="rId12"/>
    <p:sldId id="662" r:id="rId13"/>
    <p:sldId id="624" r:id="rId14"/>
    <p:sldId id="623" r:id="rId15"/>
    <p:sldId id="652" r:id="rId16"/>
    <p:sldId id="632" r:id="rId17"/>
    <p:sldId id="616" r:id="rId18"/>
    <p:sldId id="639" r:id="rId19"/>
    <p:sldId id="667" r:id="rId20"/>
    <p:sldId id="663" r:id="rId21"/>
    <p:sldId id="668" r:id="rId22"/>
    <p:sldId id="657" r:id="rId23"/>
    <p:sldId id="648" r:id="rId24"/>
    <p:sldId id="642" r:id="rId25"/>
    <p:sldId id="665" r:id="rId26"/>
    <p:sldId id="614" r:id="rId27"/>
    <p:sldId id="647" r:id="rId28"/>
    <p:sldId id="659" r:id="rId29"/>
    <p:sldId id="303" r:id="rId30"/>
    <p:sldId id="611" r:id="rId31"/>
    <p:sldId id="670" r:id="rId32"/>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60"/>
    <p:restoredTop sz="94676"/>
  </p:normalViewPr>
  <p:slideViewPr>
    <p:cSldViewPr snapToGrid="0">
      <p:cViewPr varScale="1">
        <p:scale>
          <a:sx n="138" d="100"/>
          <a:sy n="138" d="100"/>
        </p:scale>
        <p:origin x="616"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E48CE3-CAB8-4985-A852-0A22A7BE0385}" type="doc">
      <dgm:prSet loTypeId="urn:microsoft.com/office/officeart/2005/8/layout/radial1" loCatId="icon" qsTypeId="urn:microsoft.com/office/officeart/2005/8/quickstyle/simple2" qsCatId="simple" csTypeId="urn:microsoft.com/office/officeart/2005/8/colors/accent1_2" csCatId="accent1" phldr="1"/>
      <dgm:spPr/>
      <dgm:t>
        <a:bodyPr/>
        <a:lstStyle/>
        <a:p>
          <a:endParaRPr lang="en-US"/>
        </a:p>
      </dgm:t>
    </dgm:pt>
    <dgm:pt modelId="{3ECC1169-E424-4E26-B820-B181A4927117}">
      <dgm:prSet custT="1"/>
      <dgm:spPr/>
      <dgm:t>
        <a:bodyPr/>
        <a:lstStyle/>
        <a:p>
          <a:r>
            <a:rPr lang="en-NL" sz="1600" dirty="0"/>
            <a:t>Top-down</a:t>
          </a:r>
        </a:p>
        <a:p>
          <a:r>
            <a:rPr lang="en-NL" sz="1600" dirty="0"/>
            <a:t>processing</a:t>
          </a:r>
          <a:endParaRPr lang="en-US" sz="1800" dirty="0"/>
        </a:p>
      </dgm:t>
    </dgm:pt>
    <dgm:pt modelId="{5D68C023-4BD8-4137-B134-CBD0166A87AC}" type="parTrans" cxnId="{39E7EECD-BD72-4C87-9FCA-A92F9AFED3BC}">
      <dgm:prSet/>
      <dgm:spPr/>
      <dgm:t>
        <a:bodyPr/>
        <a:lstStyle/>
        <a:p>
          <a:endParaRPr lang="en-US"/>
        </a:p>
      </dgm:t>
    </dgm:pt>
    <dgm:pt modelId="{C6E7D700-DA0B-41AB-B0BB-0190288AE8FA}" type="sibTrans" cxnId="{39E7EECD-BD72-4C87-9FCA-A92F9AFED3BC}">
      <dgm:prSet/>
      <dgm:spPr/>
      <dgm:t>
        <a:bodyPr/>
        <a:lstStyle/>
        <a:p>
          <a:endParaRPr lang="en-US"/>
        </a:p>
      </dgm:t>
    </dgm:pt>
    <dgm:pt modelId="{AD964D46-8741-48E0-9D05-86E07C1FD8D0}">
      <dgm:prSet custT="1"/>
      <dgm:spPr/>
      <dgm:t>
        <a:bodyPr/>
        <a:lstStyle/>
        <a:p>
          <a:r>
            <a:rPr lang="en-US" sz="1800" dirty="0"/>
            <a:t>Psychophysics</a:t>
          </a:r>
        </a:p>
        <a:p>
          <a:r>
            <a:rPr lang="en-US" sz="1400" dirty="0"/>
            <a:t>Human contour detection</a:t>
          </a:r>
        </a:p>
      </dgm:t>
    </dgm:pt>
    <dgm:pt modelId="{1FCCF9B0-F0CE-4F0C-9DD5-FAB8FBD249E8}" type="parTrans" cxnId="{B4FF06A8-02C6-4577-8D31-B722D9738D01}">
      <dgm:prSet/>
      <dgm:spPr/>
      <dgm:t>
        <a:bodyPr/>
        <a:lstStyle/>
        <a:p>
          <a:endParaRPr lang="en-US"/>
        </a:p>
      </dgm:t>
    </dgm:pt>
    <dgm:pt modelId="{0B81E060-98E5-48FC-9A0C-626784618640}" type="sibTrans" cxnId="{B4FF06A8-02C6-4577-8D31-B722D9738D01}">
      <dgm:prSet/>
      <dgm:spPr/>
      <dgm:t>
        <a:bodyPr/>
        <a:lstStyle/>
        <a:p>
          <a:endParaRPr lang="en-US"/>
        </a:p>
      </dgm:t>
    </dgm:pt>
    <dgm:pt modelId="{2555548D-8FB7-44C0-93A7-D6B761DBB406}">
      <dgm:prSet custT="1"/>
      <dgm:spPr/>
      <dgm:t>
        <a:bodyPr/>
        <a:lstStyle/>
        <a:p>
          <a:r>
            <a:rPr lang="en-US" sz="1800" dirty="0"/>
            <a:t>Physiology</a:t>
          </a:r>
          <a:endParaRPr lang="en-US" sz="1200" dirty="0"/>
        </a:p>
        <a:p>
          <a:r>
            <a:rPr lang="en-US" sz="1400" dirty="0"/>
            <a:t>Multi-photon</a:t>
          </a:r>
          <a:r>
            <a:rPr lang="en-US" sz="1200" dirty="0"/>
            <a:t> </a:t>
          </a:r>
          <a:r>
            <a:rPr lang="en-US" sz="1400" dirty="0"/>
            <a:t>imaging</a:t>
          </a:r>
          <a:endParaRPr lang="en-US" sz="1200" dirty="0"/>
        </a:p>
      </dgm:t>
    </dgm:pt>
    <dgm:pt modelId="{6ECFEABC-72F3-4F8B-B4DA-8EF6C46707E6}" type="parTrans" cxnId="{E688036D-87AC-40B2-8E9A-A3D4F45D8B92}">
      <dgm:prSet/>
      <dgm:spPr/>
      <dgm:t>
        <a:bodyPr/>
        <a:lstStyle/>
        <a:p>
          <a:endParaRPr lang="en-US"/>
        </a:p>
      </dgm:t>
    </dgm:pt>
    <dgm:pt modelId="{3D4E74AA-AB72-4917-97BB-0F738895C98C}" type="sibTrans" cxnId="{E688036D-87AC-40B2-8E9A-A3D4F45D8B92}">
      <dgm:prSet/>
      <dgm:spPr/>
      <dgm:t>
        <a:bodyPr/>
        <a:lstStyle/>
        <a:p>
          <a:endParaRPr lang="en-US"/>
        </a:p>
      </dgm:t>
    </dgm:pt>
    <dgm:pt modelId="{1AEFC16B-18E5-1A40-8EAB-75A4FD9FBED7}">
      <dgm:prSet custT="1"/>
      <dgm:spPr/>
      <dgm:t>
        <a:bodyPr/>
        <a:lstStyle/>
        <a:p>
          <a:r>
            <a:rPr lang="en-US" sz="1800" dirty="0"/>
            <a:t>Computational Model</a:t>
          </a:r>
        </a:p>
        <a:p>
          <a:r>
            <a:rPr lang="en-US" sz="1400" dirty="0"/>
            <a:t>Recurrent microcircuit</a:t>
          </a:r>
          <a:endParaRPr lang="en-US" sz="2800" dirty="0"/>
        </a:p>
      </dgm:t>
    </dgm:pt>
    <dgm:pt modelId="{FCBDCD0B-F981-2746-8FD4-5F2D01035C5F}" type="parTrans" cxnId="{2BED8A05-6CF0-8E4B-A02A-7584CC0C4982}">
      <dgm:prSet/>
      <dgm:spPr/>
      <dgm:t>
        <a:bodyPr/>
        <a:lstStyle/>
        <a:p>
          <a:endParaRPr lang="en-GB"/>
        </a:p>
      </dgm:t>
    </dgm:pt>
    <dgm:pt modelId="{080494C3-93F0-FF4D-B6FC-9BBBFF7FD527}" type="sibTrans" cxnId="{2BED8A05-6CF0-8E4B-A02A-7584CC0C4982}">
      <dgm:prSet/>
      <dgm:spPr/>
      <dgm:t>
        <a:bodyPr/>
        <a:lstStyle/>
        <a:p>
          <a:endParaRPr lang="en-GB"/>
        </a:p>
      </dgm:t>
    </dgm:pt>
    <dgm:pt modelId="{C41B3182-679E-9740-918E-425707B990F6}" type="pres">
      <dgm:prSet presAssocID="{D5E48CE3-CAB8-4985-A852-0A22A7BE0385}" presName="cycle" presStyleCnt="0">
        <dgm:presLayoutVars>
          <dgm:chMax val="1"/>
          <dgm:dir/>
          <dgm:animLvl val="ctr"/>
          <dgm:resizeHandles val="exact"/>
        </dgm:presLayoutVars>
      </dgm:prSet>
      <dgm:spPr/>
    </dgm:pt>
    <dgm:pt modelId="{24C8F392-6D1B-F242-A995-7C50CC21B759}" type="pres">
      <dgm:prSet presAssocID="{3ECC1169-E424-4E26-B820-B181A4927117}" presName="centerShape" presStyleLbl="node0" presStyleIdx="0" presStyleCnt="1"/>
      <dgm:spPr/>
    </dgm:pt>
    <dgm:pt modelId="{745A4673-339C-B649-9C9D-40FB3FC14B69}" type="pres">
      <dgm:prSet presAssocID="{1FCCF9B0-F0CE-4F0C-9DD5-FAB8FBD249E8}" presName="Name9" presStyleLbl="parChTrans1D2" presStyleIdx="0" presStyleCnt="3"/>
      <dgm:spPr/>
    </dgm:pt>
    <dgm:pt modelId="{3488B21D-FF4E-7749-91C9-8DAFA8729D79}" type="pres">
      <dgm:prSet presAssocID="{1FCCF9B0-F0CE-4F0C-9DD5-FAB8FBD249E8}" presName="connTx" presStyleLbl="parChTrans1D2" presStyleIdx="0" presStyleCnt="3"/>
      <dgm:spPr/>
    </dgm:pt>
    <dgm:pt modelId="{34A7BD20-B4B3-6347-BBEE-EC7DA1E473D4}" type="pres">
      <dgm:prSet presAssocID="{AD964D46-8741-48E0-9D05-86E07C1FD8D0}" presName="node" presStyleLbl="node1" presStyleIdx="0" presStyleCnt="3" custScaleX="147700" custScaleY="147700">
        <dgm:presLayoutVars>
          <dgm:bulletEnabled val="1"/>
        </dgm:presLayoutVars>
      </dgm:prSet>
      <dgm:spPr/>
    </dgm:pt>
    <dgm:pt modelId="{34FE5A95-AAAB-7944-91AB-6B2D0A6B30A5}" type="pres">
      <dgm:prSet presAssocID="{6ECFEABC-72F3-4F8B-B4DA-8EF6C46707E6}" presName="Name9" presStyleLbl="parChTrans1D2" presStyleIdx="1" presStyleCnt="3"/>
      <dgm:spPr/>
    </dgm:pt>
    <dgm:pt modelId="{07F8D3FF-1665-A94B-B4F6-A64C10DCA06D}" type="pres">
      <dgm:prSet presAssocID="{6ECFEABC-72F3-4F8B-B4DA-8EF6C46707E6}" presName="connTx" presStyleLbl="parChTrans1D2" presStyleIdx="1" presStyleCnt="3"/>
      <dgm:spPr/>
    </dgm:pt>
    <dgm:pt modelId="{7434EB90-B18A-2749-AB2C-22E2FB3361F4}" type="pres">
      <dgm:prSet presAssocID="{2555548D-8FB7-44C0-93A7-D6B761DBB406}" presName="node" presStyleLbl="node1" presStyleIdx="1" presStyleCnt="3" custScaleX="134191" custScaleY="130629">
        <dgm:presLayoutVars>
          <dgm:bulletEnabled val="1"/>
        </dgm:presLayoutVars>
      </dgm:prSet>
      <dgm:spPr/>
    </dgm:pt>
    <dgm:pt modelId="{BEE83A8B-B534-6B44-8470-23ACEBF9F182}" type="pres">
      <dgm:prSet presAssocID="{FCBDCD0B-F981-2746-8FD4-5F2D01035C5F}" presName="Name9" presStyleLbl="parChTrans1D2" presStyleIdx="2" presStyleCnt="3"/>
      <dgm:spPr/>
    </dgm:pt>
    <dgm:pt modelId="{1CBC04B5-FB00-A84C-83F0-DA67EA89602A}" type="pres">
      <dgm:prSet presAssocID="{FCBDCD0B-F981-2746-8FD4-5F2D01035C5F}" presName="connTx" presStyleLbl="parChTrans1D2" presStyleIdx="2" presStyleCnt="3"/>
      <dgm:spPr/>
    </dgm:pt>
    <dgm:pt modelId="{96F946F5-1F9A-5D4B-AFF8-724D57C4E424}" type="pres">
      <dgm:prSet presAssocID="{1AEFC16B-18E5-1A40-8EAB-75A4FD9FBED7}" presName="node" presStyleLbl="node1" presStyleIdx="2" presStyleCnt="3" custScaleX="143216" custScaleY="143216">
        <dgm:presLayoutVars>
          <dgm:bulletEnabled val="1"/>
        </dgm:presLayoutVars>
      </dgm:prSet>
      <dgm:spPr/>
    </dgm:pt>
  </dgm:ptLst>
  <dgm:cxnLst>
    <dgm:cxn modelId="{2BED8A05-6CF0-8E4B-A02A-7584CC0C4982}" srcId="{3ECC1169-E424-4E26-B820-B181A4927117}" destId="{1AEFC16B-18E5-1A40-8EAB-75A4FD9FBED7}" srcOrd="2" destOrd="0" parTransId="{FCBDCD0B-F981-2746-8FD4-5F2D01035C5F}" sibTransId="{080494C3-93F0-FF4D-B6FC-9BBBFF7FD527}"/>
    <dgm:cxn modelId="{CC8EAC17-49DF-C14F-BB87-7BB6064278A0}" type="presOf" srcId="{6ECFEABC-72F3-4F8B-B4DA-8EF6C46707E6}" destId="{34FE5A95-AAAB-7944-91AB-6B2D0A6B30A5}" srcOrd="0" destOrd="0" presId="urn:microsoft.com/office/officeart/2005/8/layout/radial1"/>
    <dgm:cxn modelId="{BA76C619-5BC1-2741-9D58-5D83F8A0A33E}" type="presOf" srcId="{1FCCF9B0-F0CE-4F0C-9DD5-FAB8FBD249E8}" destId="{745A4673-339C-B649-9C9D-40FB3FC14B69}" srcOrd="0" destOrd="0" presId="urn:microsoft.com/office/officeart/2005/8/layout/radial1"/>
    <dgm:cxn modelId="{CBA9AB23-70F4-DA42-AD88-385156724190}" type="presOf" srcId="{1AEFC16B-18E5-1A40-8EAB-75A4FD9FBED7}" destId="{96F946F5-1F9A-5D4B-AFF8-724D57C4E424}" srcOrd="0" destOrd="0" presId="urn:microsoft.com/office/officeart/2005/8/layout/radial1"/>
    <dgm:cxn modelId="{47F9C053-A16B-4B49-9740-0969A7523CB4}" type="presOf" srcId="{2555548D-8FB7-44C0-93A7-D6B761DBB406}" destId="{7434EB90-B18A-2749-AB2C-22E2FB3361F4}" srcOrd="0" destOrd="0" presId="urn:microsoft.com/office/officeart/2005/8/layout/radial1"/>
    <dgm:cxn modelId="{2FC3BC64-9103-F74F-928A-45D89F5EB425}" type="presOf" srcId="{FCBDCD0B-F981-2746-8FD4-5F2D01035C5F}" destId="{BEE83A8B-B534-6B44-8470-23ACEBF9F182}" srcOrd="0" destOrd="0" presId="urn:microsoft.com/office/officeart/2005/8/layout/radial1"/>
    <dgm:cxn modelId="{E688036D-87AC-40B2-8E9A-A3D4F45D8B92}" srcId="{3ECC1169-E424-4E26-B820-B181A4927117}" destId="{2555548D-8FB7-44C0-93A7-D6B761DBB406}" srcOrd="1" destOrd="0" parTransId="{6ECFEABC-72F3-4F8B-B4DA-8EF6C46707E6}" sibTransId="{3D4E74AA-AB72-4917-97BB-0F738895C98C}"/>
    <dgm:cxn modelId="{B4FF06A8-02C6-4577-8D31-B722D9738D01}" srcId="{3ECC1169-E424-4E26-B820-B181A4927117}" destId="{AD964D46-8741-48E0-9D05-86E07C1FD8D0}" srcOrd="0" destOrd="0" parTransId="{1FCCF9B0-F0CE-4F0C-9DD5-FAB8FBD249E8}" sibTransId="{0B81E060-98E5-48FC-9A0C-626784618640}"/>
    <dgm:cxn modelId="{4E5AD0B4-F8BD-304D-AEFB-D13FEBAE0DC1}" type="presOf" srcId="{3ECC1169-E424-4E26-B820-B181A4927117}" destId="{24C8F392-6D1B-F242-A995-7C50CC21B759}" srcOrd="0" destOrd="0" presId="urn:microsoft.com/office/officeart/2005/8/layout/radial1"/>
    <dgm:cxn modelId="{A633BCBB-E5AF-FF44-9467-937B5A9DB494}" type="presOf" srcId="{AD964D46-8741-48E0-9D05-86E07C1FD8D0}" destId="{34A7BD20-B4B3-6347-BBEE-EC7DA1E473D4}" srcOrd="0" destOrd="0" presId="urn:microsoft.com/office/officeart/2005/8/layout/radial1"/>
    <dgm:cxn modelId="{9BDA44C7-20BE-DF43-8B2B-D2D3BC7A8FA3}" type="presOf" srcId="{FCBDCD0B-F981-2746-8FD4-5F2D01035C5F}" destId="{1CBC04B5-FB00-A84C-83F0-DA67EA89602A}" srcOrd="1" destOrd="0" presId="urn:microsoft.com/office/officeart/2005/8/layout/radial1"/>
    <dgm:cxn modelId="{39E7EECD-BD72-4C87-9FCA-A92F9AFED3BC}" srcId="{D5E48CE3-CAB8-4985-A852-0A22A7BE0385}" destId="{3ECC1169-E424-4E26-B820-B181A4927117}" srcOrd="0" destOrd="0" parTransId="{5D68C023-4BD8-4137-B134-CBD0166A87AC}" sibTransId="{C6E7D700-DA0B-41AB-B0BB-0190288AE8FA}"/>
    <dgm:cxn modelId="{F88C24D4-FD4C-5144-BCAD-24C88C606F5B}" type="presOf" srcId="{6ECFEABC-72F3-4F8B-B4DA-8EF6C46707E6}" destId="{07F8D3FF-1665-A94B-B4F6-A64C10DCA06D}" srcOrd="1" destOrd="0" presId="urn:microsoft.com/office/officeart/2005/8/layout/radial1"/>
    <dgm:cxn modelId="{7D8AA2F4-2958-5043-A222-66264F480FA1}" type="presOf" srcId="{1FCCF9B0-F0CE-4F0C-9DD5-FAB8FBD249E8}" destId="{3488B21D-FF4E-7749-91C9-8DAFA8729D79}" srcOrd="1" destOrd="0" presId="urn:microsoft.com/office/officeart/2005/8/layout/radial1"/>
    <dgm:cxn modelId="{E68517F8-F828-1E44-8A06-7CFA8226B5CB}" type="presOf" srcId="{D5E48CE3-CAB8-4985-A852-0A22A7BE0385}" destId="{C41B3182-679E-9740-918E-425707B990F6}" srcOrd="0" destOrd="0" presId="urn:microsoft.com/office/officeart/2005/8/layout/radial1"/>
    <dgm:cxn modelId="{F117515F-BAB6-2748-91AA-BEFDED9E93A8}" type="presParOf" srcId="{C41B3182-679E-9740-918E-425707B990F6}" destId="{24C8F392-6D1B-F242-A995-7C50CC21B759}" srcOrd="0" destOrd="0" presId="urn:microsoft.com/office/officeart/2005/8/layout/radial1"/>
    <dgm:cxn modelId="{1CF0E247-59B6-1C47-A53E-A812BD9F9D4E}" type="presParOf" srcId="{C41B3182-679E-9740-918E-425707B990F6}" destId="{745A4673-339C-B649-9C9D-40FB3FC14B69}" srcOrd="1" destOrd="0" presId="urn:microsoft.com/office/officeart/2005/8/layout/radial1"/>
    <dgm:cxn modelId="{2E056713-CD5E-7D43-8686-0A41A1BAC104}" type="presParOf" srcId="{745A4673-339C-B649-9C9D-40FB3FC14B69}" destId="{3488B21D-FF4E-7749-91C9-8DAFA8729D79}" srcOrd="0" destOrd="0" presId="urn:microsoft.com/office/officeart/2005/8/layout/radial1"/>
    <dgm:cxn modelId="{BB2DFCAE-3CE8-164E-B4B6-04BAC59FE160}" type="presParOf" srcId="{C41B3182-679E-9740-918E-425707B990F6}" destId="{34A7BD20-B4B3-6347-BBEE-EC7DA1E473D4}" srcOrd="2" destOrd="0" presId="urn:microsoft.com/office/officeart/2005/8/layout/radial1"/>
    <dgm:cxn modelId="{7F82681D-B1FE-5B4B-AE16-E275DA5B7263}" type="presParOf" srcId="{C41B3182-679E-9740-918E-425707B990F6}" destId="{34FE5A95-AAAB-7944-91AB-6B2D0A6B30A5}" srcOrd="3" destOrd="0" presId="urn:microsoft.com/office/officeart/2005/8/layout/radial1"/>
    <dgm:cxn modelId="{01623B8F-1EB7-F140-90A9-14821EAFC879}" type="presParOf" srcId="{34FE5A95-AAAB-7944-91AB-6B2D0A6B30A5}" destId="{07F8D3FF-1665-A94B-B4F6-A64C10DCA06D}" srcOrd="0" destOrd="0" presId="urn:microsoft.com/office/officeart/2005/8/layout/radial1"/>
    <dgm:cxn modelId="{A038410A-4740-704D-9808-188071CBF417}" type="presParOf" srcId="{C41B3182-679E-9740-918E-425707B990F6}" destId="{7434EB90-B18A-2749-AB2C-22E2FB3361F4}" srcOrd="4" destOrd="0" presId="urn:microsoft.com/office/officeart/2005/8/layout/radial1"/>
    <dgm:cxn modelId="{B092BF27-F662-3648-B6E3-15329BCEEAB3}" type="presParOf" srcId="{C41B3182-679E-9740-918E-425707B990F6}" destId="{BEE83A8B-B534-6B44-8470-23ACEBF9F182}" srcOrd="5" destOrd="0" presId="urn:microsoft.com/office/officeart/2005/8/layout/radial1"/>
    <dgm:cxn modelId="{8843F977-EAF7-664F-BD6D-D48E50D7C3D3}" type="presParOf" srcId="{BEE83A8B-B534-6B44-8470-23ACEBF9F182}" destId="{1CBC04B5-FB00-A84C-83F0-DA67EA89602A}" srcOrd="0" destOrd="0" presId="urn:microsoft.com/office/officeart/2005/8/layout/radial1"/>
    <dgm:cxn modelId="{53338917-DFBC-AF47-97C1-D861347979E8}" type="presParOf" srcId="{C41B3182-679E-9740-918E-425707B990F6}" destId="{96F946F5-1F9A-5D4B-AFF8-724D57C4E424}" srcOrd="6"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C8F392-6D1B-F242-A995-7C50CC21B759}">
      <dsp:nvSpPr>
        <dsp:cNvPr id="0" name=""/>
        <dsp:cNvSpPr/>
      </dsp:nvSpPr>
      <dsp:spPr>
        <a:xfrm>
          <a:off x="5021462" y="2161685"/>
          <a:ext cx="1644441" cy="1644441"/>
        </a:xfrm>
        <a:prstGeom prst="ellipse">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NL" sz="1600" kern="1200" dirty="0"/>
            <a:t>Top-down</a:t>
          </a:r>
        </a:p>
        <a:p>
          <a:pPr marL="0" lvl="0" indent="0" algn="ctr" defTabSz="711200">
            <a:lnSpc>
              <a:spcPct val="90000"/>
            </a:lnSpc>
            <a:spcBef>
              <a:spcPct val="0"/>
            </a:spcBef>
            <a:spcAft>
              <a:spcPct val="35000"/>
            </a:spcAft>
            <a:buNone/>
          </a:pPr>
          <a:r>
            <a:rPr lang="en-NL" sz="1600" kern="1200" dirty="0"/>
            <a:t>processing</a:t>
          </a:r>
          <a:endParaRPr lang="en-US" sz="1800" kern="1200" dirty="0"/>
        </a:p>
      </dsp:txBody>
      <dsp:txXfrm>
        <a:off x="5262285" y="2402508"/>
        <a:ext cx="1162795" cy="1162795"/>
      </dsp:txXfrm>
    </dsp:sp>
    <dsp:sp modelId="{745A4673-339C-B649-9C9D-40FB3FC14B69}">
      <dsp:nvSpPr>
        <dsp:cNvPr id="0" name=""/>
        <dsp:cNvSpPr/>
      </dsp:nvSpPr>
      <dsp:spPr>
        <a:xfrm rot="16200000">
          <a:off x="5792383" y="2097640"/>
          <a:ext cx="102600" cy="25488"/>
        </a:xfrm>
        <a:custGeom>
          <a:avLst/>
          <a:gdLst/>
          <a:ahLst/>
          <a:cxnLst/>
          <a:rect l="0" t="0" r="0" b="0"/>
          <a:pathLst>
            <a:path>
              <a:moveTo>
                <a:pt x="0" y="12744"/>
              </a:moveTo>
              <a:lnTo>
                <a:pt x="102600" y="1274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841118" y="2107819"/>
        <a:ext cx="5130" cy="5130"/>
      </dsp:txXfrm>
    </dsp:sp>
    <dsp:sp modelId="{34A7BD20-B4B3-6347-BBEE-EC7DA1E473D4}">
      <dsp:nvSpPr>
        <dsp:cNvPr id="0" name=""/>
        <dsp:cNvSpPr/>
      </dsp:nvSpPr>
      <dsp:spPr>
        <a:xfrm>
          <a:off x="4629262" y="-369755"/>
          <a:ext cx="2428840" cy="2428840"/>
        </a:xfrm>
        <a:prstGeom prst="ellipse">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Psychophysics</a:t>
          </a:r>
        </a:p>
        <a:p>
          <a:pPr marL="0" lvl="0" indent="0" algn="ctr" defTabSz="800100">
            <a:lnSpc>
              <a:spcPct val="90000"/>
            </a:lnSpc>
            <a:spcBef>
              <a:spcPct val="0"/>
            </a:spcBef>
            <a:spcAft>
              <a:spcPct val="35000"/>
            </a:spcAft>
            <a:buNone/>
          </a:pPr>
          <a:r>
            <a:rPr lang="en-US" sz="1400" kern="1200" dirty="0"/>
            <a:t>Human contour detection</a:t>
          </a:r>
        </a:p>
      </dsp:txBody>
      <dsp:txXfrm>
        <a:off x="4984957" y="-14060"/>
        <a:ext cx="1717450" cy="1717450"/>
      </dsp:txXfrm>
    </dsp:sp>
    <dsp:sp modelId="{34FE5A95-AAAB-7944-91AB-6B2D0A6B30A5}">
      <dsp:nvSpPr>
        <dsp:cNvPr id="0" name=""/>
        <dsp:cNvSpPr/>
      </dsp:nvSpPr>
      <dsp:spPr>
        <a:xfrm rot="1800000">
          <a:off x="6540928" y="3437577"/>
          <a:ext cx="221220" cy="25488"/>
        </a:xfrm>
        <a:custGeom>
          <a:avLst/>
          <a:gdLst/>
          <a:ahLst/>
          <a:cxnLst/>
          <a:rect l="0" t="0" r="0" b="0"/>
          <a:pathLst>
            <a:path>
              <a:moveTo>
                <a:pt x="0" y="12744"/>
              </a:moveTo>
              <a:lnTo>
                <a:pt x="221220" y="1274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646008" y="3444791"/>
        <a:ext cx="11061" cy="11061"/>
      </dsp:txXfrm>
    </dsp:sp>
    <dsp:sp modelId="{7434EB90-B18A-2749-AB2C-22E2FB3361F4}">
      <dsp:nvSpPr>
        <dsp:cNvPr id="0" name=""/>
        <dsp:cNvSpPr/>
      </dsp:nvSpPr>
      <dsp:spPr>
        <a:xfrm>
          <a:off x="6592974" y="2979467"/>
          <a:ext cx="2206692" cy="2148117"/>
        </a:xfrm>
        <a:prstGeom prst="ellipse">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Physiology</a:t>
          </a:r>
          <a:endParaRPr lang="en-US" sz="1200" kern="1200" dirty="0"/>
        </a:p>
        <a:p>
          <a:pPr marL="0" lvl="0" indent="0" algn="ctr" defTabSz="800100">
            <a:lnSpc>
              <a:spcPct val="90000"/>
            </a:lnSpc>
            <a:spcBef>
              <a:spcPct val="0"/>
            </a:spcBef>
            <a:spcAft>
              <a:spcPct val="35000"/>
            </a:spcAft>
            <a:buNone/>
          </a:pPr>
          <a:r>
            <a:rPr lang="en-US" sz="1400" kern="1200" dirty="0"/>
            <a:t>Multi-photon</a:t>
          </a:r>
          <a:r>
            <a:rPr lang="en-US" sz="1200" kern="1200" dirty="0"/>
            <a:t> </a:t>
          </a:r>
          <a:r>
            <a:rPr lang="en-US" sz="1400" kern="1200" dirty="0"/>
            <a:t>imaging</a:t>
          </a:r>
          <a:endParaRPr lang="en-US" sz="1200" kern="1200" dirty="0"/>
        </a:p>
      </dsp:txBody>
      <dsp:txXfrm>
        <a:off x="6916137" y="3294051"/>
        <a:ext cx="1560366" cy="1518949"/>
      </dsp:txXfrm>
    </dsp:sp>
    <dsp:sp modelId="{BEE83A8B-B534-6B44-8470-23ACEBF9F182}">
      <dsp:nvSpPr>
        <dsp:cNvPr id="0" name=""/>
        <dsp:cNvSpPr/>
      </dsp:nvSpPr>
      <dsp:spPr>
        <a:xfrm rot="9000000">
          <a:off x="5001492" y="3417139"/>
          <a:ext cx="139468" cy="25488"/>
        </a:xfrm>
        <a:custGeom>
          <a:avLst/>
          <a:gdLst/>
          <a:ahLst/>
          <a:cxnLst/>
          <a:rect l="0" t="0" r="0" b="0"/>
          <a:pathLst>
            <a:path>
              <a:moveTo>
                <a:pt x="0" y="12744"/>
              </a:moveTo>
              <a:lnTo>
                <a:pt x="139468" y="1274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rot="10800000">
        <a:off x="5067740" y="3426396"/>
        <a:ext cx="6973" cy="6973"/>
      </dsp:txXfrm>
    </dsp:sp>
    <dsp:sp modelId="{96F946F5-1F9A-5D4B-AFF8-724D57C4E424}">
      <dsp:nvSpPr>
        <dsp:cNvPr id="0" name=""/>
        <dsp:cNvSpPr/>
      </dsp:nvSpPr>
      <dsp:spPr>
        <a:xfrm>
          <a:off x="2813493" y="2875974"/>
          <a:ext cx="2355103" cy="2355103"/>
        </a:xfrm>
        <a:prstGeom prst="ellipse">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Computational Model</a:t>
          </a:r>
        </a:p>
        <a:p>
          <a:pPr marL="0" lvl="0" indent="0" algn="ctr" defTabSz="800100">
            <a:lnSpc>
              <a:spcPct val="90000"/>
            </a:lnSpc>
            <a:spcBef>
              <a:spcPct val="0"/>
            </a:spcBef>
            <a:spcAft>
              <a:spcPct val="35000"/>
            </a:spcAft>
            <a:buNone/>
          </a:pPr>
          <a:r>
            <a:rPr lang="en-US" sz="1400" kern="1200" dirty="0"/>
            <a:t>Recurrent microcircuit</a:t>
          </a:r>
          <a:endParaRPr lang="en-US" sz="2800" kern="1200" dirty="0"/>
        </a:p>
      </dsp:txBody>
      <dsp:txXfrm>
        <a:off x="3158390" y="3220871"/>
        <a:ext cx="1665309" cy="1665309"/>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20B519-B6E3-C740-A2B3-84A6685E1861}" type="datetimeFigureOut">
              <a:rPr lang="en-NL" smtClean="0"/>
              <a:t>24/03/2026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F3F093-C78B-5549-ADF7-57F90DDFD886}" type="slidenum">
              <a:rPr lang="en-NL" smtClean="0"/>
              <a:t>‹#›</a:t>
            </a:fld>
            <a:endParaRPr lang="en-NL"/>
          </a:p>
        </p:txBody>
      </p:sp>
    </p:spTree>
    <p:extLst>
      <p:ext uri="{BB962C8B-B14F-4D97-AF65-F5344CB8AC3E}">
        <p14:creationId xmlns:p14="http://schemas.microsoft.com/office/powerpoint/2010/main" val="651466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a:p>
            <a:r>
              <a:rPr lang="en-NL" dirty="0"/>
              <a:t>Thank you all for being here this morning, for my 1-year checkpoint meeting.</a:t>
            </a:r>
          </a:p>
          <a:p>
            <a:endParaRPr lang="en-NL" dirty="0"/>
          </a:p>
          <a:p>
            <a:r>
              <a:rPr lang="en-NL" dirty="0"/>
              <a:t>I am excited to share with you the progress over the last year. And would love to discuss ideas with you.</a:t>
            </a:r>
          </a:p>
          <a:p>
            <a:endParaRPr lang="en-NL" dirty="0"/>
          </a:p>
          <a:p>
            <a:r>
              <a:rPr lang="en-NL" dirty="0"/>
              <a:t>The title of my presentation today and the topic for my PhD, is investigating top-down processing in the neural microcircuit of early visual areas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0CF2A1-B056-8E4C-B0A0-0782312234B6}"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4597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As you might know my project aims to integrate three complementary disciplines.</a:t>
            </a:r>
          </a:p>
          <a:p>
            <a:endParaRPr lang="en-NL" dirty="0"/>
          </a:p>
          <a:p>
            <a:r>
              <a:rPr lang="en-NL" dirty="0"/>
              <a:t>We would like to develop a computational model that respects biological constraints. The model really serves as a way to quantify how cognitive function arises from tangible dynamics. </a:t>
            </a:r>
          </a:p>
          <a:p>
            <a:endParaRPr lang="en-NL" dirty="0"/>
          </a:p>
          <a:p>
            <a:r>
              <a:rPr lang="en-NL" dirty="0"/>
              <a:t>And gives us a framework where we can combine cell-specific neurophysiology found in macaques with behavioural and cognitive findings in humans.</a:t>
            </a:r>
          </a:p>
          <a:p>
            <a:endParaRPr lang="en-NL" dirty="0"/>
          </a:p>
          <a:p>
            <a:endParaRPr lang="en-NL" dirty="0"/>
          </a:p>
          <a:p>
            <a:endParaRPr lang="en-NL" dirty="0"/>
          </a:p>
          <a:p>
            <a:endParaRPr lang="en-NL" dirty="0"/>
          </a:p>
          <a:p>
            <a:endParaRPr lang="en-NL" dirty="0"/>
          </a:p>
          <a:p>
            <a:endParaRPr lang="en-NL" dirty="0"/>
          </a:p>
          <a:p>
            <a:endParaRPr lang="en-NL" dirty="0"/>
          </a:p>
          <a:p>
            <a:endParaRPr lang="en-NL" dirty="0"/>
          </a:p>
          <a:p>
            <a:endParaRPr lang="en-NL" dirty="0"/>
          </a:p>
          <a:p>
            <a:r>
              <a:rPr lang="en-NL" dirty="0"/>
              <a:t>---</a:t>
            </a:r>
          </a:p>
          <a:p>
            <a:r>
              <a:rPr lang="en-NL" dirty="0"/>
              <a:t>Intro:</a:t>
            </a:r>
          </a:p>
          <a:p>
            <a:r>
              <a:rPr lang="en-NL" dirty="0"/>
              <a:t>The project aims to integrate three complementary disciplines.</a:t>
            </a:r>
          </a:p>
          <a:p>
            <a:endParaRPr lang="en-NL" dirty="0"/>
          </a:p>
          <a:p>
            <a:r>
              <a:rPr lang="en-GB" dirty="0"/>
              <a:t>T</a:t>
            </a:r>
            <a:r>
              <a:rPr lang="en-NL" dirty="0"/>
              <a:t>he first stage is developing a computational model, in which we can experiment and get mathematical predictions of receptive fields properties can be leveraged for computation</a:t>
            </a:r>
          </a:p>
          <a:p>
            <a:endParaRPr lang="en-NL" dirty="0"/>
          </a:p>
          <a:p>
            <a:r>
              <a:rPr lang="en-NL" dirty="0"/>
              <a:t>Then we have three photon imaging to directly test our ideas in a cell-specific manner.</a:t>
            </a:r>
          </a:p>
          <a:p>
            <a:endParaRPr lang="en-NL" dirty="0"/>
          </a:p>
          <a:p>
            <a:r>
              <a:rPr lang="en-GB" dirty="0"/>
              <a:t>A</a:t>
            </a:r>
            <a:r>
              <a:rPr lang="en-NL" dirty="0"/>
              <a:t>nd lastly, we can translate our predictions and findings to human perception with behavioural psychophysics. </a:t>
            </a:r>
          </a:p>
          <a:p>
            <a:endParaRPr lang="en-NL" dirty="0"/>
          </a:p>
          <a:p>
            <a:endParaRPr lang="en-NL" dirty="0"/>
          </a:p>
          <a:p>
            <a:r>
              <a:rPr lang="en-NL" dirty="0"/>
              <a:t>Next:</a:t>
            </a:r>
          </a:p>
          <a:p>
            <a:r>
              <a:rPr lang="en-GB" dirty="0"/>
              <a:t>A</a:t>
            </a:r>
            <a:r>
              <a:rPr lang="en-NL" dirty="0"/>
              <a:t>nd ofcourse these projects are heavily intertwined. For example, the stimuli used in the psychophysics and imaging studies are dependent on findings from the computational part. </a:t>
            </a:r>
            <a:r>
              <a:rPr lang="en-GB" dirty="0"/>
              <a:t>A</a:t>
            </a:r>
            <a:r>
              <a:rPr lang="en-NL" dirty="0"/>
              <a:t>nd the dynamics within the computational model will be learned from neuronal dynamics. </a:t>
            </a:r>
          </a:p>
          <a:p>
            <a:endParaRPr lang="en-NL" dirty="0"/>
          </a:p>
          <a:p>
            <a:r>
              <a:rPr lang="en-NL" dirty="0"/>
              <a:t>In any case the goal is to find a neuronal architecture that accounts for ideas generated on each level.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0CF2A1-B056-8E4C-B0A0-0782312234B6}"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02646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Today I would like to discuss some goals that were set in the training and supervision plan. </a:t>
            </a:r>
          </a:p>
          <a:p>
            <a:endParaRPr lang="en-NL" dirty="0"/>
          </a:p>
          <a:p>
            <a:r>
              <a:rPr lang="en-NL" dirty="0"/>
              <a:t>Give a general introduction about center-surround modulation.</a:t>
            </a:r>
          </a:p>
          <a:p>
            <a:endParaRPr lang="en-NL" dirty="0"/>
          </a:p>
          <a:p>
            <a:r>
              <a:rPr lang="en-NL" dirty="0"/>
              <a:t>And share with you some results from the psychophysics experiments and our dynamical system model.</a:t>
            </a:r>
          </a:p>
          <a:p>
            <a:endParaRPr lang="en-NL" dirty="0"/>
          </a:p>
          <a:p>
            <a:r>
              <a:rPr lang="en-NL" dirty="0"/>
              <a:t>I would like to specifically focus on the role of attention and how the integration of feedforward and feedback information allows for flexible gating of information.</a:t>
            </a:r>
          </a:p>
          <a:p>
            <a:endParaRPr lang="en-NL" dirty="0"/>
          </a:p>
          <a:p>
            <a:endParaRPr lang="en-NL" dirty="0"/>
          </a:p>
          <a:p>
            <a:endParaRPr lang="en-NL" dirty="0"/>
          </a:p>
          <a:p>
            <a:r>
              <a:rPr lang="en-NL" dirty="0"/>
              <a:t>----</a:t>
            </a:r>
          </a:p>
          <a:p>
            <a:r>
              <a:rPr lang="en-NL" dirty="0"/>
              <a:t>Training and Supervision Plan</a:t>
            </a:r>
          </a:p>
          <a:p>
            <a:endParaRPr lang="en-NL" dirty="0"/>
          </a:p>
          <a:p>
            <a:r>
              <a:rPr lang="en-NL" dirty="0"/>
              <a:t>Introduction on center surround modulation and a canonical microcircuit</a:t>
            </a:r>
          </a:p>
          <a:p>
            <a:endParaRPr lang="en-NL" dirty="0"/>
          </a:p>
          <a:p>
            <a:r>
              <a:rPr lang="en-NL" dirty="0"/>
              <a:t>Active versus Passive vision</a:t>
            </a:r>
          </a:p>
          <a:p>
            <a:endParaRPr lang="en-NL" dirty="0"/>
          </a:p>
          <a:p>
            <a:r>
              <a:rPr lang="en-NL" dirty="0"/>
              <a:t>And how a cell-type specific network can be used for flexible feature representation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2C22DB-E9FB-6C4E-B48A-8C836347020C}"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06556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32A9D-3A79-1D57-285D-08F7AE25F7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8FD26-C9B9-3372-C439-4F7A4E12DA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73BC31-7DF3-EA73-8F91-9A55DF560172}"/>
              </a:ext>
            </a:extLst>
          </p:cNvPr>
          <p:cNvSpPr>
            <a:spLocks noGrp="1"/>
          </p:cNvSpPr>
          <p:nvPr>
            <p:ph type="body" idx="1"/>
          </p:nvPr>
        </p:nvSpPr>
        <p:spPr/>
        <p:txBody>
          <a:bodyPr/>
          <a:lstStyle/>
          <a:p>
            <a:r>
              <a:rPr lang="en-GB" dirty="0"/>
              <a:t>I always like to give an example of what I think top-down processing really boils down to,</a:t>
            </a:r>
          </a:p>
          <a:p>
            <a:endParaRPr lang="en-GB" dirty="0"/>
          </a:p>
          <a:p>
            <a:r>
              <a:rPr lang="en-GB" dirty="0"/>
              <a:t>Are you familiar with this image?</a:t>
            </a:r>
          </a:p>
          <a:p>
            <a:endParaRPr lang="en-GB" dirty="0"/>
          </a:p>
          <a:p>
            <a:r>
              <a:rPr lang="en-GB" dirty="0"/>
              <a:t>Then </a:t>
            </a:r>
            <a:r>
              <a:rPr lang="en-GB" dirty="0" err="1"/>
              <a:t>im</a:t>
            </a:r>
            <a:r>
              <a:rPr lang="en-GB" dirty="0"/>
              <a:t> curious to hear what you see in this image?</a:t>
            </a:r>
          </a:p>
          <a:p>
            <a:endParaRPr lang="en-GB" dirty="0"/>
          </a:p>
          <a:p>
            <a:endParaRPr lang="en-GB" dirty="0"/>
          </a:p>
        </p:txBody>
      </p:sp>
      <p:sp>
        <p:nvSpPr>
          <p:cNvPr id="4" name="Slide Number Placeholder 3">
            <a:extLst>
              <a:ext uri="{FF2B5EF4-FFF2-40B4-BE49-F238E27FC236}">
                <a16:creationId xmlns:a16="http://schemas.microsoft.com/office/drawing/2014/main" id="{AF5504BF-01DB-7C6A-C603-B4FD303B804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66EBA3-7195-4049-90E5-B58227ED8554}"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74195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063C3-B2B0-7A17-F6A4-7CE2ADAE5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A5BD0-C4A7-BEAB-072E-5A6F28F90C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5E7280-C933-1D4E-9974-BA2715C4C6D7}"/>
              </a:ext>
            </a:extLst>
          </p:cNvPr>
          <p:cNvSpPr>
            <a:spLocks noGrp="1"/>
          </p:cNvSpPr>
          <p:nvPr>
            <p:ph type="body" idx="1"/>
          </p:nvPr>
        </p:nvSpPr>
        <p:spPr/>
        <p:txBody>
          <a:bodyPr/>
          <a:lstStyle/>
          <a:p>
            <a:r>
              <a:rPr lang="en-NL" dirty="0"/>
              <a:t>It’s actually a cigar stuck in between 2 bricks. And with this experience, you will never see this image the same. </a:t>
            </a:r>
          </a:p>
          <a:p>
            <a:endParaRPr lang="en-NL" dirty="0"/>
          </a:p>
          <a:p>
            <a:r>
              <a:rPr lang="en-NL" dirty="0"/>
              <a:t>That’s also why I like this definition so much, as it hints to conscious perception as an active process rather than passively taking in information for simple object classification.</a:t>
            </a:r>
          </a:p>
          <a:p>
            <a:endParaRPr lang="en-NL" dirty="0"/>
          </a:p>
          <a:p>
            <a:endParaRPr lang="en-NL" dirty="0"/>
          </a:p>
          <a:p>
            <a:r>
              <a:rPr lang="en-NL" dirty="0"/>
              <a:t>I think these kinds of images can give us great insight in how our visual system actually works and why we are prone to certain visual illusions.</a:t>
            </a:r>
          </a:p>
        </p:txBody>
      </p:sp>
      <p:sp>
        <p:nvSpPr>
          <p:cNvPr id="4" name="Slide Number Placeholder 3">
            <a:extLst>
              <a:ext uri="{FF2B5EF4-FFF2-40B4-BE49-F238E27FC236}">
                <a16:creationId xmlns:a16="http://schemas.microsoft.com/office/drawing/2014/main" id="{ABE66CA8-E16E-EF88-0082-41C1250E175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66EBA3-7195-4049-90E5-B58227ED8554}"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02093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54D95-1031-D10C-ED1A-826942C9E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94C3AA-6CDB-30FF-7437-908D21368A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242E3-2587-52AF-43C2-0964154F9C1B}"/>
              </a:ext>
            </a:extLst>
          </p:cNvPr>
          <p:cNvSpPr>
            <a:spLocks noGrp="1"/>
          </p:cNvSpPr>
          <p:nvPr>
            <p:ph type="body" idx="1"/>
          </p:nvPr>
        </p:nvSpPr>
        <p:spPr/>
        <p:txBody>
          <a:bodyPr/>
          <a:lstStyle/>
          <a:p>
            <a:r>
              <a:rPr lang="en-NL" dirty="0"/>
              <a:t>Cause that is often how the feedforward ventral stream is explained, a CNN for object classification, in which filters are learned and become more complex along an hierarchy. In human and non human primates particular feature dimensions are preserved along the hierarchy. And this feedforward process is generally thought to be well understood.</a:t>
            </a:r>
          </a:p>
          <a:p>
            <a:endParaRPr lang="en-NL" dirty="0"/>
          </a:p>
          <a:p>
            <a:r>
              <a:rPr lang="en-NL" dirty="0"/>
              <a:t>However, what is much less understood is how Top-down Feedback between layers can be used for the encoding of context-specific information and how our perception seems so stable while our external environment demands flexibility.</a:t>
            </a:r>
          </a:p>
          <a:p>
            <a:endParaRPr lang="en-NL" dirty="0"/>
          </a:p>
          <a:p>
            <a:endParaRPr lang="en-NL" dirty="0"/>
          </a:p>
          <a:p>
            <a:endParaRPr lang="en-NL" dirty="0"/>
          </a:p>
          <a:p>
            <a:endParaRPr lang="en-NL" dirty="0"/>
          </a:p>
          <a:p>
            <a:endParaRPr lang="en-NL" dirty="0"/>
          </a:p>
        </p:txBody>
      </p:sp>
      <p:sp>
        <p:nvSpPr>
          <p:cNvPr id="4" name="Slide Number Placeholder 3">
            <a:extLst>
              <a:ext uri="{FF2B5EF4-FFF2-40B4-BE49-F238E27FC236}">
                <a16:creationId xmlns:a16="http://schemas.microsoft.com/office/drawing/2014/main" id="{33CDC281-813F-D260-2A37-09D9DC4280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2C22DB-E9FB-6C4E-B48A-8C836347020C}"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33228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Even though deep CNN’s rival human performance, their efficiency of computation is still lacking compared to the brain. So it is not surprising that the brain differ fundamentally in its organisation. For example, in neurophysiological studies in different animals we see that neurons that encode similar features are well connected, while orthogonally tuned neurons tend to avoid each other, creating orientation pinwheel columns in animals with larger brains. </a:t>
            </a:r>
          </a:p>
          <a:p>
            <a:endParaRPr lang="en-NL" dirty="0"/>
          </a:p>
          <a:p>
            <a:r>
              <a:rPr lang="en-NL" dirty="0"/>
              <a:t>Interestingly not all neurons are excitatory and sharply tuned to external stimulation, you also have various inhibitory interneurons that heaviliy shape and modulate neural activity.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2C22DB-E9FB-6C4E-B48A-8C836347020C}"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0902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With a few simple connectivity schemes you can already create a complex network structure. </a:t>
            </a:r>
          </a:p>
          <a:p>
            <a:endParaRPr lang="en-NL" dirty="0"/>
          </a:p>
          <a:p>
            <a:r>
              <a:rPr lang="en-NL" dirty="0"/>
              <a:t>Inhibition can have suppressive effects when directly connected to excitatory cells, but can also have facilitatory effects when connected to other inhibitory interneurons.</a:t>
            </a:r>
          </a:p>
          <a:p>
            <a:endParaRPr lang="en-NL" dirty="0"/>
          </a:p>
          <a:p>
            <a:r>
              <a:rPr lang="en-NL" dirty="0"/>
              <a:t>95% of different interneurons can be categorised in 3 major neuronal subtypes. These subtypes can in turn be mapped to specific connectivity architectures.</a:t>
            </a:r>
          </a:p>
          <a:p>
            <a:endParaRPr lang="en-NL" dirty="0"/>
          </a:p>
          <a:p>
            <a:r>
              <a:rPr lang="en-GB" dirty="0"/>
              <a:t>Feedforward inhibition targets PV, functionally stabilising the network.</a:t>
            </a:r>
          </a:p>
          <a:p>
            <a:endParaRPr lang="en-GB" dirty="0"/>
          </a:p>
          <a:p>
            <a:r>
              <a:rPr lang="en-GB" dirty="0"/>
              <a:t>Feedback inhibition targets preferentially VIP interneurons, which inhibit SOM cells.</a:t>
            </a:r>
          </a:p>
          <a:p>
            <a:endParaRPr lang="en-GB" dirty="0"/>
          </a:p>
          <a:p>
            <a:r>
              <a:rPr lang="en-GB" dirty="0"/>
              <a:t>And SOM cells connect and inhibit horizontally.</a:t>
            </a:r>
            <a:endParaRPr lang="en-N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2C22DB-E9FB-6C4E-B48A-8C836347020C}"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77570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To make it even more complex, the brain is full of recurrent connectivity between these neuronal subtypes.</a:t>
            </a:r>
          </a:p>
          <a:p>
            <a:endParaRPr lang="en-NL" dirty="0"/>
          </a:p>
          <a:p>
            <a:r>
              <a:rPr lang="en-NL" dirty="0"/>
              <a:t>However, from the perspective of a single population in the visual cortex it does not know where projections are coming from.</a:t>
            </a:r>
          </a:p>
          <a:p>
            <a:endParaRPr lang="en-NL" dirty="0"/>
          </a:p>
          <a:p>
            <a:r>
              <a:rPr lang="en-NL" dirty="0"/>
              <a:t>That is why we need a mathematical model to quantify connectivity and explain nonlinear effects.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2C22DB-E9FB-6C4E-B48A-8C836347020C}"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6309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AECB5-4BD2-8E31-54FA-46444CF65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DC5B74-FA77-94F4-C7DF-7EC1AE5FC9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4A6B9D-1180-2112-7752-A2A23D3713A2}"/>
              </a:ext>
            </a:extLst>
          </p:cNvPr>
          <p:cNvSpPr>
            <a:spLocks noGrp="1"/>
          </p:cNvSpPr>
          <p:nvPr>
            <p:ph type="body" idx="1"/>
          </p:nvPr>
        </p:nvSpPr>
        <p:spPr/>
        <p:txBody>
          <a:bodyPr/>
          <a:lstStyle/>
          <a:p>
            <a:r>
              <a:rPr lang="en-GB" dirty="0"/>
              <a:t>So now I show you a different image, however the main structure of feedback projections and feedforward information is still the same. The most important part is that we can see that we can define a microcircuit of our 4 neuron subtypes and that we can connect them over space.</a:t>
            </a:r>
          </a:p>
          <a:p>
            <a:endParaRPr lang="en-GB" dirty="0"/>
          </a:p>
          <a:p>
            <a:r>
              <a:rPr lang="en-GB" dirty="0"/>
              <a:t>We have a continuous system of nonlinear ordinary differential equations, where x is the state vector, delta t is the Euler step size and W is the recurrent connectivity matrix </a:t>
            </a:r>
          </a:p>
          <a:p>
            <a:endParaRPr lang="en-GB" dirty="0"/>
          </a:p>
          <a:p>
            <a:r>
              <a:rPr lang="en-GB" dirty="0"/>
              <a:t>The input is 8 dimensional and specifies the input to each individual neuron</a:t>
            </a:r>
          </a:p>
          <a:p>
            <a:endParaRPr lang="en-GB" dirty="0"/>
          </a:p>
          <a:p>
            <a:endParaRPr lang="en-GB" dirty="0"/>
          </a:p>
          <a:p>
            <a:endParaRPr lang="en-GB" dirty="0"/>
          </a:p>
          <a:p>
            <a:endParaRPr lang="en-GB" dirty="0"/>
          </a:p>
          <a:p>
            <a:endParaRPr lang="en-GB" dirty="0"/>
          </a:p>
          <a:p>
            <a:r>
              <a:rPr lang="en-GB" dirty="0"/>
              <a:t>--------------------------------------</a:t>
            </a:r>
          </a:p>
          <a:p>
            <a:r>
              <a:rPr lang="en-GB" dirty="0"/>
              <a:t>Recurrent Population Dynamics</a:t>
            </a:r>
          </a:p>
          <a:p>
            <a:endParaRPr lang="en-GB" dirty="0"/>
          </a:p>
          <a:p>
            <a:r>
              <a:rPr lang="en-GB" dirty="0"/>
              <a:t>x_{t+1} = (1-\Delta t)</a:t>
            </a:r>
            <a:r>
              <a:rPr lang="en-GB" dirty="0" err="1"/>
              <a:t>x_t</a:t>
            </a:r>
            <a:r>
              <a:rPr lang="en-GB" dirty="0"/>
              <a:t> + \Delta t \, \phi(</a:t>
            </a:r>
            <a:r>
              <a:rPr lang="en-GB" dirty="0" err="1"/>
              <a:t>Wx_t</a:t>
            </a:r>
            <a:r>
              <a:rPr lang="en-GB" dirty="0"/>
              <a:t> + I),</a:t>
            </a:r>
          </a:p>
          <a:p>
            <a:r>
              <a:rPr lang="en-GB" dirty="0"/>
              <a:t>\</a:t>
            </a:r>
            <a:r>
              <a:rPr lang="en-GB" dirty="0" err="1"/>
              <a:t>qquad</a:t>
            </a:r>
            <a:endParaRPr lang="en-GB" dirty="0"/>
          </a:p>
          <a:p>
            <a:r>
              <a:rPr lang="en-GB" dirty="0"/>
              <a:t>\phi(z) = [\max(0,z)]^2</a:t>
            </a:r>
          </a:p>
          <a:p>
            <a:endParaRPr lang="en-GB" dirty="0"/>
          </a:p>
          <a:p>
            <a:r>
              <a:rPr lang="en-GB" dirty="0"/>
              <a:t>W=</a:t>
            </a:r>
          </a:p>
          <a:p>
            <a:r>
              <a:rPr lang="en-GB" dirty="0"/>
              <a:t>\begin{</a:t>
            </a:r>
            <a:r>
              <a:rPr lang="en-GB" dirty="0" err="1"/>
              <a:t>pmatrix</a:t>
            </a:r>
            <a:r>
              <a:rPr lang="en-GB" dirty="0"/>
              <a:t>}</a:t>
            </a:r>
          </a:p>
          <a:p>
            <a:r>
              <a:rPr lang="en-GB" dirty="0"/>
              <a:t>W_1 &amp; W_2 \\</a:t>
            </a:r>
          </a:p>
          <a:p>
            <a:r>
              <a:rPr lang="en-GB" dirty="0"/>
              <a:t>W_2 &amp; W_1</a:t>
            </a:r>
          </a:p>
          <a:p>
            <a:r>
              <a:rPr lang="en-GB" dirty="0"/>
              <a:t>\end{</a:t>
            </a:r>
            <a:r>
              <a:rPr lang="en-GB" dirty="0" err="1"/>
              <a:t>pmatrix</a:t>
            </a:r>
            <a:r>
              <a:rPr lang="en-GB" dirty="0"/>
              <a:t>}</a:t>
            </a:r>
          </a:p>
          <a:p>
            <a:endParaRPr lang="en-GB" dirty="0"/>
          </a:p>
          <a:p>
            <a:r>
              <a:rPr lang="en-GB" dirty="0"/>
              <a:t>W_{1} =</a:t>
            </a:r>
          </a:p>
          <a:p>
            <a:r>
              <a:rPr lang="en-GB" dirty="0"/>
              <a:t>\begin{</a:t>
            </a:r>
            <a:r>
              <a:rPr lang="en-GB" dirty="0" err="1"/>
              <a:t>pmatrix</a:t>
            </a:r>
            <a:r>
              <a:rPr lang="en-GB" dirty="0"/>
              <a:t>}</a:t>
            </a:r>
          </a:p>
          <a:p>
            <a:r>
              <a:rPr lang="en-GB" dirty="0"/>
              <a:t>a &amp; -0.20 &amp; -0.29 &amp; 0 \\</a:t>
            </a:r>
          </a:p>
          <a:p>
            <a:r>
              <a:rPr lang="en-GB" dirty="0"/>
              <a:t>0.90 &amp; -0.13 &amp; -0.14 &amp; 0 \\</a:t>
            </a:r>
          </a:p>
          <a:p>
            <a:r>
              <a:rPr lang="en-GB" dirty="0"/>
              <a:t>b &amp; 0 &amp; 0 &amp; -0.49 \\</a:t>
            </a:r>
          </a:p>
          <a:p>
            <a:r>
              <a:rPr lang="en-GB" dirty="0"/>
              <a:t>0.93 &amp; 0 &amp; -0.14 &amp; 0</a:t>
            </a:r>
          </a:p>
          <a:p>
            <a:r>
              <a:rPr lang="en-GB" dirty="0"/>
              <a:t>\end{</a:t>
            </a:r>
            <a:r>
              <a:rPr lang="en-GB" dirty="0" err="1"/>
              <a:t>pmatrix</a:t>
            </a:r>
            <a:r>
              <a:rPr lang="en-GB" dirty="0"/>
              <a:t>},</a:t>
            </a:r>
          </a:p>
          <a:p>
            <a:r>
              <a:rPr lang="en-GB" dirty="0"/>
              <a:t>\quad</a:t>
            </a:r>
          </a:p>
          <a:p>
            <a:r>
              <a:rPr lang="en-GB" dirty="0"/>
              <a:t>W_{2} =</a:t>
            </a:r>
          </a:p>
          <a:p>
            <a:r>
              <a:rPr lang="en-GB" dirty="0"/>
              <a:t>\begin{</a:t>
            </a:r>
            <a:r>
              <a:rPr lang="en-GB" dirty="0" err="1"/>
              <a:t>pmatrix</a:t>
            </a:r>
            <a:r>
              <a:rPr lang="en-GB" dirty="0"/>
              <a:t>}</a:t>
            </a:r>
          </a:p>
          <a:p>
            <a:r>
              <a:rPr lang="en-GB" dirty="0"/>
              <a:t>c &amp; 0 &amp; 0 &amp; 0 \\</a:t>
            </a:r>
          </a:p>
          <a:p>
            <a:r>
              <a:rPr lang="en-GB" dirty="0"/>
              <a:t>0.47 &amp; 0 &amp; 0 &amp; 0 \\</a:t>
            </a:r>
          </a:p>
          <a:p>
            <a:r>
              <a:rPr lang="en-GB" dirty="0"/>
              <a:t>2 &amp; 0 &amp; 0 &amp; 0 \\</a:t>
            </a:r>
          </a:p>
          <a:p>
            <a:r>
              <a:rPr lang="en-GB" dirty="0"/>
              <a:t>d &amp; 0 &amp; 0 &amp; 0</a:t>
            </a:r>
          </a:p>
          <a:p>
            <a:r>
              <a:rPr lang="en-GB" dirty="0"/>
              <a:t>\end{</a:t>
            </a:r>
            <a:r>
              <a:rPr lang="en-GB" dirty="0" err="1"/>
              <a:t>pmatrix</a:t>
            </a:r>
            <a:r>
              <a:rPr lang="en-GB" dirty="0"/>
              <a:t>}</a:t>
            </a:r>
          </a:p>
          <a:p>
            <a:endParaRPr lang="en-GB" dirty="0"/>
          </a:p>
          <a:p>
            <a:r>
              <a:rPr lang="en-GB" dirty="0"/>
              <a:t>Fixed point:</a:t>
            </a:r>
          </a:p>
          <a:p>
            <a:r>
              <a:rPr lang="en-GB" dirty="0"/>
              <a:t>x^* = \phi(W x^* + I)</a:t>
            </a:r>
          </a:p>
          <a:p>
            <a:endParaRPr lang="en-GB" dirty="0"/>
          </a:p>
          <a:p>
            <a:r>
              <a:rPr lang="en-GB" dirty="0"/>
              <a:t>Jacobian:</a:t>
            </a:r>
          </a:p>
          <a:p>
            <a:r>
              <a:rPr lang="en-GB" dirty="0"/>
              <a:t>J = -I + D_\phi(</a:t>
            </a:r>
            <a:r>
              <a:rPr lang="en-GB" dirty="0" err="1"/>
              <a:t>Wx</a:t>
            </a:r>
            <a:r>
              <a:rPr lang="en-GB" dirty="0"/>
              <a:t>^* + I)W</a:t>
            </a:r>
          </a:p>
          <a:p>
            <a:endParaRPr lang="en-GB" dirty="0"/>
          </a:p>
          <a:p>
            <a:r>
              <a:rPr lang="en-GB" dirty="0"/>
              <a:t>Stability:</a:t>
            </a:r>
          </a:p>
          <a:p>
            <a:r>
              <a:rPr lang="en-GB" dirty="0"/>
              <a:t>\Re(\</a:t>
            </a:r>
            <a:r>
              <a:rPr lang="en-GB" dirty="0" err="1"/>
              <a:t>lambda_i</a:t>
            </a:r>
            <a:r>
              <a:rPr lang="en-GB" dirty="0"/>
              <a:t>(J)) &lt; 0</a:t>
            </a:r>
          </a:p>
          <a:p>
            <a:endParaRPr lang="en-NL" dirty="0"/>
          </a:p>
          <a:p>
            <a:endParaRPr lang="en-NL" dirty="0"/>
          </a:p>
          <a:p>
            <a:endParaRPr lang="en-NL" dirty="0"/>
          </a:p>
          <a:p>
            <a:endParaRPr lang="en-NL" dirty="0"/>
          </a:p>
          <a:p>
            <a:endParaRPr lang="en-NL" dirty="0"/>
          </a:p>
          <a:p>
            <a:r>
              <a:rPr lang="en-GB" dirty="0"/>
              <a:t>F</a:t>
            </a:r>
            <a:r>
              <a:rPr lang="en-NL" dirty="0"/>
              <a:t>ormat;</a:t>
            </a:r>
            <a:br>
              <a:rPr lang="en-NL" dirty="0"/>
            </a:br>
            <a:r>
              <a:rPr lang="en-GB" dirty="0" err="1"/>
              <a:t>x_t</a:t>
            </a:r>
            <a:r>
              <a:rPr lang="en-GB" dirty="0"/>
              <a:t> \in \</a:t>
            </a:r>
            <a:r>
              <a:rPr lang="en-GB" dirty="0" err="1"/>
              <a:t>mathbb</a:t>
            </a:r>
            <a:r>
              <a:rPr lang="en-GB" dirty="0"/>
              <a:t>{R}^8 \text{ is the population activity vector}</a:t>
            </a:r>
          </a:p>
          <a:p>
            <a:r>
              <a:rPr lang="en-GB" dirty="0"/>
              <a:t>\newline</a:t>
            </a:r>
          </a:p>
          <a:p>
            <a:r>
              <a:rPr lang="en-GB" dirty="0"/>
              <a:t>\Delta t \text{ is the Euler step}</a:t>
            </a:r>
          </a:p>
          <a:p>
            <a:r>
              <a:rPr lang="en-GB" dirty="0"/>
              <a:t>\newline</a:t>
            </a:r>
          </a:p>
          <a:p>
            <a:r>
              <a:rPr lang="en-GB" dirty="0"/>
              <a:t>W \in \</a:t>
            </a:r>
            <a:r>
              <a:rPr lang="en-GB" dirty="0" err="1"/>
              <a:t>mathbb</a:t>
            </a:r>
            <a:r>
              <a:rPr lang="en-GB" dirty="0"/>
              <a:t>{R}^{8\times 8} \text{ is your recurrent connectivity}</a:t>
            </a:r>
          </a:p>
          <a:p>
            <a:r>
              <a:rPr lang="en-GB" dirty="0"/>
              <a:t>\newline</a:t>
            </a:r>
          </a:p>
          <a:p>
            <a:r>
              <a:rPr lang="en-GB" dirty="0"/>
              <a:t>I \in \</a:t>
            </a:r>
            <a:r>
              <a:rPr lang="en-GB" dirty="0" err="1"/>
              <a:t>mathbb</a:t>
            </a:r>
            <a:r>
              <a:rPr lang="en-GB" dirty="0"/>
              <a:t>{R}^8 \text{is the external input}</a:t>
            </a:r>
            <a:endParaRPr lang="en-NL" dirty="0"/>
          </a:p>
        </p:txBody>
      </p:sp>
      <p:sp>
        <p:nvSpPr>
          <p:cNvPr id="4" name="Slide Number Placeholder 3">
            <a:extLst>
              <a:ext uri="{FF2B5EF4-FFF2-40B4-BE49-F238E27FC236}">
                <a16:creationId xmlns:a16="http://schemas.microsoft.com/office/drawing/2014/main" id="{604E519A-E6B7-A53E-D6C6-487C65685D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7C9CD-7D96-8547-A858-0A145B76DD94}"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464401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6E5B5-A705-46D2-1A6A-F505B9E462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67C12-DA35-6EBB-2E76-DFD251B028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9F61D1-7FA4-570F-DFFC-D78FD8F2A92B}"/>
              </a:ext>
            </a:extLst>
          </p:cNvPr>
          <p:cNvSpPr>
            <a:spLocks noGrp="1"/>
          </p:cNvSpPr>
          <p:nvPr>
            <p:ph type="body" idx="1"/>
          </p:nvPr>
        </p:nvSpPr>
        <p:spPr/>
        <p:txBody>
          <a:bodyPr/>
          <a:lstStyle/>
          <a:p>
            <a:r>
              <a:rPr lang="en-GB" dirty="0"/>
              <a:t>The baseline weights that I am using in the model are learned from mice data where the mice looked at iso and cross oriented gratings. </a:t>
            </a:r>
          </a:p>
          <a:p>
            <a:r>
              <a:rPr lang="en-GB" dirty="0"/>
              <a:t>It seems that if the background is orthogonally oriented compared to the </a:t>
            </a:r>
            <a:r>
              <a:rPr lang="en-GB" dirty="0" err="1"/>
              <a:t>center</a:t>
            </a:r>
            <a:r>
              <a:rPr lang="en-GB" dirty="0"/>
              <a:t> that the foreground really pops out.</a:t>
            </a:r>
          </a:p>
          <a:p>
            <a:endParaRPr lang="en-GB" dirty="0"/>
          </a:p>
          <a:p>
            <a:r>
              <a:rPr lang="en-GB" dirty="0"/>
              <a:t>In the paper of Keller 2020, where Alessandro was also part of. They showed that L2/3 of V1, the feedback recipient from V2 neuronally shows that cross oriented stimuli evoke larger </a:t>
            </a:r>
            <a:r>
              <a:rPr lang="en-GB" dirty="0" err="1"/>
              <a:t>resposes</a:t>
            </a:r>
            <a:r>
              <a:rPr lang="en-GB" dirty="0"/>
              <a:t> than </a:t>
            </a:r>
            <a:r>
              <a:rPr lang="en-GB" dirty="0" err="1"/>
              <a:t>center</a:t>
            </a:r>
            <a:r>
              <a:rPr lang="en-GB" dirty="0"/>
              <a:t> alone and that iso is suppressed.</a:t>
            </a:r>
          </a:p>
          <a:p>
            <a:r>
              <a:rPr lang="en-GB" dirty="0"/>
              <a:t>This effect was local to L2/3 and not found in L4.</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a:t>
            </a:r>
          </a:p>
          <a:p>
            <a:r>
              <a:rPr lang="en-GB" dirty="0"/>
              <a:t>these </a:t>
            </a:r>
            <a:r>
              <a:rPr lang="en-GB" dirty="0" err="1"/>
              <a:t>center</a:t>
            </a:r>
            <a:r>
              <a:rPr lang="en-GB" dirty="0"/>
              <a:t> circles have the same contrast, but the right ones seem to really pop out from the background. When we look at the activity of V1 pyramidal cells</a:t>
            </a:r>
            <a:endParaRPr lang="en-GB" sz="1200" i="1" kern="1200" dirty="0">
              <a:solidFill>
                <a:schemeClr val="tx1"/>
              </a:solidFill>
              <a:effectLst/>
              <a:latin typeface="+mn-lt"/>
              <a:ea typeface="+mn-ea"/>
              <a:cs typeface="+mn-cs"/>
            </a:endParaRPr>
          </a:p>
          <a:p>
            <a:endParaRPr lang="en-GB" sz="1200" i="1" kern="1200" dirty="0">
              <a:solidFill>
                <a:schemeClr val="tx1"/>
              </a:solidFill>
              <a:effectLst/>
              <a:latin typeface="+mn-lt"/>
              <a:ea typeface="+mn-ea"/>
              <a:cs typeface="+mn-cs"/>
            </a:endParaRPr>
          </a:p>
          <a:p>
            <a:endParaRPr lang="en-GB" sz="1200" i="1" kern="1200" dirty="0">
              <a:solidFill>
                <a:schemeClr val="tx1"/>
              </a:solidFill>
              <a:effectLst/>
              <a:latin typeface="+mn-lt"/>
              <a:ea typeface="+mn-ea"/>
              <a:cs typeface="+mn-cs"/>
            </a:endParaRPr>
          </a:p>
          <a:p>
            <a:endParaRPr lang="en-GB" sz="1200" i="1" kern="1200" dirty="0">
              <a:solidFill>
                <a:schemeClr val="tx1"/>
              </a:solidFill>
              <a:effectLst/>
              <a:latin typeface="+mn-lt"/>
              <a:ea typeface="+mn-ea"/>
              <a:cs typeface="+mn-cs"/>
            </a:endParaRPr>
          </a:p>
          <a:p>
            <a:endParaRPr lang="en-GB" sz="1200" i="1"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Mouse study,</a:t>
            </a:r>
          </a:p>
          <a:p>
            <a:endParaRPr lang="en-GB" sz="1200" i="1"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Relief of surround suppression give the impression of a pop out, and is located in L2/3</a:t>
            </a:r>
          </a:p>
          <a:p>
            <a:endParaRPr lang="en-GB" sz="1200" i="1"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On the left here you can see the activity elicited in pyramidal cells, when only the </a:t>
            </a:r>
            <a:r>
              <a:rPr lang="en-GB" sz="1200" i="1" kern="1200" dirty="0" err="1">
                <a:solidFill>
                  <a:schemeClr val="tx1"/>
                </a:solidFill>
                <a:effectLst/>
                <a:latin typeface="+mn-lt"/>
                <a:ea typeface="+mn-ea"/>
                <a:cs typeface="+mn-cs"/>
              </a:rPr>
              <a:t>center</a:t>
            </a:r>
            <a:r>
              <a:rPr lang="en-GB" sz="1200" i="1" kern="1200" dirty="0">
                <a:solidFill>
                  <a:schemeClr val="tx1"/>
                </a:solidFill>
                <a:effectLst/>
                <a:latin typeface="+mn-lt"/>
                <a:ea typeface="+mn-ea"/>
                <a:cs typeface="+mn-cs"/>
              </a:rPr>
              <a:t> is shown these neurons have some response, this is completely suppressed when iso oriented bars are shown, now when you have an orthogonal background you can see a large increase, but only in L2/3.</a:t>
            </a:r>
          </a:p>
          <a:p>
            <a:endParaRPr lang="en-GB" sz="1200" i="1"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L2/3 in the cortical column receives inputs from both L4 and from higher cortical areas. Somehow </a:t>
            </a:r>
          </a:p>
          <a:p>
            <a:endParaRPr lang="en-GB" sz="1200" i="1" kern="1200" dirty="0">
              <a:solidFill>
                <a:schemeClr val="tx1"/>
              </a:solidFill>
              <a:effectLst/>
              <a:latin typeface="+mn-lt"/>
              <a:ea typeface="+mn-ea"/>
              <a:cs typeface="+mn-cs"/>
            </a:endParaRPr>
          </a:p>
          <a:p>
            <a:endParaRPr lang="en-GB" sz="1200" i="1" kern="1200" dirty="0">
              <a:solidFill>
                <a:schemeClr val="tx1"/>
              </a:solidFill>
              <a:effectLst/>
              <a:latin typeface="+mn-lt"/>
              <a:ea typeface="+mn-ea"/>
              <a:cs typeface="+mn-cs"/>
            </a:endParaRPr>
          </a:p>
          <a:p>
            <a:endParaRPr lang="en-GB" sz="1200" i="1" kern="1200" dirty="0">
              <a:solidFill>
                <a:schemeClr val="tx1"/>
              </a:solidFill>
              <a:effectLst/>
              <a:latin typeface="+mn-lt"/>
              <a:ea typeface="+mn-ea"/>
              <a:cs typeface="+mn-cs"/>
            </a:endParaRPr>
          </a:p>
          <a:p>
            <a:endParaRPr lang="en-GB" sz="1200" i="1"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a:t>
            </a:r>
          </a:p>
          <a:p>
            <a:endParaRPr lang="en-GB" sz="1200" i="1"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In</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contrast, the response to cross stimuli was similar to the</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response to </a:t>
            </a:r>
            <a:r>
              <a:rPr lang="en-GB" sz="1200" i="1" kern="1200" dirty="0" err="1">
                <a:solidFill>
                  <a:schemeClr val="tx1"/>
                </a:solidFill>
                <a:effectLst/>
                <a:latin typeface="+mn-lt"/>
                <a:ea typeface="+mn-ea"/>
                <a:cs typeface="+mn-cs"/>
              </a:rPr>
              <a:t>center</a:t>
            </a:r>
            <a:r>
              <a:rPr lang="en-GB" sz="1200" i="1" kern="1200" dirty="0">
                <a:solidFill>
                  <a:schemeClr val="tx1"/>
                </a:solidFill>
                <a:effectLst/>
                <a:latin typeface="+mn-lt"/>
                <a:ea typeface="+mn-ea"/>
                <a:cs typeface="+mn-cs"/>
              </a:rPr>
              <a:t> stimuli alone, consistent with the fact that</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cross stimuli generate less surround suppression than iso stimuli,</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or no surround suppression, as previously described (Self</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et al., 2014; Sillito et al., 1995; Walker et al., 1999).</a:t>
            </a:r>
            <a:endParaRPr lang="en-GB" sz="1200" kern="1200" dirty="0">
              <a:solidFill>
                <a:schemeClr val="tx1"/>
              </a:solidFill>
              <a:effectLst/>
              <a:latin typeface="+mn-lt"/>
              <a:ea typeface="+mn-ea"/>
              <a:cs typeface="+mn-cs"/>
            </a:endParaRPr>
          </a:p>
          <a:p>
            <a:endParaRPr lang="en-NL" dirty="0"/>
          </a:p>
          <a:p>
            <a:endParaRPr lang="en-NL" dirty="0"/>
          </a:p>
          <a:p>
            <a:r>
              <a:rPr lang="en-GB" sz="1200" i="1" kern="1200" dirty="0">
                <a:solidFill>
                  <a:schemeClr val="tx1"/>
                </a:solidFill>
                <a:effectLst/>
                <a:latin typeface="+mn-lt"/>
                <a:ea typeface="+mn-ea"/>
                <a:cs typeface="+mn-cs"/>
              </a:rPr>
              <a:t>Strikingly, the responses</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of SOM neurons to iso and cross stimuli were opposite to what</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we observed in excitatory neurons. While iso stimuli elicited</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strong responses in SOM neurons, as previously observed</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a:t>
            </a:r>
            <a:r>
              <a:rPr lang="en-GB" sz="1200" i="1" kern="1200" dirty="0" err="1">
                <a:solidFill>
                  <a:schemeClr val="tx1"/>
                </a:solidFill>
                <a:effectLst/>
                <a:latin typeface="+mn-lt"/>
                <a:ea typeface="+mn-ea"/>
                <a:cs typeface="+mn-cs"/>
              </a:rPr>
              <a:t>Adesnik</a:t>
            </a:r>
            <a:r>
              <a:rPr lang="en-GB" sz="1200" i="1" kern="1200" dirty="0">
                <a:solidFill>
                  <a:schemeClr val="tx1"/>
                </a:solidFill>
                <a:effectLst/>
                <a:latin typeface="+mn-lt"/>
                <a:ea typeface="+mn-ea"/>
                <a:cs typeface="+mn-cs"/>
              </a:rPr>
              <a:t> et al., 2012; </a:t>
            </a:r>
            <a:r>
              <a:rPr lang="en-GB" sz="1200" i="1" kern="1200" dirty="0" err="1">
                <a:solidFill>
                  <a:schemeClr val="tx1"/>
                </a:solidFill>
                <a:effectLst/>
                <a:latin typeface="+mn-lt"/>
                <a:ea typeface="+mn-ea"/>
                <a:cs typeface="+mn-cs"/>
              </a:rPr>
              <a:t>Dipoppa</a:t>
            </a:r>
            <a:r>
              <a:rPr lang="en-GB" sz="1200" i="1" kern="1200" dirty="0">
                <a:solidFill>
                  <a:schemeClr val="tx1"/>
                </a:solidFill>
                <a:effectLst/>
                <a:latin typeface="+mn-lt"/>
                <a:ea typeface="+mn-ea"/>
                <a:cs typeface="+mn-cs"/>
              </a:rPr>
              <a:t> et al., 2018; Keller et al., 2020),</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cross stimuli elicited smaller responses (Figure 2B).</a:t>
            </a:r>
            <a:endParaRPr lang="en-GB" sz="1200" kern="1200" dirty="0">
              <a:solidFill>
                <a:schemeClr val="tx1"/>
              </a:solidFill>
              <a:effectLst/>
              <a:latin typeface="+mn-lt"/>
              <a:ea typeface="+mn-ea"/>
              <a:cs typeface="+mn-cs"/>
            </a:endParaRPr>
          </a:p>
          <a:p>
            <a:endParaRPr lang="en-NL" dirty="0"/>
          </a:p>
          <a:p>
            <a:r>
              <a:rPr lang="en-GB" sz="1200" i="1" kern="1200" dirty="0">
                <a:solidFill>
                  <a:schemeClr val="tx1"/>
                </a:solidFill>
                <a:effectLst/>
                <a:latin typeface="+mn-lt"/>
                <a:ea typeface="+mn-ea"/>
                <a:cs typeface="+mn-cs"/>
              </a:rPr>
              <a:t>If VIP neurons prevent SOM neurons from</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responding to cross but not to iso stimuli, they should be more</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excited by cross than by iso stimuli.</a:t>
            </a:r>
            <a:endParaRPr lang="en-GB" sz="1200" kern="1200" dirty="0">
              <a:solidFill>
                <a:schemeClr val="tx1"/>
              </a:solidFill>
              <a:effectLst/>
              <a:latin typeface="+mn-lt"/>
              <a:ea typeface="+mn-ea"/>
              <a:cs typeface="+mn-cs"/>
            </a:endParaRPr>
          </a:p>
          <a:p>
            <a:endParaRPr lang="en-NL" dirty="0"/>
          </a:p>
          <a:p>
            <a:endParaRPr lang="en-NL" dirty="0"/>
          </a:p>
          <a:p>
            <a:r>
              <a:rPr lang="en-GB" sz="1200" i="1" kern="1200" dirty="0">
                <a:solidFill>
                  <a:schemeClr val="tx1"/>
                </a:solidFill>
                <a:effectLst/>
                <a:latin typeface="+mn-lt"/>
                <a:ea typeface="+mn-ea"/>
                <a:cs typeface="+mn-cs"/>
              </a:rPr>
              <a:t>Finally, surround suppression, though triggered by a</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transient increase in inhibition received by suppressed neurons,</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involves a steady-state decrease in the inhibition they receive.</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However, this decrease in inhibition is outweighed by a decrease</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in the excitation the neurons receive (</a:t>
            </a:r>
            <a:r>
              <a:rPr lang="en-GB" sz="1200" i="1" kern="1200" dirty="0" err="1">
                <a:solidFill>
                  <a:schemeClr val="tx1"/>
                </a:solidFill>
                <a:effectLst/>
                <a:latin typeface="+mn-lt"/>
                <a:ea typeface="+mn-ea"/>
                <a:cs typeface="+mn-cs"/>
              </a:rPr>
              <a:t>Adesnik</a:t>
            </a:r>
            <a:r>
              <a:rPr lang="en-GB" sz="1200" i="1" kern="1200" dirty="0">
                <a:solidFill>
                  <a:schemeClr val="tx1"/>
                </a:solidFill>
                <a:effectLst/>
                <a:latin typeface="+mn-lt"/>
                <a:ea typeface="+mn-ea"/>
                <a:cs typeface="+mn-cs"/>
              </a:rPr>
              <a:t>, 2017; Ozeki et al.,</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2009). This reflects the ‘‘paradoxical’’ response of inhibitory neurons</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in an inhibition-stabilized network (Ozeki et al., 2009; </a:t>
            </a:r>
            <a:r>
              <a:rPr lang="en-GB" sz="1200" i="1" kern="1200" dirty="0" err="1">
                <a:solidFill>
                  <a:schemeClr val="tx1"/>
                </a:solidFill>
                <a:effectLst/>
                <a:latin typeface="+mn-lt"/>
                <a:ea typeface="+mn-ea"/>
                <a:cs typeface="+mn-cs"/>
              </a:rPr>
              <a:t>Tsodyks</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et al., 1997).</a:t>
            </a:r>
          </a:p>
          <a:p>
            <a:endParaRPr lang="en-GB" sz="1200" i="1" kern="1200" dirty="0">
              <a:solidFill>
                <a:schemeClr val="tx1"/>
              </a:solidFill>
              <a:effectLst/>
              <a:latin typeface="+mn-lt"/>
              <a:ea typeface="+mn-ea"/>
              <a:cs typeface="+mn-cs"/>
            </a:endParaRPr>
          </a:p>
          <a:p>
            <a:endParaRPr lang="en-GB" sz="1200" i="1"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The fact that our networks are ISNs likely underlies some of</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their intriguing </a:t>
            </a:r>
            <a:r>
              <a:rPr lang="en-GB" sz="1200" i="1" kern="1200" dirty="0" err="1">
                <a:solidFill>
                  <a:schemeClr val="tx1"/>
                </a:solidFill>
                <a:effectLst/>
                <a:latin typeface="+mn-lt"/>
                <a:ea typeface="+mn-ea"/>
                <a:cs typeface="+mn-cs"/>
              </a:rPr>
              <a:t>behaviors</a:t>
            </a:r>
            <a:r>
              <a:rPr lang="en-GB" sz="1200" i="1" kern="1200" dirty="0">
                <a:solidFill>
                  <a:schemeClr val="tx1"/>
                </a:solidFill>
                <a:effectLst/>
                <a:latin typeface="+mn-lt"/>
                <a:ea typeface="+mn-ea"/>
                <a:cs typeface="+mn-cs"/>
              </a:rPr>
              <a:t>. When an input is given only to VIP</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units, all the excitatory units increase their fixed-point firing rates.</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In this case, because the network is an ISN, a weighted sum of</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the inhibition received by each of the excitatory units will show</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biphasic </a:t>
            </a:r>
            <a:r>
              <a:rPr lang="en-GB" sz="1200" i="1" kern="1200" dirty="0" err="1">
                <a:solidFill>
                  <a:schemeClr val="tx1"/>
                </a:solidFill>
                <a:effectLst/>
                <a:latin typeface="+mn-lt"/>
                <a:ea typeface="+mn-ea"/>
                <a:cs typeface="+mn-cs"/>
              </a:rPr>
              <a:t>behavior</a:t>
            </a:r>
            <a:r>
              <a:rPr lang="en-GB" sz="1200" i="1" kern="1200" dirty="0">
                <a:solidFill>
                  <a:schemeClr val="tx1"/>
                </a:solidFill>
                <a:effectLst/>
                <a:latin typeface="+mn-lt"/>
                <a:ea typeface="+mn-ea"/>
                <a:cs typeface="+mn-cs"/>
              </a:rPr>
              <a:t>, initially decreasing due to inhibition of SOM</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units, but ultimately being increased in the new fixed point due</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to recurrent excitation of SOM and PV units (Litwin-Kumar</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et al., 2016; Rubin et al., 2015) (Discussion S1). The biphasic</a:t>
            </a:r>
            <a:endParaRPr lang="en-GB" sz="1200" kern="1200" dirty="0">
              <a:solidFill>
                <a:schemeClr val="tx1"/>
              </a:solidFill>
              <a:effectLst/>
              <a:latin typeface="+mn-lt"/>
              <a:ea typeface="+mn-ea"/>
              <a:cs typeface="+mn-cs"/>
            </a:endParaRPr>
          </a:p>
          <a:p>
            <a:r>
              <a:rPr lang="en-GB" sz="1200" i="1" kern="1200" dirty="0" err="1">
                <a:solidFill>
                  <a:schemeClr val="tx1"/>
                </a:solidFill>
                <a:effectLst/>
                <a:latin typeface="+mn-lt"/>
                <a:ea typeface="+mn-ea"/>
                <a:cs typeface="+mn-cs"/>
              </a:rPr>
              <a:t>behavior</a:t>
            </a:r>
            <a:r>
              <a:rPr lang="en-GB" sz="1200" i="1" kern="1200" dirty="0">
                <a:solidFill>
                  <a:schemeClr val="tx1"/>
                </a:solidFill>
                <a:effectLst/>
                <a:latin typeface="+mn-lt"/>
                <a:ea typeface="+mn-ea"/>
                <a:cs typeface="+mn-cs"/>
              </a:rPr>
              <a:t> seen in the SOM unit of the </a:t>
            </a:r>
            <a:r>
              <a:rPr lang="en-GB" sz="1200" i="1" kern="1200" dirty="0" err="1">
                <a:solidFill>
                  <a:schemeClr val="tx1"/>
                </a:solidFill>
                <a:effectLst/>
                <a:latin typeface="+mn-lt"/>
                <a:ea typeface="+mn-ea"/>
                <a:cs typeface="+mn-cs"/>
              </a:rPr>
              <a:t>centered</a:t>
            </a:r>
            <a:r>
              <a:rPr lang="en-GB" sz="1200" i="1" kern="1200" dirty="0">
                <a:solidFill>
                  <a:schemeClr val="tx1"/>
                </a:solidFill>
                <a:effectLst/>
                <a:latin typeface="+mn-lt"/>
                <a:ea typeface="+mn-ea"/>
                <a:cs typeface="+mn-cs"/>
              </a:rPr>
              <a:t> and </a:t>
            </a:r>
            <a:r>
              <a:rPr lang="en-GB" sz="1200" i="1" kern="1200" dirty="0" err="1">
                <a:solidFill>
                  <a:schemeClr val="tx1"/>
                </a:solidFill>
                <a:effectLst/>
                <a:latin typeface="+mn-lt"/>
                <a:ea typeface="+mn-ea"/>
                <a:cs typeface="+mn-cs"/>
              </a:rPr>
              <a:t>preferredorientation</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subnetwork after VIP-unit activation (Figures 4I–4L</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and S3) likely reflects its role in this larger ISN dynamics. In the</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transition from iso- to cross-response levels, this unit shows</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similar biphasic </a:t>
            </a:r>
            <a:r>
              <a:rPr lang="en-GB" sz="1200" i="1" kern="1200" dirty="0" err="1">
                <a:solidFill>
                  <a:schemeClr val="tx1"/>
                </a:solidFill>
                <a:effectLst/>
                <a:latin typeface="+mn-lt"/>
                <a:ea typeface="+mn-ea"/>
                <a:cs typeface="+mn-cs"/>
              </a:rPr>
              <a:t>behavior</a:t>
            </a:r>
            <a:r>
              <a:rPr lang="en-GB" sz="1200" i="1" kern="1200" dirty="0">
                <a:solidFill>
                  <a:schemeClr val="tx1"/>
                </a:solidFill>
                <a:effectLst/>
                <a:latin typeface="+mn-lt"/>
                <a:ea typeface="+mn-ea"/>
                <a:cs typeface="+mn-cs"/>
              </a:rPr>
              <a:t> in many solutions. Although this case</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is more complex (Discussion S1), this could reflect similar</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dynamics.</a:t>
            </a:r>
            <a:endParaRPr lang="en-GB"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endParaRPr lang="en-NL" dirty="0"/>
          </a:p>
          <a:p>
            <a:endParaRPr lang="en-NL" dirty="0"/>
          </a:p>
        </p:txBody>
      </p:sp>
      <p:sp>
        <p:nvSpPr>
          <p:cNvPr id="4" name="Slide Number Placeholder 3">
            <a:extLst>
              <a:ext uri="{FF2B5EF4-FFF2-40B4-BE49-F238E27FC236}">
                <a16:creationId xmlns:a16="http://schemas.microsoft.com/office/drawing/2014/main" id="{8E91DB57-F0FF-2BCB-33F2-2F277C3C36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66EBA3-7195-4049-90E5-B58227ED8554}"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926602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46416-094C-D582-44F7-8FD1D9CFB9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6EEC7-096E-2788-E2C7-A4E07C5FB7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40F987-C129-45A0-552A-DFC824AFF710}"/>
              </a:ext>
            </a:extLst>
          </p:cNvPr>
          <p:cNvSpPr>
            <a:spLocks noGrp="1"/>
          </p:cNvSpPr>
          <p:nvPr>
            <p:ph type="body" idx="1"/>
          </p:nvPr>
        </p:nvSpPr>
        <p:spPr/>
        <p:txBody>
          <a:bodyPr/>
          <a:lstStyle/>
          <a:p>
            <a:r>
              <a:rPr lang="en-NL" dirty="0"/>
              <a:t>They show that SOM is most active during the Iso stimulus, giving VIP a base activity to inhibit and thereby increasing activity in the cross stimulus.</a:t>
            </a:r>
          </a:p>
          <a:p>
            <a:endParaRPr lang="en-NL" dirty="0"/>
          </a:p>
          <a:p>
            <a:r>
              <a:rPr lang="en-NL" dirty="0"/>
              <a:t>In another paper by Mossing et al. they show that a similar effect can be seen when you change the contrast of the iso sstimulus, where VIP neurons are very active and win the tug of war against somatostatin</a:t>
            </a:r>
          </a:p>
          <a:p>
            <a:endParaRPr lang="en-NL" dirty="0"/>
          </a:p>
          <a:p>
            <a:r>
              <a:rPr lang="en-NL" dirty="0"/>
              <a:t>A valid next question would be what would happen if you decrease the contrast of the cross oriented stimulus, where we expect the activity elicted on the level of pyramidal cells to be practiaclly the same as in the center only condition, because somatostin is mostlikely already fully inhibited. </a:t>
            </a:r>
          </a:p>
        </p:txBody>
      </p:sp>
      <p:sp>
        <p:nvSpPr>
          <p:cNvPr id="4" name="Slide Number Placeholder 3">
            <a:extLst>
              <a:ext uri="{FF2B5EF4-FFF2-40B4-BE49-F238E27FC236}">
                <a16:creationId xmlns:a16="http://schemas.microsoft.com/office/drawing/2014/main" id="{BF715ED2-BF54-EB75-FCCD-0DEF4019DE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66EBA3-7195-4049-90E5-B58227ED8554}"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772381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These are the stimuli used in the experiment. In each block you can see a center stimulus, and in the iso and cross surround we have surrounding flanker stimuli. The main idea is that we can change the contrast of the center and the surround independently, to:</a:t>
            </a:r>
          </a:p>
          <a:p>
            <a:r>
              <a:rPr lang="en-NL" dirty="0"/>
              <a:t>1: get the orientation  specific modulation of the surround and:</a:t>
            </a:r>
          </a:p>
          <a:p>
            <a:r>
              <a:rPr lang="en-NL" dirty="0"/>
              <a:t>2: the contrast specific effects of the surround.</a:t>
            </a:r>
          </a:p>
          <a:p>
            <a:endParaRPr lang="en-NL" dirty="0"/>
          </a:p>
          <a:p>
            <a:endParaRPr lang="en-N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2C22DB-E9FB-6C4E-B48A-8C836347020C}"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06199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To find how well people are at detecting a stimulus we fit a stimulus response function, in this case we do logistic regression on the detection probability. </a:t>
            </a:r>
          </a:p>
          <a:p>
            <a:endParaRPr lang="en-NL" dirty="0"/>
          </a:p>
          <a:p>
            <a:r>
              <a:rPr lang="en-NL" dirty="0"/>
              <a:t>We find the necessary contrast it takes to detect the stimulus, we do this per suround orientation for different predefined contrasts and calculate the horizontal shift on the x-axis the Contrast of the middle target/ center stimulus</a:t>
            </a:r>
          </a:p>
          <a:p>
            <a:endParaRPr lang="en-NL" dirty="0"/>
          </a:p>
          <a:p>
            <a:endParaRPr lang="en-N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2C22DB-E9FB-6C4E-B48A-8C836347020C}"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861290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So each dot now represents the 0.7 detection probability at a particular flanker contrast. </a:t>
            </a:r>
          </a:p>
          <a:p>
            <a:endParaRPr lang="en-NL" dirty="0"/>
          </a:p>
          <a:p>
            <a:r>
              <a:rPr lang="en-NL" dirty="0"/>
              <a:t>The lower the points means that people require less contrast to detect a stimulus, meaning that the Iso orientation shows a smooth facilitatory curve where low flanker contrasts are facilitatory and high contrast surround is suppressive</a:t>
            </a:r>
          </a:p>
          <a:p>
            <a:endParaRPr lang="en-NL" dirty="0"/>
          </a:p>
          <a:p>
            <a:endParaRPr lang="en-N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2C22DB-E9FB-6C4E-B48A-8C836347020C}"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623645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In a classical paper on attention John Reynolds and David Heeger showed that a normalization effect of surrounding neurons could account for the different gain. They show that the size of the stimulus relative to the attention field changes how activity is increased by attention.</a:t>
            </a:r>
          </a:p>
          <a:p>
            <a:r>
              <a:rPr lang="en-NL" dirty="0"/>
              <a:t>In low contrast regimes, attentional effects are greatest in terms of percentages, however in high contrast regimes absolute gain is highest.</a:t>
            </a:r>
          </a:p>
          <a:p>
            <a:endParaRPr lang="en-NL" dirty="0"/>
          </a:p>
          <a:p>
            <a:r>
              <a:rPr lang="en-NL" dirty="0"/>
              <a:t>Unfortunatley, they do not give an exact neural mechanism for normalization. </a:t>
            </a:r>
          </a:p>
          <a:p>
            <a:endParaRPr lang="en-NL" dirty="0"/>
          </a:p>
          <a:p>
            <a:r>
              <a:rPr lang="en-NL" dirty="0"/>
              <a:t>One of the goals for the current project is to relate the different gain findings of the normalization paper to cell specific components. Where one hypothesis is that interaction between VIP, SOM and PV interneurons result in attentional effects.</a:t>
            </a:r>
          </a:p>
          <a:p>
            <a:endParaRPr lang="en-NL" dirty="0"/>
          </a:p>
          <a:p>
            <a:r>
              <a:rPr lang="en-NL" dirty="0"/>
              <a:t>We see in the visual hierarchy that feedback projections predominantly target o</a:t>
            </a:r>
            <a:r>
              <a:rPr lang="en-GB" dirty="0" err="1"/>
              <a:t>th</a:t>
            </a:r>
            <a:r>
              <a:rPr lang="en-NL" dirty="0"/>
              <a:t>er excitatory cells and VIP cells, in which VIP cells become more prevalent in higher areas.</a:t>
            </a:r>
          </a:p>
          <a:p>
            <a:endParaRPr lang="en-NL" dirty="0"/>
          </a:p>
          <a:p>
            <a:endParaRPr lang="en-NL" dirty="0"/>
          </a:p>
          <a:p>
            <a:r>
              <a:rPr lang="en-NL" dirty="0"/>
              <a:t>In the previous psychophysics experiment we did not manipulate spatial or feature attention, it was always present. But maybe it is possible to draw some similarties of expected microcircuit dynamics, psychophysics results and literature.</a:t>
            </a:r>
          </a:p>
          <a:p>
            <a:endParaRPr lang="en-NL" dirty="0"/>
          </a:p>
          <a:p>
            <a:endParaRPr lang="en-NL" dirty="0"/>
          </a:p>
          <a:p>
            <a:endParaRPr lang="en-NL" dirty="0"/>
          </a:p>
          <a:p>
            <a:endParaRPr lang="en-N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2C22DB-E9FB-6C4E-B48A-8C836347020C}"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661298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Something interesting happens if we use our model to zoom in on the interaction between top-down disinhibition and the horizontal inhibitory effects.</a:t>
            </a:r>
          </a:p>
          <a:p>
            <a:endParaRPr lang="en-NL" dirty="0"/>
          </a:p>
          <a:p>
            <a:r>
              <a:rPr lang="en-NL" dirty="0"/>
              <a:t>The model does predict that changing the strength of surround suppression between 2 features, gives top-down projections a flexible way of either suppressing or facilitating a stimulus over another stimulus.</a:t>
            </a:r>
          </a:p>
          <a:p>
            <a:endParaRPr lang="en-NL" dirty="0"/>
          </a:p>
          <a:p>
            <a:endParaRPr lang="en-N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2C22DB-E9FB-6C4E-B48A-8C836347020C}"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388824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So in the first step to manipulate feature and spatial attention during contrast detection, we need a way to discriminate between the two. For this we use the current method: </a:t>
            </a:r>
          </a:p>
          <a:p>
            <a:endParaRPr lang="en-NL" dirty="0"/>
          </a:p>
          <a:p>
            <a:r>
              <a:rPr lang="en-NL" dirty="0"/>
              <a:t>We have 2 features, a C and a mirrored C, and this feature can be presented in either 1 of 2 location pairs. </a:t>
            </a:r>
          </a:p>
          <a:p>
            <a:endParaRPr lang="en-NL" dirty="0"/>
          </a:p>
          <a:p>
            <a:r>
              <a:rPr lang="en-NL" dirty="0"/>
              <a:t>We prime a given feature and a given location 80/20, in which 80% a feature is presented on one diagonal. Then in 20% of the time we see a primed feature in the non dominant spatial quadrant. Where we can calculate the performance.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2C22DB-E9FB-6C4E-B48A-8C836347020C}"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26275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2C22DB-E9FB-6C4E-B48A-8C836347020C}"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333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22E8F-F449-E6E8-3615-71E868895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0E779A-8A6E-A813-2026-5434629330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EB75B8-26E6-F780-0F6A-EB6E9D3687EF}"/>
              </a:ext>
            </a:extLst>
          </p:cNvPr>
          <p:cNvSpPr>
            <a:spLocks noGrp="1"/>
          </p:cNvSpPr>
          <p:nvPr>
            <p:ph type="body" idx="1"/>
          </p:nvPr>
        </p:nvSpPr>
        <p:spPr/>
        <p:txBody>
          <a:bodyPr/>
          <a:lstStyle/>
          <a:p>
            <a:r>
              <a:rPr lang="en-GB" dirty="0"/>
              <a:t>And with that I want to thank my supervisors and collaborators, and would love to answer some of your questions. </a:t>
            </a:r>
            <a:endParaRPr lang="en-NL" dirty="0"/>
          </a:p>
        </p:txBody>
      </p:sp>
      <p:sp>
        <p:nvSpPr>
          <p:cNvPr id="4" name="Slide Number Placeholder 3">
            <a:extLst>
              <a:ext uri="{FF2B5EF4-FFF2-40B4-BE49-F238E27FC236}">
                <a16:creationId xmlns:a16="http://schemas.microsoft.com/office/drawing/2014/main" id="{741CA4E2-A671-80F9-E1B7-561F46C1EB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66EBA3-7195-4049-90E5-B58227ED8554}"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439839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And with that I want to thank my supervisors and collaborators, and would love to answer some of your questions. </a:t>
            </a:r>
            <a:endParaRPr lang="en-N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66EBA3-7195-4049-90E5-B58227ED8554}" type="slidenum">
              <a:rPr kumimoji="0" lang="en-N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N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3824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customXml" Target="../../customXml/item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customXml" Target="../../customXml/item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E3000B"/>
        </a:solidFill>
        <a:effectLst/>
      </p:bgPr>
    </p:bg>
    <p:spTree>
      <p:nvGrpSpPr>
        <p:cNvPr id="1" name=""/>
        <p:cNvGrpSpPr/>
        <p:nvPr/>
      </p:nvGrpSpPr>
      <p:grpSpPr>
        <a:xfrm>
          <a:off x="0" y="0"/>
          <a:ext cx="0" cy="0"/>
          <a:chOff x="0" y="0"/>
          <a:chExt cx="0" cy="0"/>
        </a:xfrm>
      </p:grpSpPr>
      <p:sp>
        <p:nvSpPr>
          <p:cNvPr id="13" name="Vrije tekstregel voor toelichting 1"/>
          <p:cNvSpPr>
            <a:spLocks noGrp="1" noSelect="1"/>
          </p:cNvSpPr>
          <p:nvPr>
            <p:ph type="body" sz="quarter" idx="16" hasCustomPrompt="1"/>
          </p:nvPr>
        </p:nvSpPr>
        <p:spPr>
          <a:xfrm>
            <a:off x="939613" y="5018400"/>
            <a:ext cx="9900000" cy="216000"/>
          </a:xfrm>
        </p:spPr>
        <p:txBody>
          <a:bodyPr/>
          <a:lstStyle>
            <a:lvl1pPr marL="0" indent="0">
              <a:spcBef>
                <a:spcPts val="0"/>
              </a:spcBef>
              <a:buNone/>
              <a:defRPr b="0" baseline="0">
                <a:solidFill>
                  <a:srgbClr val="8C201B"/>
                </a:solidFill>
              </a:defRPr>
            </a:lvl1pPr>
            <a:lvl2pPr marL="0" indent="0">
              <a:spcBef>
                <a:spcPts val="0"/>
              </a:spcBef>
              <a:buNone/>
              <a:defRPr b="0">
                <a:solidFill>
                  <a:srgbClr val="8C201B"/>
                </a:solidFill>
              </a:defRPr>
            </a:lvl2pPr>
            <a:lvl3pPr marL="0" indent="0">
              <a:spcBef>
                <a:spcPts val="0"/>
              </a:spcBef>
              <a:buFont typeface="Arial" panose="020B0604020202020204" pitchFamily="34" charset="0"/>
              <a:buNone/>
              <a:defRPr b="0">
                <a:solidFill>
                  <a:srgbClr val="8C201B"/>
                </a:solidFill>
              </a:defRPr>
            </a:lvl3pPr>
            <a:lvl4pPr marL="0" indent="0">
              <a:spcBef>
                <a:spcPts val="0"/>
              </a:spcBef>
              <a:buFont typeface="Arial" panose="020B0604020202020204" pitchFamily="34" charset="0"/>
              <a:buNone/>
              <a:defRPr b="0">
                <a:solidFill>
                  <a:srgbClr val="8C201B"/>
                </a:solidFill>
              </a:defRPr>
            </a:lvl4pPr>
            <a:lvl5pPr marL="0" indent="0">
              <a:spcBef>
                <a:spcPts val="0"/>
              </a:spcBef>
              <a:buFont typeface="Arial" panose="020B0604020202020204" pitchFamily="34" charset="0"/>
              <a:buNone/>
              <a:defRPr b="0">
                <a:solidFill>
                  <a:srgbClr val="8C201B"/>
                </a:solidFill>
              </a:defRPr>
            </a:lvl5pPr>
            <a:lvl6pPr marL="0" indent="0">
              <a:spcBef>
                <a:spcPts val="0"/>
              </a:spcBef>
              <a:buFont typeface="Arial" panose="020B0604020202020204" pitchFamily="34" charset="0"/>
              <a:buNone/>
              <a:defRPr b="0">
                <a:solidFill>
                  <a:srgbClr val="8C201B"/>
                </a:solidFill>
              </a:defRPr>
            </a:lvl6pPr>
            <a:lvl7pPr marL="0" indent="0">
              <a:spcBef>
                <a:spcPts val="0"/>
              </a:spcBef>
              <a:buFont typeface="Arial" panose="020B0604020202020204" pitchFamily="34" charset="0"/>
              <a:buNone/>
              <a:defRPr b="0">
                <a:solidFill>
                  <a:srgbClr val="8C201B"/>
                </a:solidFill>
              </a:defRPr>
            </a:lvl7pPr>
            <a:lvl8pPr marL="0" indent="0">
              <a:spcBef>
                <a:spcPts val="0"/>
              </a:spcBef>
              <a:buFont typeface="Arial" panose="020B0604020202020204" pitchFamily="34" charset="0"/>
              <a:buNone/>
              <a:defRPr b="0">
                <a:solidFill>
                  <a:srgbClr val="8C201B"/>
                </a:solidFill>
              </a:defRPr>
            </a:lvl8pPr>
            <a:lvl9pPr marL="0" indent="0">
              <a:spcBef>
                <a:spcPts val="0"/>
              </a:spcBef>
              <a:buFont typeface="Arial" panose="020B0604020202020204" pitchFamily="34" charset="0"/>
              <a:buNone/>
              <a:defRPr b="0">
                <a:solidFill>
                  <a:srgbClr val="8C201B"/>
                </a:solidFill>
              </a:defRPr>
            </a:lvl9pPr>
          </a:lstStyle>
          <a:p>
            <a:pPr lvl="0"/>
            <a:r>
              <a:rPr lang="en-GB" dirty="0"/>
              <a:t>[Optional text line for explanation] </a:t>
            </a:r>
          </a:p>
        </p:txBody>
      </p:sp>
      <p:sp>
        <p:nvSpPr>
          <p:cNvPr id="12" name="Naam van presentator 2"/>
          <p:cNvSpPr>
            <a:spLocks noGrp="1" noSelect="1"/>
          </p:cNvSpPr>
          <p:nvPr>
            <p:ph type="body" sz="quarter" idx="15" hasCustomPrompt="1"/>
          </p:nvPr>
        </p:nvSpPr>
        <p:spPr>
          <a:xfrm>
            <a:off x="939613" y="4774496"/>
            <a:ext cx="9900000" cy="216000"/>
          </a:xfrm>
        </p:spPr>
        <p:txBody>
          <a:bodyPr/>
          <a:lstStyle>
            <a:lvl1pPr marL="0" indent="0">
              <a:spcBef>
                <a:spcPts val="0"/>
              </a:spcBef>
              <a:buNone/>
              <a:defRPr b="0" baseline="0">
                <a:solidFill>
                  <a:srgbClr val="8C201B"/>
                </a:solidFill>
              </a:defRPr>
            </a:lvl1pPr>
            <a:lvl2pPr marL="0" indent="0">
              <a:spcBef>
                <a:spcPts val="0"/>
              </a:spcBef>
              <a:buNone/>
              <a:defRPr b="0">
                <a:solidFill>
                  <a:srgbClr val="8C201B"/>
                </a:solidFill>
              </a:defRPr>
            </a:lvl2pPr>
            <a:lvl3pPr marL="0" indent="0">
              <a:spcBef>
                <a:spcPts val="0"/>
              </a:spcBef>
              <a:buFont typeface="Arial" panose="020B0604020202020204" pitchFamily="34" charset="0"/>
              <a:buNone/>
              <a:defRPr b="0">
                <a:solidFill>
                  <a:srgbClr val="8C201B"/>
                </a:solidFill>
              </a:defRPr>
            </a:lvl3pPr>
            <a:lvl4pPr marL="0" indent="0">
              <a:spcBef>
                <a:spcPts val="0"/>
              </a:spcBef>
              <a:buFont typeface="Arial" panose="020B0604020202020204" pitchFamily="34" charset="0"/>
              <a:buNone/>
              <a:defRPr b="0">
                <a:solidFill>
                  <a:srgbClr val="8C201B"/>
                </a:solidFill>
              </a:defRPr>
            </a:lvl4pPr>
            <a:lvl5pPr marL="0" indent="0">
              <a:spcBef>
                <a:spcPts val="0"/>
              </a:spcBef>
              <a:buFont typeface="Arial" panose="020B0604020202020204" pitchFamily="34" charset="0"/>
              <a:buNone/>
              <a:defRPr b="0">
                <a:solidFill>
                  <a:srgbClr val="8C201B"/>
                </a:solidFill>
              </a:defRPr>
            </a:lvl5pPr>
            <a:lvl6pPr marL="0" indent="0">
              <a:spcBef>
                <a:spcPts val="0"/>
              </a:spcBef>
              <a:buFont typeface="Arial" panose="020B0604020202020204" pitchFamily="34" charset="0"/>
              <a:buNone/>
              <a:defRPr b="0">
                <a:solidFill>
                  <a:srgbClr val="8C201B"/>
                </a:solidFill>
              </a:defRPr>
            </a:lvl6pPr>
            <a:lvl7pPr marL="0" indent="0">
              <a:spcBef>
                <a:spcPts val="0"/>
              </a:spcBef>
              <a:buFont typeface="Arial" panose="020B0604020202020204" pitchFamily="34" charset="0"/>
              <a:buNone/>
              <a:defRPr b="0">
                <a:solidFill>
                  <a:srgbClr val="8C201B"/>
                </a:solidFill>
              </a:defRPr>
            </a:lvl7pPr>
            <a:lvl8pPr marL="0" indent="0">
              <a:spcBef>
                <a:spcPts val="0"/>
              </a:spcBef>
              <a:buFont typeface="Arial" panose="020B0604020202020204" pitchFamily="34" charset="0"/>
              <a:buNone/>
              <a:defRPr b="0">
                <a:solidFill>
                  <a:srgbClr val="8C201B"/>
                </a:solidFill>
              </a:defRPr>
            </a:lvl8pPr>
            <a:lvl9pPr marL="0" indent="0">
              <a:spcBef>
                <a:spcPts val="0"/>
              </a:spcBef>
              <a:buFont typeface="Arial" panose="020B0604020202020204" pitchFamily="34" charset="0"/>
              <a:buNone/>
              <a:defRPr b="0">
                <a:solidFill>
                  <a:srgbClr val="8C201B"/>
                </a:solidFill>
              </a:defRPr>
            </a:lvl9pPr>
          </a:lstStyle>
          <a:p>
            <a:pPr lvl="0"/>
            <a:r>
              <a:rPr lang="en-GB" dirty="0"/>
              <a:t>[Name of presenter]</a:t>
            </a:r>
          </a:p>
        </p:txBody>
      </p:sp>
      <p:sp>
        <p:nvSpPr>
          <p:cNvPr id="11" name="date 3 (JU-Free)"/>
          <p:cNvSpPr>
            <a:spLocks noGrp="1"/>
          </p:cNvSpPr>
          <p:nvPr>
            <p:ph type="body" sz="quarter" idx="14" hasCustomPrompt="1"/>
          </p:nvPr>
        </p:nvSpPr>
        <p:spPr>
          <a:xfrm>
            <a:off x="939613" y="4528107"/>
            <a:ext cx="9900000" cy="216000"/>
          </a:xfrm>
        </p:spPr>
        <p:txBody>
          <a:bodyPr/>
          <a:lstStyle>
            <a:lvl1pPr marL="0" indent="0">
              <a:spcBef>
                <a:spcPts val="0"/>
              </a:spcBef>
              <a:buNone/>
              <a:defRPr b="0" baseline="0">
                <a:solidFill>
                  <a:srgbClr val="8C201B"/>
                </a:solidFill>
              </a:defRPr>
            </a:lvl1pPr>
            <a:lvl2pPr marL="0" indent="0">
              <a:spcBef>
                <a:spcPts val="0"/>
              </a:spcBef>
              <a:buNone/>
              <a:defRPr b="0">
                <a:solidFill>
                  <a:srgbClr val="8C201B"/>
                </a:solidFill>
              </a:defRPr>
            </a:lvl2pPr>
            <a:lvl3pPr marL="0" indent="0">
              <a:spcBef>
                <a:spcPts val="0"/>
              </a:spcBef>
              <a:buFont typeface="Arial" panose="020B0604020202020204" pitchFamily="34" charset="0"/>
              <a:buNone/>
              <a:defRPr b="0">
                <a:solidFill>
                  <a:srgbClr val="8C201B"/>
                </a:solidFill>
              </a:defRPr>
            </a:lvl3pPr>
            <a:lvl4pPr marL="0" indent="0">
              <a:spcBef>
                <a:spcPts val="0"/>
              </a:spcBef>
              <a:buFont typeface="Arial" panose="020B0604020202020204" pitchFamily="34" charset="0"/>
              <a:buNone/>
              <a:defRPr b="0">
                <a:solidFill>
                  <a:srgbClr val="8C201B"/>
                </a:solidFill>
                <a:latin typeface="+mn-lt"/>
              </a:defRPr>
            </a:lvl4pPr>
            <a:lvl5pPr marL="0" indent="0">
              <a:spcBef>
                <a:spcPts val="0"/>
              </a:spcBef>
              <a:buFont typeface="Arial" panose="020B0604020202020204" pitchFamily="34" charset="0"/>
              <a:buNone/>
              <a:defRPr b="0">
                <a:solidFill>
                  <a:srgbClr val="8C201B"/>
                </a:solidFill>
              </a:defRPr>
            </a:lvl5pPr>
            <a:lvl6pPr marL="0" indent="0">
              <a:spcBef>
                <a:spcPts val="0"/>
              </a:spcBef>
              <a:buFont typeface="Arial" panose="020B0604020202020204" pitchFamily="34" charset="0"/>
              <a:buNone/>
              <a:defRPr b="0">
                <a:solidFill>
                  <a:srgbClr val="8C201B"/>
                </a:solidFill>
              </a:defRPr>
            </a:lvl6pPr>
            <a:lvl7pPr marL="0" indent="0">
              <a:spcBef>
                <a:spcPts val="0"/>
              </a:spcBef>
              <a:buFont typeface="Arial" panose="020B0604020202020204" pitchFamily="34" charset="0"/>
              <a:buNone/>
              <a:defRPr b="0">
                <a:solidFill>
                  <a:srgbClr val="8C201B"/>
                </a:solidFill>
              </a:defRPr>
            </a:lvl7pPr>
            <a:lvl8pPr marL="0" indent="0">
              <a:spcBef>
                <a:spcPts val="0"/>
              </a:spcBef>
              <a:buFont typeface="Arial" panose="020B0604020202020204" pitchFamily="34" charset="0"/>
              <a:buNone/>
              <a:defRPr b="0">
                <a:solidFill>
                  <a:srgbClr val="8C201B"/>
                </a:solidFill>
              </a:defRPr>
            </a:lvl8pPr>
            <a:lvl9pPr marL="0" indent="0">
              <a:spcBef>
                <a:spcPts val="0"/>
              </a:spcBef>
              <a:buFont typeface="Arial" panose="020B0604020202020204" pitchFamily="34" charset="0"/>
              <a:buNone/>
              <a:defRPr b="0">
                <a:solidFill>
                  <a:srgbClr val="8C201B"/>
                </a:solidFill>
              </a:defRPr>
            </a:lvl9pPr>
          </a:lstStyle>
          <a:p>
            <a:pPr lvl="0"/>
            <a:r>
              <a:rPr lang="en-GB" dirty="0"/>
              <a:t>[Date of presentation]</a:t>
            </a:r>
          </a:p>
          <a:p>
            <a:pPr lvl="0"/>
            <a:r>
              <a:rPr lang="en-GB" dirty="0"/>
              <a:t>JU-LEVEL1=</a:t>
            </a:r>
            <a:r>
              <a:rPr lang="en-GB" dirty="0" err="1"/>
              <a:t>Standaard</a:t>
            </a:r>
            <a:endParaRPr lang="en-GB" dirty="0"/>
          </a:p>
        </p:txBody>
      </p:sp>
      <p:sp>
        <p:nvSpPr>
          <p:cNvPr id="6" name="Title 4 (JU-Free)"/>
          <p:cNvSpPr>
            <a:spLocks noGrp="1"/>
          </p:cNvSpPr>
          <p:nvPr>
            <p:ph type="body" sz="quarter" idx="13" hasCustomPrompt="1"/>
          </p:nvPr>
        </p:nvSpPr>
        <p:spPr>
          <a:xfrm>
            <a:off x="863545" y="512677"/>
            <a:ext cx="10080000" cy="3647900"/>
          </a:xfrm>
        </p:spPr>
        <p:txBody>
          <a:bodyPr anchor="b"/>
          <a:lstStyle>
            <a:lvl1pPr marL="0" indent="0">
              <a:lnSpc>
                <a:spcPct val="85000"/>
              </a:lnSpc>
              <a:spcBef>
                <a:spcPts val="0"/>
              </a:spcBef>
              <a:buNone/>
              <a:defRPr sz="6800" b="0">
                <a:solidFill>
                  <a:schemeClr val="bg1"/>
                </a:solidFill>
                <a:latin typeface="+mj-lt"/>
              </a:defRPr>
            </a:lvl1pPr>
            <a:lvl2pPr marL="0" indent="0">
              <a:lnSpc>
                <a:spcPct val="85000"/>
              </a:lnSpc>
              <a:spcBef>
                <a:spcPts val="0"/>
              </a:spcBef>
              <a:buNone/>
              <a:defRPr sz="6800" b="0" baseline="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6pPr>
            <a:lvl7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7pPr>
            <a:lvl8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8pPr>
            <a:lvl9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9pPr>
          </a:lstStyle>
          <a:p>
            <a:pPr lvl="0"/>
            <a:r>
              <a:rPr lang="en-GB" dirty="0"/>
              <a:t>[Title]</a:t>
            </a:r>
          </a:p>
          <a:p>
            <a:pPr lvl="0"/>
            <a:r>
              <a:rPr lang="en-GB" dirty="0"/>
              <a:t>JU-LEVEL1=</a:t>
            </a:r>
            <a:r>
              <a:rPr lang="en-GB" dirty="0" err="1"/>
              <a:t>Standaard</a:t>
            </a:r>
            <a:endParaRPr lang="en-GB" dirty="0"/>
          </a:p>
          <a:p>
            <a:pPr lvl="1"/>
            <a:r>
              <a:rPr lang="en-GB" dirty="0"/>
              <a:t>JU-LEVEL2=</a:t>
            </a:r>
            <a:r>
              <a:rPr lang="en-GB" dirty="0" err="1"/>
              <a:t>Titel</a:t>
            </a:r>
            <a:r>
              <a:rPr lang="en-GB" dirty="0"/>
              <a:t> light</a:t>
            </a:r>
          </a:p>
        </p:txBody>
      </p:sp>
      <p:sp>
        <p:nvSpPr>
          <p:cNvPr id="9" name="Frame 5"/>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0" name="Frame 6"/>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2549335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ighlights (1)">
    <p:spTree>
      <p:nvGrpSpPr>
        <p:cNvPr id="1" name=""/>
        <p:cNvGrpSpPr/>
        <p:nvPr/>
      </p:nvGrpSpPr>
      <p:grpSpPr>
        <a:xfrm>
          <a:off x="0" y="0"/>
          <a:ext cx="0" cy="0"/>
          <a:chOff x="0" y="0"/>
          <a:chExt cx="0" cy="0"/>
        </a:xfrm>
      </p:grpSpPr>
      <p:sp>
        <p:nvSpPr>
          <p:cNvPr id="3" name="Date Placeholder 1"/>
          <p:cNvSpPr>
            <a:spLocks noGrp="1" noSelect="1"/>
          </p:cNvSpPr>
          <p:nvPr>
            <p:ph type="dt" sz="half" idx="10"/>
          </p:nvPr>
        </p:nvSpPr>
        <p:spPr/>
        <p:txBody>
          <a:bodyPr/>
          <a:lstStyle/>
          <a:p>
            <a:fld id="{F6879AD1-26CA-824A-BAF2-38CF2A3E26DF}" type="datetime4">
              <a:rPr lang="en-US" noProof="1" smtClean="0"/>
              <a:t>March 24, 2026</a:t>
            </a:fld>
            <a:endParaRPr lang="en-GB" noProof="1"/>
          </a:p>
        </p:txBody>
      </p:sp>
      <p:sp>
        <p:nvSpPr>
          <p:cNvPr id="4" name="Footer Placeholder 2"/>
          <p:cNvSpPr>
            <a:spLocks noGrp="1" noSelect="1"/>
          </p:cNvSpPr>
          <p:nvPr>
            <p:ph type="ftr" sz="quarter" idx="11"/>
          </p:nvPr>
        </p:nvSpPr>
        <p:spPr/>
        <p:txBody>
          <a:bodyPr/>
          <a:lstStyle/>
          <a:p>
            <a:r>
              <a:rPr lang="en-GB" noProof="1"/>
              <a:t>[Voettekst]</a:t>
            </a:r>
          </a:p>
        </p:txBody>
      </p:sp>
      <p:sp>
        <p:nvSpPr>
          <p:cNvPr id="5" name="Slide Number Placeholder 3"/>
          <p:cNvSpPr>
            <a:spLocks noGrp="1" noSelect="1"/>
          </p:cNvSpPr>
          <p:nvPr>
            <p:ph type="sldNum" sz="quarter" idx="12"/>
          </p:nvPr>
        </p:nvSpPr>
        <p:spPr/>
        <p:txBody>
          <a:bodyPr/>
          <a:lstStyle/>
          <a:p>
            <a:r>
              <a:rPr lang="en-GB" noProof="1">
                <a:solidFill>
                  <a:schemeClr val="accent1"/>
                </a:solidFill>
              </a:rPr>
              <a:t>|</a:t>
            </a:r>
            <a:r>
              <a:rPr lang="en-GB" noProof="1"/>
              <a:t> </a:t>
            </a:r>
            <a:fld id="{1336C48C-F87C-4E4B-81EF-5027B17D1F61}" type="slidenum">
              <a:rPr lang="en-GB" noProof="1" smtClean="0"/>
              <a:pPr/>
              <a:t>‹#›</a:t>
            </a:fld>
            <a:endParaRPr lang="en-GB" noProof="1"/>
          </a:p>
        </p:txBody>
      </p:sp>
      <p:sp>
        <p:nvSpPr>
          <p:cNvPr id="13" name="Frame text 4 (JU-Free)"/>
          <p:cNvSpPr>
            <a:spLocks noGrp="1"/>
          </p:cNvSpPr>
          <p:nvPr>
            <p:ph type="body" sz="quarter" idx="13" hasCustomPrompt="1"/>
          </p:nvPr>
        </p:nvSpPr>
        <p:spPr>
          <a:xfrm>
            <a:off x="1017712" y="2215838"/>
            <a:ext cx="10298980"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dirty="0"/>
              <a:t>[Heading]</a:t>
            </a:r>
          </a:p>
          <a:p>
            <a:pPr lvl="0"/>
            <a:r>
              <a:rPr lang="en-GB" dirty="0"/>
              <a:t>JU-LEVEL1=</a:t>
            </a:r>
            <a:r>
              <a:rPr lang="en-GB" dirty="0" err="1"/>
              <a:t>Standaard</a:t>
            </a:r>
            <a:endParaRPr lang="en-GB" dirty="0"/>
          </a:p>
          <a:p>
            <a:pPr lvl="1"/>
            <a:r>
              <a:rPr lang="en-GB" dirty="0"/>
              <a:t>JU-LEVEL2=</a:t>
            </a:r>
            <a:r>
              <a:rPr lang="en-GB" dirty="0" err="1"/>
              <a:t>Basistekst</a:t>
            </a:r>
            <a:endParaRPr lang="en-GB" dirty="0"/>
          </a:p>
          <a:p>
            <a:pPr lvl="2"/>
            <a:r>
              <a:rPr lang="en-GB" dirty="0"/>
              <a:t>JU-LEVEL3=</a:t>
            </a:r>
            <a:r>
              <a:rPr lang="en-GB" dirty="0" err="1"/>
              <a:t>Opsomming</a:t>
            </a:r>
            <a:endParaRPr lang="en-GB" dirty="0"/>
          </a:p>
          <a:p>
            <a:pPr lvl="3"/>
            <a:r>
              <a:rPr lang="en-GB" dirty="0"/>
              <a:t>JU-LEVEL4=</a:t>
            </a:r>
            <a:r>
              <a:rPr lang="en-GB" dirty="0" err="1"/>
              <a:t>Zwevend</a:t>
            </a:r>
            <a:r>
              <a:rPr lang="en-GB" dirty="0"/>
              <a:t> 1e </a:t>
            </a:r>
            <a:r>
              <a:rPr lang="en-GB" dirty="0" err="1"/>
              <a:t>niveau</a:t>
            </a:r>
            <a:r>
              <a:rPr lang="en-GB" dirty="0"/>
              <a:t> </a:t>
            </a:r>
          </a:p>
        </p:txBody>
      </p:sp>
      <p:sp>
        <p:nvSpPr>
          <p:cNvPr id="2" name="***Titel 5"/>
          <p:cNvSpPr>
            <a:spLocks noGrp="1" noSelect="1"/>
          </p:cNvSpPr>
          <p:nvPr>
            <p:ph type="title" hasCustomPrompt="1"/>
          </p:nvPr>
        </p:nvSpPr>
        <p:spPr>
          <a:xfrm>
            <a:off x="876692" y="931413"/>
            <a:ext cx="10440000" cy="720000"/>
          </a:xfrm>
        </p:spPr>
        <p:txBody>
          <a:bodyPr/>
          <a:lstStyle>
            <a:lvl1pPr>
              <a:defRPr sz="4400" b="0" cap="none" spc="-210" baseline="0">
                <a:solidFill>
                  <a:schemeClr val="accent1"/>
                </a:solidFill>
              </a:defRPr>
            </a:lvl1pPr>
          </a:lstStyle>
          <a:p>
            <a:r>
              <a:rPr lang="en-GB"/>
              <a:t>[Highlights]</a:t>
            </a:r>
            <a:endParaRPr lang="en-GB" dirty="0"/>
          </a:p>
        </p:txBody>
      </p:sp>
      <p:sp>
        <p:nvSpPr>
          <p:cNvPr id="10" name="Kopregel 6 (JU-Free)"/>
          <p:cNvSpPr>
            <a:spLocks noGrp="1"/>
          </p:cNvSpPr>
          <p:nvPr>
            <p:ph type="body" sz="quarter" idx="1002" hasCustomPrompt="1"/>
          </p:nvPr>
        </p:nvSpPr>
        <p:spPr>
          <a:xfrm>
            <a:off x="854075" y="609569"/>
            <a:ext cx="10440000" cy="288000"/>
          </a:xfrm>
        </p:spPr>
        <p:txBody>
          <a:bodyPr/>
          <a:lstStyle>
            <a:lvl1pPr marL="0" indent="0">
              <a:spcBef>
                <a:spcPts val="0"/>
              </a:spcBef>
              <a:buNone/>
              <a:defRPr cap="all">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dirty="0"/>
              <a:t>[Header line]</a:t>
            </a:r>
          </a:p>
          <a:p>
            <a:pPr lvl="0"/>
            <a:r>
              <a:rPr lang="en-GB" dirty="0"/>
              <a:t>JU-LEVEL1=</a:t>
            </a:r>
            <a:r>
              <a:rPr lang="en-GB" dirty="0" err="1"/>
              <a:t>Standaard</a:t>
            </a:r>
            <a:endParaRPr lang="en-GB" dirty="0"/>
          </a:p>
        </p:txBody>
      </p:sp>
    </p:spTree>
    <p:extLst>
      <p:ext uri="{BB962C8B-B14F-4D97-AF65-F5344CB8AC3E}">
        <p14:creationId xmlns:p14="http://schemas.microsoft.com/office/powerpoint/2010/main" val="3619143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ighlights (2)">
    <p:spTree>
      <p:nvGrpSpPr>
        <p:cNvPr id="1" name=""/>
        <p:cNvGrpSpPr/>
        <p:nvPr/>
      </p:nvGrpSpPr>
      <p:grpSpPr>
        <a:xfrm>
          <a:off x="0" y="0"/>
          <a:ext cx="0" cy="0"/>
          <a:chOff x="0" y="0"/>
          <a:chExt cx="0" cy="0"/>
        </a:xfrm>
      </p:grpSpPr>
      <p:sp>
        <p:nvSpPr>
          <p:cNvPr id="3" name="Date Placeholder 1"/>
          <p:cNvSpPr>
            <a:spLocks noGrp="1" noSelect="1"/>
          </p:cNvSpPr>
          <p:nvPr>
            <p:ph type="dt" sz="half" idx="10"/>
          </p:nvPr>
        </p:nvSpPr>
        <p:spPr/>
        <p:txBody>
          <a:bodyPr/>
          <a:lstStyle/>
          <a:p>
            <a:fld id="{485BB487-64C7-954E-832E-7884FAC0FFDE}" type="datetime4">
              <a:rPr lang="en-US" noProof="1" smtClean="0"/>
              <a:t>March 24, 2026</a:t>
            </a:fld>
            <a:endParaRPr lang="en-GB" noProof="1"/>
          </a:p>
        </p:txBody>
      </p:sp>
      <p:sp>
        <p:nvSpPr>
          <p:cNvPr id="4" name="Footer Placeholder 2"/>
          <p:cNvSpPr>
            <a:spLocks noGrp="1" noSelect="1"/>
          </p:cNvSpPr>
          <p:nvPr>
            <p:ph type="ftr" sz="quarter" idx="11"/>
          </p:nvPr>
        </p:nvSpPr>
        <p:spPr/>
        <p:txBody>
          <a:bodyPr/>
          <a:lstStyle/>
          <a:p>
            <a:r>
              <a:rPr lang="en-GB" noProof="1"/>
              <a:t>[Voettekst]</a:t>
            </a:r>
          </a:p>
        </p:txBody>
      </p:sp>
      <p:sp>
        <p:nvSpPr>
          <p:cNvPr id="5" name="Slide Number Placeholder 3"/>
          <p:cNvSpPr>
            <a:spLocks noGrp="1" noSelect="1"/>
          </p:cNvSpPr>
          <p:nvPr>
            <p:ph type="sldNum" sz="quarter" idx="12"/>
          </p:nvPr>
        </p:nvSpPr>
        <p:spPr/>
        <p:txBody>
          <a:bodyPr/>
          <a:lstStyle/>
          <a:p>
            <a:r>
              <a:rPr lang="en-GB" noProof="1">
                <a:solidFill>
                  <a:schemeClr val="accent1"/>
                </a:solidFill>
              </a:rPr>
              <a:t>|</a:t>
            </a:r>
            <a:r>
              <a:rPr lang="en-GB" noProof="1"/>
              <a:t> </a:t>
            </a:r>
            <a:fld id="{1336C48C-F87C-4E4B-81EF-5027B17D1F61}" type="slidenum">
              <a:rPr lang="en-GB" noProof="1" smtClean="0"/>
              <a:pPr/>
              <a:t>‹#›</a:t>
            </a:fld>
            <a:endParaRPr lang="en-GB" noProof="1"/>
          </a:p>
        </p:txBody>
      </p:sp>
      <p:sp>
        <p:nvSpPr>
          <p:cNvPr id="14" name="Frame text 4"/>
          <p:cNvSpPr>
            <a:spLocks noGrp="1" noSelect="1"/>
          </p:cNvSpPr>
          <p:nvPr>
            <p:ph type="body" sz="quarter" idx="14" hasCustomPrompt="1"/>
          </p:nvPr>
        </p:nvSpPr>
        <p:spPr>
          <a:xfrm>
            <a:off x="5541900" y="2217600"/>
            <a:ext cx="5774792"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 typeface="Open Sans" panose="020B0606030504020204" pitchFamily="34" charset="0"/>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Open Sans" panose="020B0606030504020204" pitchFamily="34" charset="0"/>
                <a:ea typeface="Open Sans" panose="020B0606030504020204" pitchFamily="34" charset="0"/>
                <a:cs typeface="Open Sans" panose="020B0606030504020204" pitchFamily="34" charset="0"/>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dirty="0"/>
              <a:t>[Heading]</a:t>
            </a:r>
          </a:p>
        </p:txBody>
      </p:sp>
      <p:sp>
        <p:nvSpPr>
          <p:cNvPr id="13" name="Frame text 5 (JU-Free)"/>
          <p:cNvSpPr>
            <a:spLocks noGrp="1"/>
          </p:cNvSpPr>
          <p:nvPr>
            <p:ph type="body" sz="quarter" idx="13" hasCustomPrompt="1"/>
          </p:nvPr>
        </p:nvSpPr>
        <p:spPr>
          <a:xfrm>
            <a:off x="1017712" y="2215838"/>
            <a:ext cx="4034171"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dirty="0"/>
              <a:t>[Heading]</a:t>
            </a:r>
          </a:p>
          <a:p>
            <a:pPr lvl="0"/>
            <a:r>
              <a:rPr lang="en-GB" dirty="0"/>
              <a:t>JU-LEVEL1=</a:t>
            </a:r>
            <a:r>
              <a:rPr lang="en-GB" dirty="0" err="1"/>
              <a:t>Standaard</a:t>
            </a:r>
            <a:endParaRPr lang="en-GB" dirty="0"/>
          </a:p>
          <a:p>
            <a:pPr lvl="1"/>
            <a:r>
              <a:rPr lang="en-GB" dirty="0"/>
              <a:t>JU-LEVEL2=</a:t>
            </a:r>
            <a:r>
              <a:rPr lang="en-GB" dirty="0" err="1"/>
              <a:t>Basistekst</a:t>
            </a:r>
            <a:endParaRPr lang="en-GB" dirty="0"/>
          </a:p>
          <a:p>
            <a:pPr lvl="2"/>
            <a:r>
              <a:rPr lang="en-GB" dirty="0"/>
              <a:t>JU-LEVEL3=</a:t>
            </a:r>
            <a:r>
              <a:rPr lang="en-GB" dirty="0" err="1"/>
              <a:t>Opsomming</a:t>
            </a:r>
            <a:endParaRPr lang="en-GB" dirty="0"/>
          </a:p>
          <a:p>
            <a:pPr lvl="3"/>
            <a:r>
              <a:rPr lang="en-GB" dirty="0"/>
              <a:t>JU-LEVEL4=</a:t>
            </a:r>
            <a:r>
              <a:rPr lang="en-GB" dirty="0" err="1"/>
              <a:t>Zwevend</a:t>
            </a:r>
            <a:r>
              <a:rPr lang="en-GB" dirty="0"/>
              <a:t> 1e </a:t>
            </a:r>
            <a:r>
              <a:rPr lang="en-GB" dirty="0" err="1"/>
              <a:t>niveau</a:t>
            </a:r>
            <a:r>
              <a:rPr lang="en-GB" dirty="0"/>
              <a:t> </a:t>
            </a:r>
          </a:p>
        </p:txBody>
      </p:sp>
      <p:sp>
        <p:nvSpPr>
          <p:cNvPr id="2" name="***Titel 6"/>
          <p:cNvSpPr>
            <a:spLocks noGrp="1" noSelect="1"/>
          </p:cNvSpPr>
          <p:nvPr>
            <p:ph type="title" hasCustomPrompt="1"/>
          </p:nvPr>
        </p:nvSpPr>
        <p:spPr>
          <a:xfrm>
            <a:off x="876692" y="931413"/>
            <a:ext cx="10440000" cy="720000"/>
          </a:xfrm>
        </p:spPr>
        <p:txBody>
          <a:bodyPr/>
          <a:lstStyle>
            <a:lvl1pPr>
              <a:defRPr sz="4400" b="0" cap="none" spc="-210" baseline="0">
                <a:solidFill>
                  <a:schemeClr val="accent1"/>
                </a:solidFill>
              </a:defRPr>
            </a:lvl1pPr>
          </a:lstStyle>
          <a:p>
            <a:r>
              <a:rPr lang="en-GB"/>
              <a:t>[Highlights]</a:t>
            </a:r>
            <a:endParaRPr lang="en-GB" dirty="0"/>
          </a:p>
        </p:txBody>
      </p:sp>
      <p:sp>
        <p:nvSpPr>
          <p:cNvPr id="10" name="Kopregel 7 (JU-Free)"/>
          <p:cNvSpPr>
            <a:spLocks noGrp="1"/>
          </p:cNvSpPr>
          <p:nvPr>
            <p:ph type="body" sz="quarter" idx="1002" hasCustomPrompt="1"/>
          </p:nvPr>
        </p:nvSpPr>
        <p:spPr>
          <a:xfrm>
            <a:off x="854075" y="609569"/>
            <a:ext cx="10440000" cy="288000"/>
          </a:xfrm>
        </p:spPr>
        <p:txBody>
          <a:bodyPr/>
          <a:lstStyle>
            <a:lvl1pPr marL="0" indent="0">
              <a:spcBef>
                <a:spcPts val="0"/>
              </a:spcBef>
              <a:buNone/>
              <a:defRPr cap="all">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dirty="0"/>
              <a:t>[header line]</a:t>
            </a:r>
          </a:p>
          <a:p>
            <a:pPr lvl="0"/>
            <a:r>
              <a:rPr lang="en-GB" dirty="0"/>
              <a:t>JU-LEVEL1=</a:t>
            </a:r>
            <a:r>
              <a:rPr lang="en-GB" dirty="0" err="1"/>
              <a:t>Standaard</a:t>
            </a:r>
            <a:endParaRPr lang="en-GB" dirty="0"/>
          </a:p>
        </p:txBody>
      </p:sp>
    </p:spTree>
    <p:extLst>
      <p:ext uri="{BB962C8B-B14F-4D97-AF65-F5344CB8AC3E}">
        <p14:creationId xmlns:p14="http://schemas.microsoft.com/office/powerpoint/2010/main" val="3566922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ighlights (4)">
    <p:spTree>
      <p:nvGrpSpPr>
        <p:cNvPr id="1" name=""/>
        <p:cNvGrpSpPr/>
        <p:nvPr/>
      </p:nvGrpSpPr>
      <p:grpSpPr>
        <a:xfrm>
          <a:off x="0" y="0"/>
          <a:ext cx="0" cy="0"/>
          <a:chOff x="0" y="0"/>
          <a:chExt cx="0" cy="0"/>
        </a:xfrm>
      </p:grpSpPr>
      <p:sp>
        <p:nvSpPr>
          <p:cNvPr id="3" name="Date Placeholder 1"/>
          <p:cNvSpPr>
            <a:spLocks noGrp="1" noSelect="1"/>
          </p:cNvSpPr>
          <p:nvPr>
            <p:ph type="dt" sz="half" idx="10"/>
          </p:nvPr>
        </p:nvSpPr>
        <p:spPr/>
        <p:txBody>
          <a:bodyPr/>
          <a:lstStyle/>
          <a:p>
            <a:fld id="{2172D622-3BAF-C944-94A2-43172DDE4063}" type="datetime4">
              <a:rPr lang="en-US" noProof="1" smtClean="0"/>
              <a:t>March 24, 2026</a:t>
            </a:fld>
            <a:endParaRPr lang="en-GB" noProof="1"/>
          </a:p>
        </p:txBody>
      </p:sp>
      <p:sp>
        <p:nvSpPr>
          <p:cNvPr id="4" name="Footer Placeholder 2"/>
          <p:cNvSpPr>
            <a:spLocks noGrp="1" noSelect="1"/>
          </p:cNvSpPr>
          <p:nvPr>
            <p:ph type="ftr" sz="quarter" idx="11"/>
          </p:nvPr>
        </p:nvSpPr>
        <p:spPr/>
        <p:txBody>
          <a:bodyPr/>
          <a:lstStyle/>
          <a:p>
            <a:r>
              <a:rPr lang="en-GB" noProof="1"/>
              <a:t>[Voettekst]</a:t>
            </a:r>
          </a:p>
        </p:txBody>
      </p:sp>
      <p:sp>
        <p:nvSpPr>
          <p:cNvPr id="5" name="Slide Number Placeholder 3"/>
          <p:cNvSpPr>
            <a:spLocks noGrp="1" noSelect="1"/>
          </p:cNvSpPr>
          <p:nvPr>
            <p:ph type="sldNum" sz="quarter" idx="12"/>
          </p:nvPr>
        </p:nvSpPr>
        <p:spPr/>
        <p:txBody>
          <a:bodyPr/>
          <a:lstStyle/>
          <a:p>
            <a:r>
              <a:rPr lang="en-GB" noProof="1">
                <a:solidFill>
                  <a:schemeClr val="accent1"/>
                </a:solidFill>
              </a:rPr>
              <a:t>|</a:t>
            </a:r>
            <a:r>
              <a:rPr lang="en-GB" noProof="1"/>
              <a:t> </a:t>
            </a:r>
            <a:fld id="{1336C48C-F87C-4E4B-81EF-5027B17D1F61}" type="slidenum">
              <a:rPr lang="en-GB" noProof="1" smtClean="0"/>
              <a:pPr/>
              <a:t>‹#›</a:t>
            </a:fld>
            <a:endParaRPr lang="en-GB" noProof="1"/>
          </a:p>
        </p:txBody>
      </p:sp>
      <p:sp>
        <p:nvSpPr>
          <p:cNvPr id="16" name="Frame text 4"/>
          <p:cNvSpPr>
            <a:spLocks noGrp="1" noSelect="1"/>
          </p:cNvSpPr>
          <p:nvPr>
            <p:ph type="body" sz="quarter" idx="16" hasCustomPrompt="1"/>
          </p:nvPr>
        </p:nvSpPr>
        <p:spPr>
          <a:xfrm>
            <a:off x="9249904" y="2203963"/>
            <a:ext cx="2366962"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dirty="0"/>
              <a:t>[Heading]</a:t>
            </a:r>
          </a:p>
        </p:txBody>
      </p:sp>
      <p:sp>
        <p:nvSpPr>
          <p:cNvPr id="15" name="Frame text 5"/>
          <p:cNvSpPr>
            <a:spLocks noGrp="1" noSelect="1"/>
          </p:cNvSpPr>
          <p:nvPr>
            <p:ph type="body" sz="quarter" idx="15" hasCustomPrompt="1"/>
          </p:nvPr>
        </p:nvSpPr>
        <p:spPr>
          <a:xfrm>
            <a:off x="6509241" y="2203963"/>
            <a:ext cx="2366962"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dirty="0"/>
              <a:t>[Heading]</a:t>
            </a:r>
          </a:p>
        </p:txBody>
      </p:sp>
      <p:sp>
        <p:nvSpPr>
          <p:cNvPr id="14" name="Frame text 6"/>
          <p:cNvSpPr>
            <a:spLocks noGrp="1" noSelect="1"/>
          </p:cNvSpPr>
          <p:nvPr>
            <p:ph type="body" sz="quarter" idx="14" hasCustomPrompt="1"/>
          </p:nvPr>
        </p:nvSpPr>
        <p:spPr>
          <a:xfrm>
            <a:off x="3768579" y="2203963"/>
            <a:ext cx="2366962"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dirty="0"/>
              <a:t>[Heading]</a:t>
            </a:r>
          </a:p>
        </p:txBody>
      </p:sp>
      <p:sp>
        <p:nvSpPr>
          <p:cNvPr id="13" name="Frame text 7 (JU-Free)"/>
          <p:cNvSpPr>
            <a:spLocks noGrp="1"/>
          </p:cNvSpPr>
          <p:nvPr>
            <p:ph type="body" sz="quarter" idx="13" hasCustomPrompt="1"/>
          </p:nvPr>
        </p:nvSpPr>
        <p:spPr>
          <a:xfrm>
            <a:off x="1027917" y="2203963"/>
            <a:ext cx="2366962" cy="3203575"/>
          </a:xfrm>
        </p:spPr>
        <p:txBody>
          <a:bodyPr/>
          <a:lstStyle>
            <a:lvl1pPr marL="0" indent="0">
              <a:spcBef>
                <a:spcPts val="0"/>
              </a:spcBef>
              <a:spcAft>
                <a:spcPts val="300"/>
              </a:spcAft>
              <a:buNone/>
              <a:defRPr sz="1700" b="0" baseline="0">
                <a:solidFill>
                  <a:schemeClr val="accent5"/>
                </a:solidFill>
                <a:latin typeface="+mj-lt"/>
              </a:defRPr>
            </a:lvl1pPr>
            <a:lvl2pPr marL="0" indent="0">
              <a:lnSpc>
                <a:spcPct val="95000"/>
              </a:lnSpc>
              <a:spcBef>
                <a:spcPts val="0"/>
              </a:spcBef>
              <a:buNone/>
              <a:defRPr sz="2800" b="0" spc="-110" baseline="0">
                <a:solidFill>
                  <a:schemeClr val="accent5"/>
                </a:solidFill>
              </a:defRPr>
            </a:lvl2pPr>
            <a:lvl3pPr marL="324000" indent="-324000">
              <a:lnSpc>
                <a:spcPct val="90000"/>
              </a:lnSpc>
              <a:spcBef>
                <a:spcPts val="0"/>
              </a:spcBef>
              <a:buFontTx/>
              <a:buChar char="–"/>
              <a:defRPr sz="2800" b="0" spc="-110" baseline="0">
                <a:solidFill>
                  <a:schemeClr val="accent5"/>
                </a:solidFill>
              </a:defRPr>
            </a:lvl3pPr>
            <a:lvl4pPr marL="324000" indent="0">
              <a:lnSpc>
                <a:spcPct val="90000"/>
              </a:lnSpc>
              <a:spcBef>
                <a:spcPts val="0"/>
              </a:spcBef>
              <a:buFont typeface="Arial" panose="020B0604020202020204" pitchFamily="34" charset="0"/>
              <a:buNone/>
              <a:defRPr sz="2800" b="0" spc="-110" baseline="0">
                <a:solidFill>
                  <a:schemeClr val="accent5"/>
                </a:solidFill>
                <a:latin typeface="+mn-lt"/>
              </a:defRPr>
            </a:lvl4pPr>
            <a:lvl5pPr marL="0" indent="0">
              <a:lnSpc>
                <a:spcPct val="90000"/>
              </a:lnSpc>
              <a:spcBef>
                <a:spcPts val="0"/>
              </a:spcBef>
              <a:buFont typeface="Arial" panose="020B0604020202020204" pitchFamily="34" charset="0"/>
              <a:buNone/>
              <a:defRPr sz="2800" b="0" spc="-110" baseline="0">
                <a:solidFill>
                  <a:schemeClr val="accent5"/>
                </a:solidFill>
              </a:defRPr>
            </a:lvl5pPr>
            <a:lvl6pPr marL="0" indent="0">
              <a:lnSpc>
                <a:spcPct val="90000"/>
              </a:lnSpc>
              <a:spcBef>
                <a:spcPts val="0"/>
              </a:spcBef>
              <a:buFont typeface="Arial" panose="020B0604020202020204" pitchFamily="34" charset="0"/>
              <a:buNone/>
              <a:defRPr sz="2800" b="0" spc="-110" baseline="0">
                <a:solidFill>
                  <a:schemeClr val="accent5"/>
                </a:solidFill>
              </a:defRPr>
            </a:lvl6pPr>
            <a:lvl7pPr marL="0" indent="0">
              <a:lnSpc>
                <a:spcPct val="90000"/>
              </a:lnSpc>
              <a:spcBef>
                <a:spcPts val="0"/>
              </a:spcBef>
              <a:buFont typeface="Arial" panose="020B0604020202020204" pitchFamily="34" charset="0"/>
              <a:buNone/>
              <a:defRPr sz="2800" b="0" spc="-110" baseline="0">
                <a:solidFill>
                  <a:schemeClr val="accent5"/>
                </a:solidFill>
              </a:defRPr>
            </a:lvl7pPr>
            <a:lvl8pPr marL="0" indent="0">
              <a:lnSpc>
                <a:spcPct val="90000"/>
              </a:lnSpc>
              <a:spcBef>
                <a:spcPts val="0"/>
              </a:spcBef>
              <a:buFont typeface="Arial" panose="020B0604020202020204" pitchFamily="34" charset="0"/>
              <a:buNone/>
              <a:defRPr sz="2800" b="0" spc="-110" baseline="0">
                <a:solidFill>
                  <a:schemeClr val="accent5"/>
                </a:solidFill>
              </a:defRPr>
            </a:lvl8pPr>
            <a:lvl9pPr marL="0" indent="0">
              <a:lnSpc>
                <a:spcPct val="90000"/>
              </a:lnSpc>
              <a:spcBef>
                <a:spcPts val="0"/>
              </a:spcBef>
              <a:buFont typeface="Arial" panose="020B0604020202020204" pitchFamily="34" charset="0"/>
              <a:buNone/>
              <a:defRPr sz="2800" b="0" spc="-110" baseline="0">
                <a:solidFill>
                  <a:schemeClr val="accent5"/>
                </a:solidFill>
              </a:defRPr>
            </a:lvl9pPr>
          </a:lstStyle>
          <a:p>
            <a:pPr lvl="0"/>
            <a:r>
              <a:rPr lang="en-GB" dirty="0"/>
              <a:t>[Heading]</a:t>
            </a:r>
          </a:p>
          <a:p>
            <a:pPr lvl="0"/>
            <a:r>
              <a:rPr lang="en-GB" dirty="0"/>
              <a:t>JU-LEVEL1=</a:t>
            </a:r>
            <a:r>
              <a:rPr lang="en-GB" dirty="0" err="1"/>
              <a:t>Standaard</a:t>
            </a:r>
            <a:endParaRPr lang="en-GB" dirty="0"/>
          </a:p>
          <a:p>
            <a:pPr lvl="1"/>
            <a:r>
              <a:rPr lang="en-GB" dirty="0"/>
              <a:t>JU-LEVEL2=</a:t>
            </a:r>
            <a:r>
              <a:rPr lang="en-GB" dirty="0" err="1"/>
              <a:t>Basistekst</a:t>
            </a:r>
            <a:endParaRPr lang="en-GB" dirty="0"/>
          </a:p>
          <a:p>
            <a:pPr lvl="2"/>
            <a:r>
              <a:rPr lang="en-GB" dirty="0"/>
              <a:t>JU-LEVEL3=</a:t>
            </a:r>
            <a:r>
              <a:rPr lang="en-GB" dirty="0" err="1"/>
              <a:t>Opsomming</a:t>
            </a:r>
            <a:endParaRPr lang="en-GB" dirty="0"/>
          </a:p>
          <a:p>
            <a:pPr lvl="3"/>
            <a:r>
              <a:rPr lang="en-GB" dirty="0"/>
              <a:t>JU-LEVEL4=</a:t>
            </a:r>
            <a:r>
              <a:rPr lang="en-GB" dirty="0" err="1"/>
              <a:t>Zwevend</a:t>
            </a:r>
            <a:r>
              <a:rPr lang="en-GB" dirty="0"/>
              <a:t> 1e  </a:t>
            </a:r>
            <a:r>
              <a:rPr lang="en-GB" dirty="0" err="1"/>
              <a:t>niveau</a:t>
            </a:r>
            <a:endParaRPr lang="en-GB" dirty="0"/>
          </a:p>
        </p:txBody>
      </p:sp>
      <p:sp>
        <p:nvSpPr>
          <p:cNvPr id="2" name="***Titel 8"/>
          <p:cNvSpPr>
            <a:spLocks noGrp="1" noSelect="1"/>
          </p:cNvSpPr>
          <p:nvPr>
            <p:ph type="title" hasCustomPrompt="1"/>
          </p:nvPr>
        </p:nvSpPr>
        <p:spPr>
          <a:xfrm>
            <a:off x="876692" y="931413"/>
            <a:ext cx="10440000" cy="720000"/>
          </a:xfrm>
        </p:spPr>
        <p:txBody>
          <a:bodyPr/>
          <a:lstStyle>
            <a:lvl1pPr>
              <a:defRPr sz="4400" b="0" cap="none" spc="-210" baseline="0">
                <a:solidFill>
                  <a:schemeClr val="accent1"/>
                </a:solidFill>
              </a:defRPr>
            </a:lvl1pPr>
          </a:lstStyle>
          <a:p>
            <a:r>
              <a:rPr lang="en-GB"/>
              <a:t>[Highlights]</a:t>
            </a:r>
            <a:endParaRPr lang="en-GB" dirty="0"/>
          </a:p>
        </p:txBody>
      </p:sp>
      <p:sp>
        <p:nvSpPr>
          <p:cNvPr id="17" name="Kopregel 9 (JU-Free)"/>
          <p:cNvSpPr>
            <a:spLocks noGrp="1"/>
          </p:cNvSpPr>
          <p:nvPr>
            <p:ph type="body" sz="quarter" idx="1002" hasCustomPrompt="1"/>
          </p:nvPr>
        </p:nvSpPr>
        <p:spPr>
          <a:xfrm>
            <a:off x="854075" y="609569"/>
            <a:ext cx="10440000" cy="288000"/>
          </a:xfrm>
        </p:spPr>
        <p:txBody>
          <a:bodyPr/>
          <a:lstStyle>
            <a:lvl1pPr marL="0" indent="0">
              <a:spcBef>
                <a:spcPts val="0"/>
              </a:spcBef>
              <a:buNone/>
              <a:defRPr cap="all" baseline="0">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dirty="0"/>
              <a:t>[header line]</a:t>
            </a:r>
          </a:p>
          <a:p>
            <a:pPr lvl="0"/>
            <a:r>
              <a:rPr lang="en-GB" dirty="0"/>
              <a:t>JU-LEVEL1=</a:t>
            </a:r>
            <a:r>
              <a:rPr lang="en-GB" dirty="0" err="1"/>
              <a:t>Standaard</a:t>
            </a:r>
            <a:endParaRPr lang="en-GB" dirty="0"/>
          </a:p>
        </p:txBody>
      </p:sp>
    </p:spTree>
    <p:extLst>
      <p:ext uri="{BB962C8B-B14F-4D97-AF65-F5344CB8AC3E}">
        <p14:creationId xmlns:p14="http://schemas.microsoft.com/office/powerpoint/2010/main" val="533381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etween slide white">
    <p:bg>
      <p:bgPr>
        <a:solidFill>
          <a:srgbClr val="FFFFFF"/>
        </a:solidFill>
        <a:effectLst/>
      </p:bgPr>
    </p:bg>
    <p:spTree>
      <p:nvGrpSpPr>
        <p:cNvPr id="1" name=""/>
        <p:cNvGrpSpPr/>
        <p:nvPr/>
      </p:nvGrpSpPr>
      <p:grpSpPr>
        <a:xfrm>
          <a:off x="0" y="0"/>
          <a:ext cx="0" cy="0"/>
          <a:chOff x="0" y="0"/>
          <a:chExt cx="0" cy="0"/>
        </a:xfrm>
      </p:grpSpPr>
      <p:sp>
        <p:nvSpPr>
          <p:cNvPr id="4" name="Frame text 1 (JU-Free)">
            <a:extLst>
              <a:ext uri="{FF2B5EF4-FFF2-40B4-BE49-F238E27FC236}">
                <a16:creationId xmlns:a16="http://schemas.microsoft.com/office/drawing/2014/main" id="{47B08040-1AC6-4424-AC77-34664CAA4BE7}"/>
              </a:ext>
            </a:extLst>
          </p:cNvPr>
          <p:cNvSpPr>
            <a:spLocks noGrp="1"/>
          </p:cNvSpPr>
          <p:nvPr>
            <p:ph type="body" sz="quarter" idx="10" hasCustomPrompt="1"/>
          </p:nvPr>
        </p:nvSpPr>
        <p:spPr>
          <a:xfrm>
            <a:off x="864719" y="2808000"/>
            <a:ext cx="10440000" cy="2160000"/>
          </a:xfrm>
        </p:spPr>
        <p:txBody>
          <a:bodyPr/>
          <a:lstStyle>
            <a:lvl1pPr marL="0" indent="0" algn="ctr">
              <a:spcBef>
                <a:spcPts val="0"/>
              </a:spcBef>
              <a:buFontTx/>
              <a:buNone/>
              <a:defRPr sz="6800" cap="all" baseline="0">
                <a:solidFill>
                  <a:schemeClr val="accent1"/>
                </a:solidFill>
                <a:latin typeface="+mj-lt"/>
              </a:defRPr>
            </a:lvl1pPr>
            <a:lvl2pPr marL="0" indent="0" algn="ctr">
              <a:spcBef>
                <a:spcPts val="0"/>
              </a:spcBef>
              <a:buFontTx/>
              <a:buNone/>
              <a:defRPr sz="3600" i="0" cap="all" baseline="0">
                <a:solidFill>
                  <a:schemeClr val="accent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gn="ctr">
              <a:buFontTx/>
              <a:buNone/>
              <a:defRPr/>
            </a:lvl3pPr>
            <a:lvl4pPr algn="ctr">
              <a:spcBef>
                <a:spcPts val="0"/>
              </a:spcBef>
              <a:defRPr>
                <a:solidFill>
                  <a:schemeClr val="tx1"/>
                </a:solidFill>
                <a:latin typeface="+mn-lt"/>
              </a:defRPr>
            </a:lvl4pPr>
            <a:lvl5pPr algn="ctr">
              <a:defRPr/>
            </a:lvl5pPr>
            <a:lvl6pPr marL="0" algn="ctr">
              <a:defRPr/>
            </a:lvl6pPr>
            <a:lvl7pPr marL="0" algn="ctr">
              <a:defRPr/>
            </a:lvl7pPr>
            <a:lvl8pPr marL="0" algn="ctr">
              <a:defRPr/>
            </a:lvl8pPr>
            <a:lvl9pPr algn="ctr">
              <a:defRPr/>
            </a:lvl9pPr>
          </a:lstStyle>
          <a:p>
            <a:pPr lvl="0"/>
            <a:r>
              <a:rPr lang="en-GB" dirty="0"/>
              <a:t>[Title]</a:t>
            </a:r>
          </a:p>
          <a:p>
            <a:pPr lvl="0"/>
            <a:r>
              <a:rPr lang="en-GB" dirty="0"/>
              <a:t>JU-LEVEL1=</a:t>
            </a:r>
            <a:r>
              <a:rPr lang="en-GB" dirty="0" err="1"/>
              <a:t>Standaard</a:t>
            </a:r>
            <a:endParaRPr lang="en-GB" dirty="0"/>
          </a:p>
          <a:p>
            <a:pPr lvl="1"/>
            <a:r>
              <a:rPr lang="en-GB" dirty="0"/>
              <a:t>JU-LEVEL2=</a:t>
            </a:r>
            <a:r>
              <a:rPr lang="en-GB" dirty="0" err="1"/>
              <a:t>Titel</a:t>
            </a:r>
            <a:r>
              <a:rPr lang="en-GB" dirty="0"/>
              <a:t> light</a:t>
            </a:r>
          </a:p>
        </p:txBody>
      </p:sp>
    </p:spTree>
    <p:extLst>
      <p:ext uri="{BB962C8B-B14F-4D97-AF65-F5344CB8AC3E}">
        <p14:creationId xmlns:p14="http://schemas.microsoft.com/office/powerpoint/2010/main" val="1091783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etween slide Red Impact">
    <p:bg>
      <p:bgPr>
        <a:solidFill>
          <a:srgbClr val="E3000B"/>
        </a:solidFill>
        <a:effectLst/>
      </p:bgPr>
    </p:bg>
    <p:spTree>
      <p:nvGrpSpPr>
        <p:cNvPr id="1" name=""/>
        <p:cNvGrpSpPr/>
        <p:nvPr/>
      </p:nvGrpSpPr>
      <p:grpSpPr>
        <a:xfrm>
          <a:off x="0" y="0"/>
          <a:ext cx="0" cy="0"/>
          <a:chOff x="0" y="0"/>
          <a:chExt cx="0" cy="0"/>
        </a:xfrm>
      </p:grpSpPr>
      <p:sp>
        <p:nvSpPr>
          <p:cNvPr id="5" name="Frame text 1 (JU-Free)">
            <a:extLst>
              <a:ext uri="{FF2B5EF4-FFF2-40B4-BE49-F238E27FC236}">
                <a16:creationId xmlns:a16="http://schemas.microsoft.com/office/drawing/2014/main" id="{9003792C-E96E-4CD5-83F8-FBFE78F93C83}"/>
              </a:ext>
            </a:extLst>
          </p:cNvPr>
          <p:cNvSpPr>
            <a:spLocks noGrp="1"/>
          </p:cNvSpPr>
          <p:nvPr>
            <p:ph type="body" sz="quarter" idx="10" hasCustomPrompt="1"/>
          </p:nvPr>
        </p:nvSpPr>
        <p:spPr>
          <a:xfrm>
            <a:off x="864719" y="2808000"/>
            <a:ext cx="10440000" cy="2160000"/>
          </a:xfrm>
        </p:spPr>
        <p:txBody>
          <a:bodyPr/>
          <a:lstStyle>
            <a:lvl1pPr marL="0" indent="0" algn="ctr">
              <a:spcBef>
                <a:spcPts val="0"/>
              </a:spcBef>
              <a:buFontTx/>
              <a:buNone/>
              <a:defRPr sz="6800" cap="all" baseline="0">
                <a:solidFill>
                  <a:srgbClr val="8C201B"/>
                </a:solidFill>
                <a:latin typeface="+mj-lt"/>
              </a:defRPr>
            </a:lvl1pPr>
            <a:lvl2pPr marL="0" indent="0" algn="ctr">
              <a:spcBef>
                <a:spcPts val="0"/>
              </a:spcBef>
              <a:buFontTx/>
              <a:buNone/>
              <a:defRPr sz="3600" i="0" cap="all" baseline="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gn="ctr">
              <a:buFontTx/>
              <a:buNone/>
              <a:defRPr/>
            </a:lvl3pPr>
            <a:lvl4pPr algn="ctr">
              <a:spcBef>
                <a:spcPts val="0"/>
              </a:spcBef>
              <a:defRPr>
                <a:solidFill>
                  <a:schemeClr val="tx1"/>
                </a:solidFill>
                <a:latin typeface="+mn-lt"/>
              </a:defRPr>
            </a:lvl4pPr>
            <a:lvl5pPr algn="ctr">
              <a:defRPr/>
            </a:lvl5pPr>
            <a:lvl6pPr marL="0" algn="ctr">
              <a:defRPr/>
            </a:lvl6pPr>
            <a:lvl7pPr marL="0" algn="ctr">
              <a:defRPr/>
            </a:lvl7pPr>
            <a:lvl8pPr marL="0" algn="ctr">
              <a:defRPr/>
            </a:lvl8pPr>
            <a:lvl9pPr algn="ctr">
              <a:defRPr/>
            </a:lvl9pPr>
          </a:lstStyle>
          <a:p>
            <a:pPr lvl="0"/>
            <a:r>
              <a:rPr lang="en-GB" dirty="0"/>
              <a:t>[Title]</a:t>
            </a:r>
          </a:p>
          <a:p>
            <a:pPr lvl="0"/>
            <a:r>
              <a:rPr lang="en-GB" dirty="0"/>
              <a:t>JU-LEVEL1=</a:t>
            </a:r>
            <a:r>
              <a:rPr lang="en-GB" dirty="0" err="1"/>
              <a:t>Standaard</a:t>
            </a:r>
            <a:endParaRPr lang="en-GB" dirty="0"/>
          </a:p>
          <a:p>
            <a:pPr lvl="1"/>
            <a:r>
              <a:rPr lang="en-GB" dirty="0"/>
              <a:t>JU-LEVEL2=</a:t>
            </a:r>
            <a:r>
              <a:rPr lang="en-GB" dirty="0" err="1"/>
              <a:t>Titel</a:t>
            </a:r>
            <a:r>
              <a:rPr lang="en-GB" dirty="0"/>
              <a:t> light</a:t>
            </a:r>
          </a:p>
        </p:txBody>
      </p:sp>
      <p:sp>
        <p:nvSpPr>
          <p:cNvPr id="6" name="Frame 2"/>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9" name="Frame 3"/>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215073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etween slide Lady bug">
    <p:bg>
      <p:bgPr>
        <a:solidFill>
          <a:srgbClr val="8C201B"/>
        </a:solidFill>
        <a:effectLst/>
      </p:bgPr>
    </p:bg>
    <p:spTree>
      <p:nvGrpSpPr>
        <p:cNvPr id="1" name=""/>
        <p:cNvGrpSpPr/>
        <p:nvPr/>
      </p:nvGrpSpPr>
      <p:grpSpPr>
        <a:xfrm>
          <a:off x="0" y="0"/>
          <a:ext cx="0" cy="0"/>
          <a:chOff x="0" y="0"/>
          <a:chExt cx="0" cy="0"/>
        </a:xfrm>
      </p:grpSpPr>
      <p:sp>
        <p:nvSpPr>
          <p:cNvPr id="5" name="Frame text 1 (JU-Free)">
            <a:extLst>
              <a:ext uri="{FF2B5EF4-FFF2-40B4-BE49-F238E27FC236}">
                <a16:creationId xmlns:a16="http://schemas.microsoft.com/office/drawing/2014/main" id="{7309AEE2-23F3-4485-AB59-68003885CF23}"/>
              </a:ext>
            </a:extLst>
          </p:cNvPr>
          <p:cNvSpPr>
            <a:spLocks noGrp="1"/>
          </p:cNvSpPr>
          <p:nvPr>
            <p:ph type="body" sz="quarter" idx="10" hasCustomPrompt="1"/>
          </p:nvPr>
        </p:nvSpPr>
        <p:spPr>
          <a:xfrm>
            <a:off x="864719" y="2808000"/>
            <a:ext cx="10440000" cy="2160000"/>
          </a:xfrm>
        </p:spPr>
        <p:txBody>
          <a:bodyPr/>
          <a:lstStyle>
            <a:lvl1pPr marL="0" indent="0" algn="ctr">
              <a:spcBef>
                <a:spcPts val="0"/>
              </a:spcBef>
              <a:buFontTx/>
              <a:buNone/>
              <a:defRPr sz="6800" cap="all" baseline="0">
                <a:solidFill>
                  <a:schemeClr val="accent1"/>
                </a:solidFill>
                <a:latin typeface="+mj-lt"/>
              </a:defRPr>
            </a:lvl1pPr>
            <a:lvl2pPr marL="0" indent="0" algn="ctr">
              <a:spcBef>
                <a:spcPts val="0"/>
              </a:spcBef>
              <a:buFontTx/>
              <a:buNone/>
              <a:defRPr sz="3600" i="0" cap="all" baseline="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gn="ctr">
              <a:buFontTx/>
              <a:buNone/>
              <a:defRPr/>
            </a:lvl3pPr>
            <a:lvl4pPr algn="ctr">
              <a:spcBef>
                <a:spcPts val="0"/>
              </a:spcBef>
              <a:defRPr>
                <a:solidFill>
                  <a:schemeClr val="tx1"/>
                </a:solidFill>
                <a:latin typeface="+mn-lt"/>
              </a:defRPr>
            </a:lvl4pPr>
            <a:lvl5pPr algn="ctr">
              <a:defRPr/>
            </a:lvl5pPr>
            <a:lvl6pPr marL="0" algn="ctr">
              <a:defRPr/>
            </a:lvl6pPr>
            <a:lvl7pPr marL="0" algn="ctr">
              <a:defRPr/>
            </a:lvl7pPr>
            <a:lvl8pPr marL="0" algn="ctr">
              <a:defRPr/>
            </a:lvl8pPr>
            <a:lvl9pPr algn="ctr">
              <a:defRPr/>
            </a:lvl9pPr>
          </a:lstStyle>
          <a:p>
            <a:pPr lvl="0"/>
            <a:r>
              <a:rPr lang="en-GB" dirty="0"/>
              <a:t>[Title]</a:t>
            </a:r>
          </a:p>
          <a:p>
            <a:pPr lvl="0"/>
            <a:r>
              <a:rPr lang="en-GB" dirty="0"/>
              <a:t>JU-LEVEL1=</a:t>
            </a:r>
            <a:r>
              <a:rPr lang="en-GB" dirty="0" err="1"/>
              <a:t>Standaard</a:t>
            </a:r>
            <a:endParaRPr lang="en-GB" dirty="0"/>
          </a:p>
          <a:p>
            <a:pPr lvl="1"/>
            <a:r>
              <a:rPr lang="en-GB" dirty="0"/>
              <a:t>JU-LEVEL2=</a:t>
            </a:r>
            <a:r>
              <a:rPr lang="en-GB" dirty="0" err="1"/>
              <a:t>Titel</a:t>
            </a:r>
            <a:r>
              <a:rPr lang="en-GB" dirty="0"/>
              <a:t> light</a:t>
            </a:r>
          </a:p>
        </p:txBody>
      </p:sp>
      <p:sp>
        <p:nvSpPr>
          <p:cNvPr id="8" name="Frame 2"/>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9" name="Frame 3"/>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3248111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etween slide Maroon">
    <p:bg>
      <p:bgPr>
        <a:solidFill>
          <a:srgbClr val="730E04"/>
        </a:solidFill>
        <a:effectLst/>
      </p:bgPr>
    </p:bg>
    <p:spTree>
      <p:nvGrpSpPr>
        <p:cNvPr id="1" name=""/>
        <p:cNvGrpSpPr/>
        <p:nvPr/>
      </p:nvGrpSpPr>
      <p:grpSpPr>
        <a:xfrm>
          <a:off x="0" y="0"/>
          <a:ext cx="0" cy="0"/>
          <a:chOff x="0" y="0"/>
          <a:chExt cx="0" cy="0"/>
        </a:xfrm>
      </p:grpSpPr>
      <p:sp>
        <p:nvSpPr>
          <p:cNvPr id="5" name="Frame text 1 (JU-Free)">
            <a:extLst>
              <a:ext uri="{FF2B5EF4-FFF2-40B4-BE49-F238E27FC236}">
                <a16:creationId xmlns:a16="http://schemas.microsoft.com/office/drawing/2014/main" id="{FE10598B-5335-4C41-B925-F9DA24742C91}"/>
              </a:ext>
            </a:extLst>
          </p:cNvPr>
          <p:cNvSpPr>
            <a:spLocks noGrp="1"/>
          </p:cNvSpPr>
          <p:nvPr>
            <p:ph type="body" sz="quarter" idx="10" hasCustomPrompt="1"/>
          </p:nvPr>
        </p:nvSpPr>
        <p:spPr>
          <a:xfrm>
            <a:off x="864719" y="2808000"/>
            <a:ext cx="10440000" cy="2160000"/>
          </a:xfrm>
        </p:spPr>
        <p:txBody>
          <a:bodyPr/>
          <a:lstStyle>
            <a:lvl1pPr marL="0" indent="0" algn="ctr">
              <a:spcBef>
                <a:spcPts val="0"/>
              </a:spcBef>
              <a:buFontTx/>
              <a:buNone/>
              <a:defRPr sz="6800" cap="all" baseline="0">
                <a:solidFill>
                  <a:srgbClr val="EE1C25"/>
                </a:solidFill>
                <a:latin typeface="+mj-lt"/>
              </a:defRPr>
            </a:lvl1pPr>
            <a:lvl2pPr marL="0" indent="0" algn="ctr">
              <a:spcBef>
                <a:spcPts val="0"/>
              </a:spcBef>
              <a:buFontTx/>
              <a:buNone/>
              <a:defRPr sz="3600" i="0" cap="all" baseline="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gn="ctr">
              <a:buFontTx/>
              <a:buNone/>
              <a:defRPr/>
            </a:lvl3pPr>
            <a:lvl4pPr algn="ctr">
              <a:spcBef>
                <a:spcPts val="0"/>
              </a:spcBef>
              <a:defRPr>
                <a:solidFill>
                  <a:schemeClr val="tx1"/>
                </a:solidFill>
                <a:latin typeface="+mn-lt"/>
              </a:defRPr>
            </a:lvl4pPr>
            <a:lvl5pPr algn="ctr">
              <a:defRPr/>
            </a:lvl5pPr>
            <a:lvl6pPr marL="0" algn="ctr">
              <a:defRPr/>
            </a:lvl6pPr>
            <a:lvl7pPr marL="0" algn="ctr">
              <a:defRPr/>
            </a:lvl7pPr>
            <a:lvl8pPr marL="0" algn="ctr">
              <a:defRPr/>
            </a:lvl8pPr>
            <a:lvl9pPr algn="ctr">
              <a:defRPr/>
            </a:lvl9pPr>
          </a:lstStyle>
          <a:p>
            <a:pPr lvl="0"/>
            <a:r>
              <a:rPr lang="en-GB" dirty="0"/>
              <a:t>[Title]</a:t>
            </a:r>
          </a:p>
          <a:p>
            <a:pPr lvl="0"/>
            <a:r>
              <a:rPr lang="en-GB" dirty="0"/>
              <a:t>JU-LEVEL1=</a:t>
            </a:r>
            <a:r>
              <a:rPr lang="en-GB" dirty="0" err="1"/>
              <a:t>Standaard</a:t>
            </a:r>
            <a:endParaRPr lang="en-GB" dirty="0"/>
          </a:p>
          <a:p>
            <a:pPr lvl="1"/>
            <a:r>
              <a:rPr lang="en-GB" dirty="0"/>
              <a:t>JU-LEVEL2=</a:t>
            </a:r>
            <a:r>
              <a:rPr lang="en-GB" dirty="0" err="1"/>
              <a:t>Titel</a:t>
            </a:r>
            <a:r>
              <a:rPr lang="en-GB" dirty="0"/>
              <a:t> light</a:t>
            </a:r>
          </a:p>
        </p:txBody>
      </p:sp>
      <p:sp>
        <p:nvSpPr>
          <p:cNvPr id="8" name="Frame 2"/>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9" name="Frame 3"/>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3467888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2-column layout">
    <p:bg>
      <p:bgPr>
        <a:solidFill>
          <a:srgbClr val="F2F2F2"/>
        </a:solidFill>
        <a:effectLst/>
      </p:bgPr>
    </p:bg>
    <p:spTree>
      <p:nvGrpSpPr>
        <p:cNvPr id="1" name=""/>
        <p:cNvGrpSpPr/>
        <p:nvPr/>
      </p:nvGrpSpPr>
      <p:grpSpPr>
        <a:xfrm>
          <a:off x="0" y="0"/>
          <a:ext cx="0" cy="0"/>
          <a:chOff x="0" y="0"/>
          <a:chExt cx="0" cy="0"/>
        </a:xfrm>
      </p:grpSpPr>
      <p:sp>
        <p:nvSpPr>
          <p:cNvPr id="11" name="Achtergrondvlak 1"/>
          <p:cNvSpPr>
            <a:spLocks noSelect="1"/>
          </p:cNvSpPr>
          <p:nvPr userDrawn="1"/>
        </p:nvSpPr>
        <p:spPr>
          <a:xfrm>
            <a:off x="864000" y="1484784"/>
            <a:ext cx="10440000" cy="4716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Date Placeholder 2"/>
          <p:cNvSpPr>
            <a:spLocks noGrp="1" noSelect="1"/>
          </p:cNvSpPr>
          <p:nvPr>
            <p:ph type="dt" sz="half" idx="10"/>
          </p:nvPr>
        </p:nvSpPr>
        <p:spPr/>
        <p:txBody>
          <a:bodyPr/>
          <a:lstStyle/>
          <a:p>
            <a:fld id="{606868FA-78F9-E54C-84D9-160A1EA56835}" type="datetime4">
              <a:rPr lang="en-US" noProof="1" smtClean="0"/>
              <a:t>March 24, 2026</a:t>
            </a:fld>
            <a:endParaRPr lang="en-GB" noProof="1"/>
          </a:p>
        </p:txBody>
      </p:sp>
      <p:sp>
        <p:nvSpPr>
          <p:cNvPr id="8" name="Footer Placeholder 3"/>
          <p:cNvSpPr>
            <a:spLocks noGrp="1" noSelect="1"/>
          </p:cNvSpPr>
          <p:nvPr>
            <p:ph type="ftr" sz="quarter" idx="11"/>
          </p:nvPr>
        </p:nvSpPr>
        <p:spPr/>
        <p:txBody>
          <a:bodyPr/>
          <a:lstStyle/>
          <a:p>
            <a:r>
              <a:rPr lang="en-GB" noProof="1"/>
              <a:t>[Voettekst]</a:t>
            </a:r>
          </a:p>
        </p:txBody>
      </p:sp>
      <p:sp>
        <p:nvSpPr>
          <p:cNvPr id="9" name="Slide Number Placeholder 4"/>
          <p:cNvSpPr>
            <a:spLocks noGrp="1" noSelect="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2" name="Title 5"/>
          <p:cNvSpPr>
            <a:spLocks noGrp="1" noSelect="1"/>
          </p:cNvSpPr>
          <p:nvPr>
            <p:ph type="title" hasCustomPrompt="1"/>
          </p:nvPr>
        </p:nvSpPr>
        <p:spPr bwMode="gray">
          <a:xfrm>
            <a:off x="864000" y="895740"/>
            <a:ext cx="10440000" cy="288000"/>
          </a:xfrm>
        </p:spPr>
        <p:txBody>
          <a:bodyPr/>
          <a:lstStyle>
            <a:lvl1pPr>
              <a:defRPr sz="2000"/>
            </a:lvl1pPr>
          </a:lstStyle>
          <a:p>
            <a:r>
              <a:rPr lang="en-GB" noProof="1"/>
              <a:t>[Titel]</a:t>
            </a:r>
          </a:p>
        </p:txBody>
      </p:sp>
      <p:sp>
        <p:nvSpPr>
          <p:cNvPr id="10" name="Kopregel 6 (JU-Free)"/>
          <p:cNvSpPr>
            <a:spLocks noGrp="1"/>
          </p:cNvSpPr>
          <p:nvPr>
            <p:ph type="body" sz="quarter" idx="1002" hasCustomPrompt="1"/>
          </p:nvPr>
        </p:nvSpPr>
        <p:spPr>
          <a:xfrm>
            <a:off x="864000" y="680400"/>
            <a:ext cx="10440000" cy="216000"/>
          </a:xfrm>
        </p:spPr>
        <p:txBody>
          <a:bodyPr/>
          <a:lstStyle>
            <a:lvl1pPr marL="0" indent="0">
              <a:spcBef>
                <a:spcPts val="0"/>
              </a:spcBef>
              <a:buNone/>
              <a:defRPr cap="all" baseline="0">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dirty="0"/>
              <a:t>[header line]</a:t>
            </a:r>
          </a:p>
          <a:p>
            <a:pPr lvl="0"/>
            <a:r>
              <a:rPr lang="en-GB" dirty="0"/>
              <a:t>JU-LEVEL1=</a:t>
            </a:r>
            <a:r>
              <a:rPr lang="en-GB" dirty="0" err="1"/>
              <a:t>Standaard</a:t>
            </a:r>
            <a:endParaRPr lang="en-GB" dirty="0"/>
          </a:p>
        </p:txBody>
      </p:sp>
      <p:sp>
        <p:nvSpPr>
          <p:cNvPr id="5" name="Frame text 7 (JU-Free)"/>
          <p:cNvSpPr>
            <a:spLocks noGrp="1"/>
          </p:cNvSpPr>
          <p:nvPr>
            <p:ph type="body" sz="quarter" idx="1003" hasCustomPrompt="1"/>
          </p:nvPr>
        </p:nvSpPr>
        <p:spPr>
          <a:xfrm>
            <a:off x="1065213" y="2134800"/>
            <a:ext cx="10062000" cy="3636000"/>
          </a:xfrm>
        </p:spPr>
        <p:txBody>
          <a:bodyPr numCol="2" spcCol="1080000"/>
          <a:lstStyle>
            <a:lvl1pPr>
              <a:defRPr/>
            </a:lvl1pPr>
            <a:lvl4pPr>
              <a:defRPr/>
            </a:lvl4pPr>
            <a:lvl5pPr>
              <a:defRPr/>
            </a:lvl5pPr>
            <a:lvl6pPr>
              <a:defRPr baseline="0"/>
            </a:lvl6pPr>
            <a:lvl7pPr>
              <a:defRPr/>
            </a:lvl7pPr>
          </a:lstStyle>
          <a:p>
            <a:pPr lvl="0"/>
            <a:r>
              <a:rPr lang="en-GB"/>
              <a:t>[Tekst 2-kolomsindeling]</a:t>
            </a:r>
          </a:p>
          <a:p>
            <a:pPr lvl="0"/>
            <a:r>
              <a:rPr lang="en-GB"/>
              <a:t>JU-LEVEL1=Standaard</a:t>
            </a:r>
          </a:p>
          <a:p>
            <a:pPr lvl="1"/>
            <a:r>
              <a:rPr lang="en-GB"/>
              <a:t>JU-LEVEL2=</a:t>
            </a:r>
            <a:r>
              <a:rPr lang="en-GB" noProof="1"/>
              <a:t> Opsomming 2e niveau</a:t>
            </a:r>
            <a:endParaRPr lang="en-GB"/>
          </a:p>
          <a:p>
            <a:pPr lvl="2"/>
            <a:r>
              <a:rPr lang="en-GB"/>
              <a:t>JU-LEVEL3=</a:t>
            </a:r>
            <a:r>
              <a:rPr lang="en-GB" noProof="1"/>
              <a:t> Opsomming nummer 1e niveau</a:t>
            </a:r>
            <a:endParaRPr lang="en-GB"/>
          </a:p>
          <a:p>
            <a:pPr lvl="3"/>
            <a:r>
              <a:rPr lang="en-GB"/>
              <a:t>JU-LEVEL4=Kop</a:t>
            </a:r>
          </a:p>
          <a:p>
            <a:pPr lvl="4"/>
            <a:r>
              <a:rPr lang="en-GB"/>
              <a:t>JU-LEVEL5=Basistekst</a:t>
            </a:r>
          </a:p>
          <a:p>
            <a:pPr lvl="5"/>
            <a:r>
              <a:rPr lang="en-GB"/>
              <a:t>JU-LEVEL6=Zwevend 1e niveau</a:t>
            </a:r>
          </a:p>
          <a:p>
            <a:pPr lvl="6"/>
            <a:r>
              <a:rPr lang="en-GB"/>
              <a:t>JU-LEVEL7=Zwevend 2e niveau</a:t>
            </a:r>
            <a:endParaRPr lang="en-GB" dirty="0"/>
          </a:p>
        </p:txBody>
      </p:sp>
    </p:spTree>
    <p:extLst>
      <p:ext uri="{BB962C8B-B14F-4D97-AF65-F5344CB8AC3E}">
        <p14:creationId xmlns:p14="http://schemas.microsoft.com/office/powerpoint/2010/main" val="3036844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andard">
    <p:bg>
      <p:bgPr>
        <a:solidFill>
          <a:srgbClr val="F2F2F2"/>
        </a:solidFill>
        <a:effectLst/>
      </p:bgPr>
    </p:bg>
    <p:spTree>
      <p:nvGrpSpPr>
        <p:cNvPr id="1" name=""/>
        <p:cNvGrpSpPr/>
        <p:nvPr/>
      </p:nvGrpSpPr>
      <p:grpSpPr>
        <a:xfrm>
          <a:off x="0" y="0"/>
          <a:ext cx="0" cy="0"/>
          <a:chOff x="0" y="0"/>
          <a:chExt cx="0" cy="0"/>
        </a:xfrm>
      </p:grpSpPr>
      <p:sp>
        <p:nvSpPr>
          <p:cNvPr id="11" name="Achtergrondvlak 1"/>
          <p:cNvSpPr>
            <a:spLocks noSelect="1"/>
          </p:cNvSpPr>
          <p:nvPr userDrawn="1"/>
        </p:nvSpPr>
        <p:spPr>
          <a:xfrm>
            <a:off x="864000" y="1484784"/>
            <a:ext cx="10440000" cy="4716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Frame content 2 (JU-Free)"/>
          <p:cNvSpPr>
            <a:spLocks noGrp="1"/>
          </p:cNvSpPr>
          <p:nvPr>
            <p:ph idx="1" hasCustomPrompt="1"/>
          </p:nvPr>
        </p:nvSpPr>
        <p:spPr bwMode="gray">
          <a:xfrm>
            <a:off x="1066027" y="1773930"/>
            <a:ext cx="10062000" cy="4212000"/>
          </a:xfrm>
        </p:spPr>
        <p:txBody>
          <a:bodyPr/>
          <a:lstStyle>
            <a:lvl1pPr>
              <a:defRPr baseline="0"/>
            </a:lvl1pPr>
          </a:lstStyle>
          <a:p>
            <a:pPr lvl="0"/>
            <a:r>
              <a:rPr lang="en-GB" dirty="0"/>
              <a:t>[</a:t>
            </a:r>
            <a:r>
              <a:rPr lang="en-GB" dirty="0" err="1"/>
              <a:t>Tekst</a:t>
            </a:r>
            <a:r>
              <a:rPr lang="en-GB" dirty="0"/>
              <a:t> 2-kolomsindeling]</a:t>
            </a:r>
          </a:p>
          <a:p>
            <a:pPr lvl="0"/>
            <a:r>
              <a:rPr lang="en-GB" dirty="0"/>
              <a:t>JU-LEVEL1=</a:t>
            </a:r>
            <a:r>
              <a:rPr lang="en-GB" dirty="0" err="1"/>
              <a:t>Standaard</a:t>
            </a:r>
            <a:endParaRPr lang="en-GB" dirty="0"/>
          </a:p>
          <a:p>
            <a:pPr lvl="1"/>
            <a:r>
              <a:rPr lang="en-GB" dirty="0"/>
              <a:t>JU-LEVEL2=</a:t>
            </a:r>
            <a:r>
              <a:rPr lang="en-GB" noProof="1"/>
              <a:t> Opsomming 2e niveau</a:t>
            </a:r>
            <a:endParaRPr lang="en-GB" dirty="0"/>
          </a:p>
          <a:p>
            <a:pPr lvl="2"/>
            <a:r>
              <a:rPr lang="en-GB" dirty="0"/>
              <a:t>JU-LEVEL3=</a:t>
            </a:r>
            <a:r>
              <a:rPr lang="en-GB" noProof="1"/>
              <a:t> Opsomming nummer 1e niveau</a:t>
            </a:r>
            <a:endParaRPr lang="en-GB" dirty="0"/>
          </a:p>
          <a:p>
            <a:pPr lvl="3"/>
            <a:r>
              <a:rPr lang="en-GB" dirty="0"/>
              <a:t>JU-LEVEL4=Kop</a:t>
            </a:r>
          </a:p>
          <a:p>
            <a:pPr lvl="4"/>
            <a:r>
              <a:rPr lang="en-GB" dirty="0"/>
              <a:t>JU-LEVEL5=</a:t>
            </a:r>
            <a:r>
              <a:rPr lang="en-GB" dirty="0" err="1"/>
              <a:t>Basistekst</a:t>
            </a:r>
            <a:endParaRPr lang="en-GB" dirty="0"/>
          </a:p>
          <a:p>
            <a:pPr lvl="5"/>
            <a:r>
              <a:rPr lang="en-GB" dirty="0"/>
              <a:t>JU-LEVEL6=</a:t>
            </a:r>
            <a:r>
              <a:rPr lang="en-GB" dirty="0" err="1"/>
              <a:t>Zwevend</a:t>
            </a:r>
            <a:r>
              <a:rPr lang="en-GB" dirty="0"/>
              <a:t> 1e </a:t>
            </a:r>
            <a:r>
              <a:rPr lang="en-GB" dirty="0" err="1"/>
              <a:t>niveau</a:t>
            </a:r>
            <a:endParaRPr lang="en-GB" dirty="0"/>
          </a:p>
          <a:p>
            <a:pPr lvl="6"/>
            <a:r>
              <a:rPr lang="en-GB" dirty="0"/>
              <a:t>JU-LEVEL7=</a:t>
            </a:r>
            <a:r>
              <a:rPr lang="en-GB" dirty="0" err="1"/>
              <a:t>Zwevend</a:t>
            </a:r>
            <a:r>
              <a:rPr lang="en-GB" dirty="0"/>
              <a:t> 2e </a:t>
            </a:r>
            <a:r>
              <a:rPr lang="en-GB" dirty="0" err="1"/>
              <a:t>niveau</a:t>
            </a:r>
            <a:endParaRPr lang="en-GB" dirty="0"/>
          </a:p>
          <a:p>
            <a:pPr lvl="0"/>
            <a:endParaRPr lang="en-GB" noProof="1"/>
          </a:p>
        </p:txBody>
      </p:sp>
      <p:sp>
        <p:nvSpPr>
          <p:cNvPr id="2" name="Title 6"/>
          <p:cNvSpPr>
            <a:spLocks noGrp="1" noSelect="1"/>
          </p:cNvSpPr>
          <p:nvPr>
            <p:ph type="title" hasCustomPrompt="1"/>
          </p:nvPr>
        </p:nvSpPr>
        <p:spPr bwMode="gray">
          <a:xfrm>
            <a:off x="864000" y="895740"/>
            <a:ext cx="10440000" cy="288000"/>
          </a:xfrm>
        </p:spPr>
        <p:txBody>
          <a:bodyPr/>
          <a:lstStyle>
            <a:lvl1pPr>
              <a:defRPr sz="2000"/>
            </a:lvl1pPr>
          </a:lstStyle>
          <a:p>
            <a:r>
              <a:rPr lang="en-GB" noProof="1"/>
              <a:t>[Titel]</a:t>
            </a:r>
          </a:p>
        </p:txBody>
      </p:sp>
      <p:sp>
        <p:nvSpPr>
          <p:cNvPr id="10" name="Kopregel 7 (JU-Free)"/>
          <p:cNvSpPr>
            <a:spLocks noGrp="1"/>
          </p:cNvSpPr>
          <p:nvPr>
            <p:ph type="body" sz="quarter" idx="1002" hasCustomPrompt="1"/>
          </p:nvPr>
        </p:nvSpPr>
        <p:spPr>
          <a:xfrm>
            <a:off x="864000" y="670673"/>
            <a:ext cx="10463213" cy="216000"/>
          </a:xfrm>
        </p:spPr>
        <p:txBody>
          <a:bodyPr/>
          <a:lstStyle>
            <a:lvl1pPr marL="0" indent="0">
              <a:spcBef>
                <a:spcPts val="0"/>
              </a:spcBef>
              <a:buNone/>
              <a:defRPr cap="all" baseline="0">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dirty="0"/>
              <a:t>[header line]</a:t>
            </a:r>
          </a:p>
          <a:p>
            <a:pPr lvl="0"/>
            <a:r>
              <a:rPr lang="en-GB" dirty="0"/>
              <a:t>1=</a:t>
            </a:r>
            <a:r>
              <a:rPr lang="en-GB" dirty="0" err="1"/>
              <a:t>Standaard</a:t>
            </a:r>
            <a:endParaRPr lang="en-GB" dirty="0"/>
          </a:p>
        </p:txBody>
      </p:sp>
    </p:spTree>
    <p:extLst>
      <p:ext uri="{BB962C8B-B14F-4D97-AF65-F5344CB8AC3E}">
        <p14:creationId xmlns:p14="http://schemas.microsoft.com/office/powerpoint/2010/main" val="2602641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frame">
    <p:bg>
      <p:bgPr>
        <a:solidFill>
          <a:srgbClr val="F2F2F2"/>
        </a:solidFill>
        <a:effectLst/>
      </p:bgPr>
    </p:bg>
    <p:spTree>
      <p:nvGrpSpPr>
        <p:cNvPr id="1" name=""/>
        <p:cNvGrpSpPr/>
        <p:nvPr/>
      </p:nvGrpSpPr>
      <p:grpSpPr>
        <a:xfrm>
          <a:off x="0" y="0"/>
          <a:ext cx="0" cy="0"/>
          <a:chOff x="0" y="0"/>
          <a:chExt cx="0" cy="0"/>
        </a:xfrm>
      </p:grpSpPr>
      <p:sp>
        <p:nvSpPr>
          <p:cNvPr id="11" name="Achtergrondvlak 1"/>
          <p:cNvSpPr>
            <a:spLocks noSelect="1"/>
          </p:cNvSpPr>
          <p:nvPr userDrawn="1"/>
        </p:nvSpPr>
        <p:spPr>
          <a:xfrm>
            <a:off x="864000" y="1484784"/>
            <a:ext cx="10440000" cy="4716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Date Placeholder 2"/>
          <p:cNvSpPr>
            <a:spLocks noGrp="1" noSelect="1"/>
          </p:cNvSpPr>
          <p:nvPr>
            <p:ph type="dt" sz="half" idx="10"/>
          </p:nvPr>
        </p:nvSpPr>
        <p:spPr/>
        <p:txBody>
          <a:bodyPr/>
          <a:lstStyle/>
          <a:p>
            <a:fld id="{AAF6CE56-0B0D-6E44-8EA7-F052752F001F}" type="datetime4">
              <a:rPr lang="en-US" noProof="1" smtClean="0"/>
              <a:t>March 24, 2026</a:t>
            </a:fld>
            <a:endParaRPr lang="en-GB" noProof="1"/>
          </a:p>
        </p:txBody>
      </p:sp>
      <p:sp>
        <p:nvSpPr>
          <p:cNvPr id="8" name="Footer Placeholder 3"/>
          <p:cNvSpPr>
            <a:spLocks noGrp="1" noSelect="1"/>
          </p:cNvSpPr>
          <p:nvPr>
            <p:ph type="ftr" sz="quarter" idx="11"/>
          </p:nvPr>
        </p:nvSpPr>
        <p:spPr/>
        <p:txBody>
          <a:bodyPr/>
          <a:lstStyle/>
          <a:p>
            <a:r>
              <a:rPr lang="en-GB" noProof="1"/>
              <a:t>[Voettekst]</a:t>
            </a:r>
          </a:p>
        </p:txBody>
      </p:sp>
      <p:sp>
        <p:nvSpPr>
          <p:cNvPr id="9" name="Slide Number Placeholder 4"/>
          <p:cNvSpPr>
            <a:spLocks noGrp="1" noSelect="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13" name="Frame content 5"/>
          <p:cNvSpPr>
            <a:spLocks noGrp="1" noSelect="1"/>
          </p:cNvSpPr>
          <p:nvPr>
            <p:ph idx="1004" hasCustomPrompt="1"/>
          </p:nvPr>
        </p:nvSpPr>
        <p:spPr bwMode="gray">
          <a:xfrm>
            <a:off x="6638827" y="1773930"/>
            <a:ext cx="4489200" cy="4212000"/>
          </a:xfrm>
        </p:spPr>
        <p:txBody>
          <a:bodyPr/>
          <a:lstStyle>
            <a:lvl1pPr>
              <a:defRPr baseline="0"/>
            </a:lvl1pPr>
          </a:lstStyle>
          <a:p>
            <a:pPr lvl="0"/>
            <a:r>
              <a:rPr lang="en-GB"/>
              <a:t>[Tekst 2-kolomsindeling]</a:t>
            </a:r>
            <a:endParaRPr lang="en-GB" dirty="0"/>
          </a:p>
        </p:txBody>
      </p:sp>
      <p:sp>
        <p:nvSpPr>
          <p:cNvPr id="12" name="Frame content 6 (JU-Free)"/>
          <p:cNvSpPr>
            <a:spLocks noGrp="1"/>
          </p:cNvSpPr>
          <p:nvPr>
            <p:ph idx="1003" hasCustomPrompt="1"/>
          </p:nvPr>
        </p:nvSpPr>
        <p:spPr bwMode="gray">
          <a:xfrm>
            <a:off x="1066027" y="1773930"/>
            <a:ext cx="4489200" cy="4212000"/>
          </a:xfrm>
        </p:spPr>
        <p:txBody>
          <a:bodyPr/>
          <a:lstStyle>
            <a:lvl1pPr>
              <a:defRPr baseline="0"/>
            </a:lvl1pPr>
          </a:lstStyle>
          <a:p>
            <a:pPr lvl="0"/>
            <a:r>
              <a:rPr lang="en-GB"/>
              <a:t>[Tekst 2-kolomsindeling]</a:t>
            </a:r>
          </a:p>
          <a:p>
            <a:pPr lvl="0"/>
            <a:r>
              <a:rPr lang="en-GB"/>
              <a:t>JU-LEVEL1=Standaard</a:t>
            </a:r>
          </a:p>
          <a:p>
            <a:pPr lvl="1"/>
            <a:r>
              <a:rPr lang="en-GB"/>
              <a:t>JU-LEVEL2=</a:t>
            </a:r>
            <a:r>
              <a:rPr lang="en-GB" noProof="1"/>
              <a:t> Opsomming 2e niveau</a:t>
            </a:r>
            <a:endParaRPr lang="en-GB"/>
          </a:p>
          <a:p>
            <a:pPr lvl="2"/>
            <a:r>
              <a:rPr lang="en-GB"/>
              <a:t>JU-LEVEL3=</a:t>
            </a:r>
            <a:r>
              <a:rPr lang="en-GB" noProof="1"/>
              <a:t> Opsomming nummer 1e niveau</a:t>
            </a:r>
            <a:endParaRPr lang="en-GB"/>
          </a:p>
          <a:p>
            <a:pPr lvl="3"/>
            <a:r>
              <a:rPr lang="en-GB"/>
              <a:t>JU-LEVEL4=Kop</a:t>
            </a:r>
          </a:p>
          <a:p>
            <a:pPr lvl="4"/>
            <a:r>
              <a:rPr lang="en-GB"/>
              <a:t>JU-LEVEL5=Basistekst</a:t>
            </a:r>
          </a:p>
          <a:p>
            <a:pPr lvl="5"/>
            <a:r>
              <a:rPr lang="en-GB"/>
              <a:t>JU-LEVEL6=Zwevend 1e niveau</a:t>
            </a:r>
          </a:p>
          <a:p>
            <a:pPr lvl="6"/>
            <a:r>
              <a:rPr lang="en-GB"/>
              <a:t>JU-LEVEL7=Zwevend 2e niveau</a:t>
            </a:r>
          </a:p>
          <a:p>
            <a:pPr lvl="0"/>
            <a:endParaRPr lang="en-GB" noProof="1"/>
          </a:p>
        </p:txBody>
      </p:sp>
      <p:sp>
        <p:nvSpPr>
          <p:cNvPr id="2" name="Title 7"/>
          <p:cNvSpPr>
            <a:spLocks noGrp="1" noSelect="1"/>
          </p:cNvSpPr>
          <p:nvPr>
            <p:ph type="title" hasCustomPrompt="1"/>
          </p:nvPr>
        </p:nvSpPr>
        <p:spPr bwMode="gray">
          <a:xfrm>
            <a:off x="864000" y="895740"/>
            <a:ext cx="10440000" cy="288000"/>
          </a:xfrm>
        </p:spPr>
        <p:txBody>
          <a:bodyPr/>
          <a:lstStyle>
            <a:lvl1pPr>
              <a:defRPr sz="2000"/>
            </a:lvl1pPr>
          </a:lstStyle>
          <a:p>
            <a:r>
              <a:rPr lang="en-GB" noProof="1"/>
              <a:t>[Titel]</a:t>
            </a:r>
          </a:p>
        </p:txBody>
      </p:sp>
      <p:sp>
        <p:nvSpPr>
          <p:cNvPr id="10" name="Kopregel 8 (JU-Free)"/>
          <p:cNvSpPr>
            <a:spLocks noGrp="1"/>
          </p:cNvSpPr>
          <p:nvPr>
            <p:ph type="body" sz="quarter" idx="1002" hasCustomPrompt="1"/>
          </p:nvPr>
        </p:nvSpPr>
        <p:spPr>
          <a:xfrm>
            <a:off x="864000" y="680400"/>
            <a:ext cx="10463213" cy="216000"/>
          </a:xfrm>
        </p:spPr>
        <p:txBody>
          <a:bodyPr/>
          <a:lstStyle>
            <a:lvl1pPr marL="0" indent="0">
              <a:spcBef>
                <a:spcPts val="0"/>
              </a:spcBef>
              <a:buNone/>
              <a:defRPr cap="all" baseline="0">
                <a:solidFill>
                  <a:schemeClr val="accent5"/>
                </a:solidFill>
              </a:defRPr>
            </a:lvl1pPr>
            <a:lvl2pPr marL="0" indent="0">
              <a:spcBef>
                <a:spcPts val="0"/>
              </a:spcBef>
              <a:buNone/>
              <a:defRPr cap="all">
                <a:solidFill>
                  <a:schemeClr val="accent5"/>
                </a:solidFill>
              </a:defRPr>
            </a:lvl2pPr>
            <a:lvl3pPr marL="0" indent="0">
              <a:spcBef>
                <a:spcPts val="0"/>
              </a:spcBef>
              <a:buFont typeface="Arial" panose="020B0604020202020204" pitchFamily="34" charset="0"/>
              <a:buNone/>
              <a:defRPr cap="all">
                <a:solidFill>
                  <a:schemeClr val="accent5"/>
                </a:solidFill>
              </a:defRPr>
            </a:lvl3pPr>
            <a:lvl4pPr marL="0" indent="0">
              <a:spcBef>
                <a:spcPts val="0"/>
              </a:spcBef>
              <a:buFont typeface="Arial" panose="020B0604020202020204" pitchFamily="34" charset="0"/>
              <a:buNone/>
              <a:defRPr cap="all">
                <a:solidFill>
                  <a:schemeClr val="accent5"/>
                </a:solidFill>
              </a:defRPr>
            </a:lvl4pPr>
            <a:lvl5pPr marL="0" indent="0">
              <a:spcBef>
                <a:spcPts val="0"/>
              </a:spcBef>
              <a:buFont typeface="Arial" panose="020B0604020202020204" pitchFamily="34" charset="0"/>
              <a:buNone/>
              <a:defRPr cap="all">
                <a:solidFill>
                  <a:schemeClr val="accent5"/>
                </a:solidFill>
              </a:defRPr>
            </a:lvl5pPr>
            <a:lvl6pPr marL="0" indent="0">
              <a:spcBef>
                <a:spcPts val="0"/>
              </a:spcBef>
              <a:buFont typeface="Arial" panose="020B0604020202020204" pitchFamily="34" charset="0"/>
              <a:buNone/>
              <a:defRPr cap="all">
                <a:solidFill>
                  <a:schemeClr val="accent5"/>
                </a:solidFill>
              </a:defRPr>
            </a:lvl6pPr>
            <a:lvl7pPr marL="0" indent="0">
              <a:spcBef>
                <a:spcPts val="0"/>
              </a:spcBef>
              <a:buFont typeface="Arial" panose="020B0604020202020204" pitchFamily="34" charset="0"/>
              <a:buNone/>
              <a:defRPr cap="all">
                <a:solidFill>
                  <a:schemeClr val="accent5"/>
                </a:solidFill>
              </a:defRPr>
            </a:lvl7pPr>
            <a:lvl8pPr marL="0" indent="0">
              <a:spcBef>
                <a:spcPts val="0"/>
              </a:spcBef>
              <a:buFont typeface="Arial" panose="020B0604020202020204" pitchFamily="34" charset="0"/>
              <a:buNone/>
              <a:defRPr cap="all">
                <a:solidFill>
                  <a:schemeClr val="accent5"/>
                </a:solidFill>
              </a:defRPr>
            </a:lvl8pPr>
            <a:lvl9pPr marL="0" indent="0">
              <a:spcBef>
                <a:spcPts val="0"/>
              </a:spcBef>
              <a:buFont typeface="Arial" panose="020B0604020202020204" pitchFamily="34" charset="0"/>
              <a:buNone/>
              <a:defRPr cap="all">
                <a:solidFill>
                  <a:schemeClr val="accent5"/>
                </a:solidFill>
              </a:defRPr>
            </a:lvl9pPr>
          </a:lstStyle>
          <a:p>
            <a:pPr lvl="0"/>
            <a:r>
              <a:rPr lang="en-GB" dirty="0"/>
              <a:t>[header line]</a:t>
            </a:r>
          </a:p>
          <a:p>
            <a:pPr lvl="0"/>
            <a:r>
              <a:rPr lang="en-GB" dirty="0"/>
              <a:t>JU-LEVEL1=</a:t>
            </a:r>
            <a:r>
              <a:rPr lang="en-GB" dirty="0" err="1"/>
              <a:t>Standaard</a:t>
            </a:r>
            <a:endParaRPr lang="en-GB" dirty="0"/>
          </a:p>
        </p:txBody>
      </p:sp>
    </p:spTree>
    <p:extLst>
      <p:ext uri="{BB962C8B-B14F-4D97-AF65-F5344CB8AC3E}">
        <p14:creationId xmlns:p14="http://schemas.microsoft.com/office/powerpoint/2010/main" val="18765032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white plane">
    <p:spTree>
      <p:nvGrpSpPr>
        <p:cNvPr id="1" name=""/>
        <p:cNvGrpSpPr/>
        <p:nvPr/>
      </p:nvGrpSpPr>
      <p:grpSpPr>
        <a:xfrm>
          <a:off x="0" y="0"/>
          <a:ext cx="0" cy="0"/>
          <a:chOff x="0" y="0"/>
          <a:chExt cx="0" cy="0"/>
        </a:xfrm>
      </p:grpSpPr>
      <p:sp>
        <p:nvSpPr>
          <p:cNvPr id="3" name="Placeholder 1">
            <a:extLst>
              <a:ext uri="{C183D7F6-B498-43B3-948B-1728B52AA6E4}">
                <adec:decorative xmlns:adec="http://schemas.microsoft.com/office/drawing/2017/decorative" val="1"/>
              </a:ext>
            </a:extLst>
          </p:cNvPr>
          <p:cNvSpPr>
            <a:spLocks noGrp="1" noSelect="1"/>
          </p:cNvSpPr>
          <p:nvPr userDrawn="1">
            <p:ph type="body" idx="1000" hasCustomPrompt="1"/>
            <p:custDataLst>
              <p:custData r:id="rId1"/>
            </p:custDataLst>
          </p:nvPr>
        </p:nvSpPr>
        <p:spPr>
          <a:xfrm>
            <a:off x="8474400" y="3160800"/>
            <a:ext cx="3445200" cy="34452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24000" indent="-324000" algn="ctr" defTabSz="1088610" rtl="0" eaLnBrk="1" latinLnBrk="0" hangingPunct="1">
              <a:spcBef>
                <a:spcPts val="900"/>
              </a:spcBef>
              <a:buFont typeface="Arial" pitchFamily="34" charset="0"/>
              <a:buNone/>
              <a:defRPr/>
            </a:lvl1pPr>
          </a:lstStyle>
          <a:p>
            <a:pPr algn="ctr"/>
            <a:r>
              <a:rPr lang="en-GB"/>
              <a:t> </a:t>
            </a:r>
            <a:endParaRPr lang="en-GB" dirty="0"/>
          </a:p>
        </p:txBody>
      </p:sp>
      <p:sp>
        <p:nvSpPr>
          <p:cNvPr id="6" name="Frame text 2 (JU-Free)"/>
          <p:cNvSpPr>
            <a:spLocks noGrp="1"/>
          </p:cNvSpPr>
          <p:nvPr>
            <p:ph type="body" sz="quarter" idx="11" hasCustomPrompt="1"/>
          </p:nvPr>
        </p:nvSpPr>
        <p:spPr>
          <a:xfrm>
            <a:off x="8651875" y="3860613"/>
            <a:ext cx="3097213" cy="2232025"/>
          </a:xfrm>
        </p:spPr>
        <p:txBody>
          <a:bodyPr/>
          <a:lstStyle>
            <a:lvl1pPr marL="0" indent="0">
              <a:lnSpc>
                <a:spcPct val="85000"/>
              </a:lnSpc>
              <a:spcBef>
                <a:spcPts val="0"/>
              </a:spcBef>
              <a:buNone/>
              <a:defRPr sz="3000" b="1" baseline="0">
                <a:solidFill>
                  <a:schemeClr val="accent1"/>
                </a:solidFill>
                <a:latin typeface="+mn-lt"/>
              </a:defRPr>
            </a:lvl1pPr>
            <a:lvl2pPr marL="0" indent="0">
              <a:spcBef>
                <a:spcPts val="2400"/>
              </a:spcBef>
              <a:buNone/>
              <a:defRPr sz="1400"/>
            </a:lvl2pPr>
            <a:lvl3pPr marL="0" indent="0">
              <a:spcBef>
                <a:spcPts val="0"/>
              </a:spcBef>
              <a:buFont typeface="Arial" panose="020B0604020202020204" pitchFamily="34" charset="0"/>
              <a:buNone/>
              <a:defRPr sz="1400"/>
            </a:lvl3pPr>
            <a:lvl4pPr marL="0" indent="0">
              <a:spcBef>
                <a:spcPts val="0"/>
              </a:spcBef>
              <a:buFont typeface="Arial" panose="020B0604020202020204" pitchFamily="34" charset="0"/>
              <a:buNone/>
              <a:defRPr sz="1400"/>
            </a:lvl4pPr>
            <a:lvl5pPr marL="0" indent="0">
              <a:spcBef>
                <a:spcPts val="0"/>
              </a:spcBef>
              <a:buFont typeface="Arial" panose="020B0604020202020204" pitchFamily="34" charset="0"/>
              <a:buNone/>
              <a:defRPr sz="1400"/>
            </a:lvl5pPr>
            <a:lvl6pPr marL="0" indent="0">
              <a:spcBef>
                <a:spcPts val="0"/>
              </a:spcBef>
              <a:buFont typeface="Arial" panose="020B0604020202020204" pitchFamily="34" charset="0"/>
              <a:buNone/>
              <a:defRPr sz="1400"/>
            </a:lvl6pPr>
            <a:lvl7pPr marL="0" indent="0">
              <a:spcBef>
                <a:spcPts val="0"/>
              </a:spcBef>
              <a:buFont typeface="Arial" panose="020B0604020202020204" pitchFamily="34" charset="0"/>
              <a:buNone/>
              <a:defRPr sz="1400"/>
            </a:lvl7pPr>
            <a:lvl8pPr marL="0" indent="0">
              <a:spcBef>
                <a:spcPts val="0"/>
              </a:spcBef>
              <a:buFont typeface="Arial" panose="020B0604020202020204" pitchFamily="34" charset="0"/>
              <a:buNone/>
              <a:defRPr sz="1400"/>
            </a:lvl8pPr>
            <a:lvl9pPr marL="0" indent="0">
              <a:spcBef>
                <a:spcPts val="0"/>
              </a:spcBef>
              <a:buFont typeface="Arial" panose="020B0604020202020204" pitchFamily="34" charset="0"/>
              <a:buNone/>
              <a:defRPr sz="1400"/>
            </a:lvl9pPr>
          </a:lstStyle>
          <a:p>
            <a:pPr lvl="0"/>
            <a:r>
              <a:rPr lang="en-GB"/>
              <a:t>[Kop]</a:t>
            </a:r>
          </a:p>
          <a:p>
            <a:pPr lvl="0"/>
            <a:r>
              <a:rPr lang="en-GB"/>
              <a:t>JU-LEVEL1=Kop</a:t>
            </a:r>
          </a:p>
          <a:p>
            <a:pPr lvl="1"/>
            <a:r>
              <a:rPr lang="en-GB"/>
              <a:t>JU-LEVEL2=Basistekst</a:t>
            </a:r>
            <a:endParaRPr lang="en-GB" dirty="0"/>
          </a:p>
        </p:txBody>
      </p:sp>
      <p:sp>
        <p:nvSpPr>
          <p:cNvPr id="2" name="Rounded Rectangle 3">
            <a:extLst>
              <a:ext uri="{FF2B5EF4-FFF2-40B4-BE49-F238E27FC236}">
                <a16:creationId xmlns:a16="http://schemas.microsoft.com/office/drawing/2014/main" id="{658BE619-73D5-4A0A-9AB2-3E869478FB4B}"/>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dirty="0"/>
          </a:p>
        </p:txBody>
      </p:sp>
      <p:sp>
        <p:nvSpPr>
          <p:cNvPr id="8" name="Frame 4"/>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9" name="Frame 5"/>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0" name="Vrije vorm 6"/>
          <p:cNvSpPr>
            <a:spLocks noGrp="1" noSelect="1"/>
          </p:cNvSpPr>
          <p:nvPr>
            <p:ph type="pic" sz="quarter" idx="1001" hasCustomPrompt="1"/>
          </p:nvPr>
        </p:nvSpPr>
        <p:spPr>
          <a:xfrm>
            <a:off x="8" y="5"/>
            <a:ext cx="12191993" cy="6857996"/>
          </a:xfrm>
          <a:custGeom>
            <a:avLst/>
            <a:gdLst>
              <a:gd name="connsiteX0" fmla="*/ 6150497 w 12191993"/>
              <a:gd name="connsiteY0" fmla="*/ 6688738 h 6857996"/>
              <a:gd name="connsiteX1" fmla="*/ 6148985 w 12191993"/>
              <a:gd name="connsiteY1" fmla="*/ 6692367 h 6857996"/>
              <a:gd name="connsiteX2" fmla="*/ 6152916 w 12191993"/>
              <a:gd name="connsiteY2" fmla="*/ 6693878 h 6857996"/>
              <a:gd name="connsiteX3" fmla="*/ 6154125 w 12191993"/>
              <a:gd name="connsiteY3" fmla="*/ 6690250 h 6857996"/>
              <a:gd name="connsiteX4" fmla="*/ 6150497 w 12191993"/>
              <a:gd name="connsiteY4" fmla="*/ 6688738 h 6857996"/>
              <a:gd name="connsiteX5" fmla="*/ 6092818 w 12191993"/>
              <a:gd name="connsiteY5" fmla="*/ 6684958 h 6857996"/>
              <a:gd name="connsiteX6" fmla="*/ 6092818 w 12191993"/>
              <a:gd name="connsiteY6" fmla="*/ 6686546 h 6857996"/>
              <a:gd name="connsiteX7" fmla="*/ 6094405 w 12191993"/>
              <a:gd name="connsiteY7" fmla="*/ 6688133 h 6857996"/>
              <a:gd name="connsiteX8" fmla="*/ 6092818 w 12191993"/>
              <a:gd name="connsiteY8" fmla="*/ 6708771 h 6857996"/>
              <a:gd name="connsiteX9" fmla="*/ 6091231 w 12191993"/>
              <a:gd name="connsiteY9" fmla="*/ 6710359 h 6857996"/>
              <a:gd name="connsiteX10" fmla="*/ 6097580 w 12191993"/>
              <a:gd name="connsiteY10" fmla="*/ 6711946 h 6857996"/>
              <a:gd name="connsiteX11" fmla="*/ 6097580 w 12191993"/>
              <a:gd name="connsiteY11" fmla="*/ 6708771 h 6857996"/>
              <a:gd name="connsiteX12" fmla="*/ 6095993 w 12191993"/>
              <a:gd name="connsiteY12" fmla="*/ 6708771 h 6857996"/>
              <a:gd name="connsiteX13" fmla="*/ 6097580 w 12191993"/>
              <a:gd name="connsiteY13" fmla="*/ 6692896 h 6857996"/>
              <a:gd name="connsiteX14" fmla="*/ 6111868 w 12191993"/>
              <a:gd name="connsiteY14" fmla="*/ 6711946 h 6857996"/>
              <a:gd name="connsiteX15" fmla="*/ 6115043 w 12191993"/>
              <a:gd name="connsiteY15" fmla="*/ 6711946 h 6857996"/>
              <a:gd name="connsiteX16" fmla="*/ 6113456 w 12191993"/>
              <a:gd name="connsiteY16" fmla="*/ 6688133 h 6857996"/>
              <a:gd name="connsiteX17" fmla="*/ 6113456 w 12191993"/>
              <a:gd name="connsiteY17" fmla="*/ 6686546 h 6857996"/>
              <a:gd name="connsiteX18" fmla="*/ 6108693 w 12191993"/>
              <a:gd name="connsiteY18" fmla="*/ 6686546 h 6857996"/>
              <a:gd name="connsiteX19" fmla="*/ 6108693 w 12191993"/>
              <a:gd name="connsiteY19" fmla="*/ 6688133 h 6857996"/>
              <a:gd name="connsiteX20" fmla="*/ 6110281 w 12191993"/>
              <a:gd name="connsiteY20" fmla="*/ 6688133 h 6857996"/>
              <a:gd name="connsiteX21" fmla="*/ 6111868 w 12191993"/>
              <a:gd name="connsiteY21" fmla="*/ 6704009 h 6857996"/>
              <a:gd name="connsiteX22" fmla="*/ 6097580 w 12191993"/>
              <a:gd name="connsiteY22" fmla="*/ 6686546 h 6857996"/>
              <a:gd name="connsiteX23" fmla="*/ 6080118 w 12191993"/>
              <a:gd name="connsiteY23" fmla="*/ 6683371 h 6857996"/>
              <a:gd name="connsiteX24" fmla="*/ 6080118 w 12191993"/>
              <a:gd name="connsiteY24" fmla="*/ 6684959 h 6857996"/>
              <a:gd name="connsiteX25" fmla="*/ 6081705 w 12191993"/>
              <a:gd name="connsiteY25" fmla="*/ 6686546 h 6857996"/>
              <a:gd name="connsiteX26" fmla="*/ 6076943 w 12191993"/>
              <a:gd name="connsiteY26" fmla="*/ 6705597 h 6857996"/>
              <a:gd name="connsiteX27" fmla="*/ 6075355 w 12191993"/>
              <a:gd name="connsiteY27" fmla="*/ 6707184 h 6857996"/>
              <a:gd name="connsiteX28" fmla="*/ 6083293 w 12191993"/>
              <a:gd name="connsiteY28" fmla="*/ 6710359 h 6857996"/>
              <a:gd name="connsiteX29" fmla="*/ 6083293 w 12191993"/>
              <a:gd name="connsiteY29" fmla="*/ 6708772 h 6857996"/>
              <a:gd name="connsiteX30" fmla="*/ 6081705 w 12191993"/>
              <a:gd name="connsiteY30" fmla="*/ 6707184 h 6857996"/>
              <a:gd name="connsiteX31" fmla="*/ 6086468 w 12191993"/>
              <a:gd name="connsiteY31" fmla="*/ 6686546 h 6857996"/>
              <a:gd name="connsiteX32" fmla="*/ 6088055 w 12191993"/>
              <a:gd name="connsiteY32" fmla="*/ 6686546 h 6857996"/>
              <a:gd name="connsiteX33" fmla="*/ 6088055 w 12191993"/>
              <a:gd name="connsiteY33" fmla="*/ 6684959 h 6857996"/>
              <a:gd name="connsiteX34" fmla="*/ 6137500 w 12191993"/>
              <a:gd name="connsiteY34" fmla="*/ 6681783 h 6857996"/>
              <a:gd name="connsiteX35" fmla="*/ 6131078 w 12191993"/>
              <a:gd name="connsiteY35" fmla="*/ 6682736 h 6857996"/>
              <a:gd name="connsiteX36" fmla="*/ 6120162 w 12191993"/>
              <a:gd name="connsiteY36" fmla="*/ 6699246 h 6857996"/>
              <a:gd name="connsiteX37" fmla="*/ 6136536 w 12191993"/>
              <a:gd name="connsiteY37" fmla="*/ 6708771 h 6857996"/>
              <a:gd name="connsiteX38" fmla="*/ 6145205 w 12191993"/>
              <a:gd name="connsiteY38" fmla="*/ 6703373 h 6857996"/>
              <a:gd name="connsiteX39" fmla="*/ 6143279 w 12191993"/>
              <a:gd name="connsiteY39" fmla="*/ 6697658 h 6857996"/>
              <a:gd name="connsiteX40" fmla="*/ 6142316 w 12191993"/>
              <a:gd name="connsiteY40" fmla="*/ 6697658 h 6857996"/>
              <a:gd name="connsiteX41" fmla="*/ 6136215 w 12191993"/>
              <a:gd name="connsiteY41" fmla="*/ 6705596 h 6857996"/>
              <a:gd name="connsiteX42" fmla="*/ 6126262 w 12191993"/>
              <a:gd name="connsiteY42" fmla="*/ 6698293 h 6857996"/>
              <a:gd name="connsiteX43" fmla="*/ 6138784 w 12191993"/>
              <a:gd name="connsiteY43" fmla="*/ 6695436 h 6857996"/>
              <a:gd name="connsiteX44" fmla="*/ 6139747 w 12191993"/>
              <a:gd name="connsiteY44" fmla="*/ 6696388 h 6857996"/>
              <a:gd name="connsiteX45" fmla="*/ 6141031 w 12191993"/>
              <a:gd name="connsiteY45" fmla="*/ 6696071 h 6857996"/>
              <a:gd name="connsiteX46" fmla="*/ 6139747 w 12191993"/>
              <a:gd name="connsiteY46" fmla="*/ 6690356 h 6857996"/>
              <a:gd name="connsiteX47" fmla="*/ 6138463 w 12191993"/>
              <a:gd name="connsiteY47" fmla="*/ 6690673 h 6857996"/>
              <a:gd name="connsiteX48" fmla="*/ 6137500 w 12191993"/>
              <a:gd name="connsiteY48" fmla="*/ 6692896 h 6857996"/>
              <a:gd name="connsiteX49" fmla="*/ 6124978 w 12191993"/>
              <a:gd name="connsiteY49" fmla="*/ 6695436 h 6857996"/>
              <a:gd name="connsiteX50" fmla="*/ 6130436 w 12191993"/>
              <a:gd name="connsiteY50" fmla="*/ 6685593 h 6857996"/>
              <a:gd name="connsiteX51" fmla="*/ 6137821 w 12191993"/>
              <a:gd name="connsiteY51" fmla="*/ 6687816 h 6857996"/>
              <a:gd name="connsiteX52" fmla="*/ 6139105 w 12191993"/>
              <a:gd name="connsiteY52" fmla="*/ 6687181 h 6857996"/>
              <a:gd name="connsiteX53" fmla="*/ 6137500 w 12191993"/>
              <a:gd name="connsiteY53" fmla="*/ 6681783 h 6857996"/>
              <a:gd name="connsiteX54" fmla="*/ 6053130 w 12191993"/>
              <a:gd name="connsiteY54" fmla="*/ 6672258 h 6857996"/>
              <a:gd name="connsiteX55" fmla="*/ 6051542 w 12191993"/>
              <a:gd name="connsiteY55" fmla="*/ 6673846 h 6857996"/>
              <a:gd name="connsiteX56" fmla="*/ 6053130 w 12191993"/>
              <a:gd name="connsiteY56" fmla="*/ 6675433 h 6857996"/>
              <a:gd name="connsiteX57" fmla="*/ 6038842 w 12191993"/>
              <a:gd name="connsiteY57" fmla="*/ 6691308 h 6857996"/>
              <a:gd name="connsiteX58" fmla="*/ 6037255 w 12191993"/>
              <a:gd name="connsiteY58" fmla="*/ 6689721 h 6857996"/>
              <a:gd name="connsiteX59" fmla="*/ 6035668 w 12191993"/>
              <a:gd name="connsiteY59" fmla="*/ 6691308 h 6857996"/>
              <a:gd name="connsiteX60" fmla="*/ 6042018 w 12191993"/>
              <a:gd name="connsiteY60" fmla="*/ 6694483 h 6857996"/>
              <a:gd name="connsiteX61" fmla="*/ 6042018 w 12191993"/>
              <a:gd name="connsiteY61" fmla="*/ 6692896 h 6857996"/>
              <a:gd name="connsiteX62" fmla="*/ 6051542 w 12191993"/>
              <a:gd name="connsiteY62" fmla="*/ 6680196 h 6857996"/>
              <a:gd name="connsiteX63" fmla="*/ 6049955 w 12191993"/>
              <a:gd name="connsiteY63" fmla="*/ 6699246 h 6857996"/>
              <a:gd name="connsiteX64" fmla="*/ 6053130 w 12191993"/>
              <a:gd name="connsiteY64" fmla="*/ 6700833 h 6857996"/>
              <a:gd name="connsiteX65" fmla="*/ 6065830 w 12191993"/>
              <a:gd name="connsiteY65" fmla="*/ 6684958 h 6857996"/>
              <a:gd name="connsiteX66" fmla="*/ 6064243 w 12191993"/>
              <a:gd name="connsiteY66" fmla="*/ 6700833 h 6857996"/>
              <a:gd name="connsiteX67" fmla="*/ 6062656 w 12191993"/>
              <a:gd name="connsiteY67" fmla="*/ 6702421 h 6857996"/>
              <a:gd name="connsiteX68" fmla="*/ 6061068 w 12191993"/>
              <a:gd name="connsiteY68" fmla="*/ 6704008 h 6857996"/>
              <a:gd name="connsiteX69" fmla="*/ 6069005 w 12191993"/>
              <a:gd name="connsiteY69" fmla="*/ 6707183 h 6857996"/>
              <a:gd name="connsiteX70" fmla="*/ 6069005 w 12191993"/>
              <a:gd name="connsiteY70" fmla="*/ 6705596 h 6857996"/>
              <a:gd name="connsiteX71" fmla="*/ 6067418 w 12191993"/>
              <a:gd name="connsiteY71" fmla="*/ 6704008 h 6857996"/>
              <a:gd name="connsiteX72" fmla="*/ 6070593 w 12191993"/>
              <a:gd name="connsiteY72" fmla="*/ 6681783 h 6857996"/>
              <a:gd name="connsiteX73" fmla="*/ 6072180 w 12191993"/>
              <a:gd name="connsiteY73" fmla="*/ 6681783 h 6857996"/>
              <a:gd name="connsiteX74" fmla="*/ 6072180 w 12191993"/>
              <a:gd name="connsiteY74" fmla="*/ 6680196 h 6857996"/>
              <a:gd name="connsiteX75" fmla="*/ 6065830 w 12191993"/>
              <a:gd name="connsiteY75" fmla="*/ 6677021 h 6857996"/>
              <a:gd name="connsiteX76" fmla="*/ 6064243 w 12191993"/>
              <a:gd name="connsiteY76" fmla="*/ 6678608 h 6857996"/>
              <a:gd name="connsiteX77" fmla="*/ 6065830 w 12191993"/>
              <a:gd name="connsiteY77" fmla="*/ 6678608 h 6857996"/>
              <a:gd name="connsiteX78" fmla="*/ 6056306 w 12191993"/>
              <a:gd name="connsiteY78" fmla="*/ 6689721 h 6857996"/>
              <a:gd name="connsiteX79" fmla="*/ 6057893 w 12191993"/>
              <a:gd name="connsiteY79" fmla="*/ 6673846 h 6857996"/>
              <a:gd name="connsiteX80" fmla="*/ 6175023 w 12191993"/>
              <a:gd name="connsiteY80" fmla="*/ 6664321 h 6857996"/>
              <a:gd name="connsiteX81" fmla="*/ 6154730 w 12191993"/>
              <a:gd name="connsiteY81" fmla="*/ 6675963 h 6857996"/>
              <a:gd name="connsiteX82" fmla="*/ 6155052 w 12191993"/>
              <a:gd name="connsiteY82" fmla="*/ 6677221 h 6857996"/>
              <a:gd name="connsiteX83" fmla="*/ 6156985 w 12191993"/>
              <a:gd name="connsiteY83" fmla="*/ 6677221 h 6857996"/>
              <a:gd name="connsiteX84" fmla="*/ 6166970 w 12191993"/>
              <a:gd name="connsiteY84" fmla="*/ 6696414 h 6857996"/>
              <a:gd name="connsiteX85" fmla="*/ 6166326 w 12191993"/>
              <a:gd name="connsiteY85" fmla="*/ 6697988 h 6857996"/>
              <a:gd name="connsiteX86" fmla="*/ 6167292 w 12191993"/>
              <a:gd name="connsiteY86" fmla="*/ 6699246 h 6857996"/>
              <a:gd name="connsiteX87" fmla="*/ 6174378 w 12191993"/>
              <a:gd name="connsiteY87" fmla="*/ 6695471 h 6857996"/>
              <a:gd name="connsiteX88" fmla="*/ 6173734 w 12191993"/>
              <a:gd name="connsiteY88" fmla="*/ 6694841 h 6857996"/>
              <a:gd name="connsiteX89" fmla="*/ 6171802 w 12191993"/>
              <a:gd name="connsiteY89" fmla="*/ 6694527 h 6857996"/>
              <a:gd name="connsiteX90" fmla="*/ 6166970 w 12191993"/>
              <a:gd name="connsiteY90" fmla="*/ 6684458 h 6857996"/>
              <a:gd name="connsiteX91" fmla="*/ 6173734 w 12191993"/>
              <a:gd name="connsiteY91" fmla="*/ 6680997 h 6857996"/>
              <a:gd name="connsiteX92" fmla="*/ 6176955 w 12191993"/>
              <a:gd name="connsiteY92" fmla="*/ 6680997 h 6857996"/>
              <a:gd name="connsiteX93" fmla="*/ 6174378 w 12191993"/>
              <a:gd name="connsiteY93" fmla="*/ 6675963 h 6857996"/>
              <a:gd name="connsiteX94" fmla="*/ 6172446 w 12191993"/>
              <a:gd name="connsiteY94" fmla="*/ 6678165 h 6857996"/>
              <a:gd name="connsiteX95" fmla="*/ 6165360 w 12191993"/>
              <a:gd name="connsiteY95" fmla="*/ 6681626 h 6857996"/>
              <a:gd name="connsiteX96" fmla="*/ 6161816 w 12191993"/>
              <a:gd name="connsiteY96" fmla="*/ 6674704 h 6857996"/>
              <a:gd name="connsiteX97" fmla="*/ 6169869 w 12191993"/>
              <a:gd name="connsiteY97" fmla="*/ 6670299 h 6857996"/>
              <a:gd name="connsiteX98" fmla="*/ 6173090 w 12191993"/>
              <a:gd name="connsiteY98" fmla="*/ 6669670 h 6857996"/>
              <a:gd name="connsiteX99" fmla="*/ 6173412 w 12191993"/>
              <a:gd name="connsiteY99" fmla="*/ 6667468 h 6857996"/>
              <a:gd name="connsiteX100" fmla="*/ 6175023 w 12191993"/>
              <a:gd name="connsiteY100" fmla="*/ 6664321 h 6857996"/>
              <a:gd name="connsiteX101" fmla="*/ 6030390 w 12191993"/>
              <a:gd name="connsiteY101" fmla="*/ 6663090 h 6857996"/>
              <a:gd name="connsiteX102" fmla="*/ 6037104 w 12191993"/>
              <a:gd name="connsiteY102" fmla="*/ 6663368 h 6857996"/>
              <a:gd name="connsiteX103" fmla="*/ 6037761 w 12191993"/>
              <a:gd name="connsiteY103" fmla="*/ 6664003 h 6857996"/>
              <a:gd name="connsiteX104" fmla="*/ 6035139 w 12191993"/>
              <a:gd name="connsiteY104" fmla="*/ 6676386 h 6857996"/>
              <a:gd name="connsiteX105" fmla="*/ 6027605 w 12191993"/>
              <a:gd name="connsiteY105" fmla="*/ 6680196 h 6857996"/>
              <a:gd name="connsiteX106" fmla="*/ 6023674 w 12191993"/>
              <a:gd name="connsiteY106" fmla="*/ 6678609 h 6857996"/>
              <a:gd name="connsiteX107" fmla="*/ 6023347 w 12191993"/>
              <a:gd name="connsiteY107" fmla="*/ 6678291 h 6857996"/>
              <a:gd name="connsiteX108" fmla="*/ 6021381 w 12191993"/>
              <a:gd name="connsiteY108" fmla="*/ 6675116 h 6857996"/>
              <a:gd name="connsiteX109" fmla="*/ 6025640 w 12191993"/>
              <a:gd name="connsiteY109" fmla="*/ 6666861 h 6857996"/>
              <a:gd name="connsiteX110" fmla="*/ 6030390 w 12191993"/>
              <a:gd name="connsiteY110" fmla="*/ 6663090 h 6857996"/>
              <a:gd name="connsiteX111" fmla="*/ 6030111 w 12191993"/>
              <a:gd name="connsiteY111" fmla="*/ 6659872 h 6857996"/>
              <a:gd name="connsiteX112" fmla="*/ 6020698 w 12191993"/>
              <a:gd name="connsiteY112" fmla="*/ 6665835 h 6857996"/>
              <a:gd name="connsiteX113" fmla="*/ 6021324 w 12191993"/>
              <a:gd name="connsiteY113" fmla="*/ 6682153 h 6857996"/>
              <a:gd name="connsiteX114" fmla="*/ 6021324 w 12191993"/>
              <a:gd name="connsiteY114" fmla="*/ 6682467 h 6857996"/>
              <a:gd name="connsiteX115" fmla="*/ 6021639 w 12191993"/>
              <a:gd name="connsiteY115" fmla="*/ 6682467 h 6857996"/>
              <a:gd name="connsiteX116" fmla="*/ 6038270 w 12191993"/>
              <a:gd name="connsiteY116" fmla="*/ 6682153 h 6857996"/>
              <a:gd name="connsiteX117" fmla="*/ 6043292 w 12191993"/>
              <a:gd name="connsiteY117" fmla="*/ 6672425 h 6857996"/>
              <a:gd name="connsiteX118" fmla="*/ 6040467 w 12191993"/>
              <a:gd name="connsiteY118" fmla="*/ 6663638 h 6857996"/>
              <a:gd name="connsiteX119" fmla="*/ 6040154 w 12191993"/>
              <a:gd name="connsiteY119" fmla="*/ 6663010 h 6857996"/>
              <a:gd name="connsiteX120" fmla="*/ 6039840 w 12191993"/>
              <a:gd name="connsiteY120" fmla="*/ 6662696 h 6857996"/>
              <a:gd name="connsiteX121" fmla="*/ 6039526 w 12191993"/>
              <a:gd name="connsiteY121" fmla="*/ 6662383 h 6857996"/>
              <a:gd name="connsiteX122" fmla="*/ 6030111 w 12191993"/>
              <a:gd name="connsiteY122" fmla="*/ 6659872 h 6857996"/>
              <a:gd name="connsiteX123" fmla="*/ 6187938 w 12191993"/>
              <a:gd name="connsiteY123" fmla="*/ 6653208 h 6857996"/>
              <a:gd name="connsiteX124" fmla="*/ 6183014 w 12191993"/>
              <a:gd name="connsiteY124" fmla="*/ 6657377 h 6857996"/>
              <a:gd name="connsiteX125" fmla="*/ 6180859 w 12191993"/>
              <a:gd name="connsiteY125" fmla="*/ 6677582 h 6857996"/>
              <a:gd name="connsiteX126" fmla="*/ 6199634 w 12191993"/>
              <a:gd name="connsiteY126" fmla="*/ 6677582 h 6857996"/>
              <a:gd name="connsiteX127" fmla="*/ 6203943 w 12191993"/>
              <a:gd name="connsiteY127" fmla="*/ 6668602 h 6857996"/>
              <a:gd name="connsiteX128" fmla="*/ 6200558 w 12191993"/>
              <a:gd name="connsiteY128" fmla="*/ 6664112 h 6857996"/>
              <a:gd name="connsiteX129" fmla="*/ 6199634 w 12191993"/>
              <a:gd name="connsiteY129" fmla="*/ 6664754 h 6857996"/>
              <a:gd name="connsiteX130" fmla="*/ 6197480 w 12191993"/>
              <a:gd name="connsiteY130" fmla="*/ 6675337 h 6857996"/>
              <a:gd name="connsiteX131" fmla="*/ 6186092 w 12191993"/>
              <a:gd name="connsiteY131" fmla="*/ 6673734 h 6857996"/>
              <a:gd name="connsiteX132" fmla="*/ 6195325 w 12191993"/>
              <a:gd name="connsiteY132" fmla="*/ 6664433 h 6857996"/>
              <a:gd name="connsiteX133" fmla="*/ 6196864 w 12191993"/>
              <a:gd name="connsiteY133" fmla="*/ 6664754 h 6857996"/>
              <a:gd name="connsiteX134" fmla="*/ 6197788 w 12191993"/>
              <a:gd name="connsiteY134" fmla="*/ 6663792 h 6857996"/>
              <a:gd name="connsiteX135" fmla="*/ 6193786 w 12191993"/>
              <a:gd name="connsiteY135" fmla="*/ 6659622 h 6857996"/>
              <a:gd name="connsiteX136" fmla="*/ 6193171 w 12191993"/>
              <a:gd name="connsiteY136" fmla="*/ 6660585 h 6857996"/>
              <a:gd name="connsiteX137" fmla="*/ 6193171 w 12191993"/>
              <a:gd name="connsiteY137" fmla="*/ 6663150 h 6857996"/>
              <a:gd name="connsiteX138" fmla="*/ 6183937 w 12191993"/>
              <a:gd name="connsiteY138" fmla="*/ 6671489 h 6857996"/>
              <a:gd name="connsiteX139" fmla="*/ 6183937 w 12191993"/>
              <a:gd name="connsiteY139" fmla="*/ 6660264 h 6857996"/>
              <a:gd name="connsiteX140" fmla="*/ 6191324 w 12191993"/>
              <a:gd name="connsiteY140" fmla="*/ 6658660 h 6857996"/>
              <a:gd name="connsiteX141" fmla="*/ 6191940 w 12191993"/>
              <a:gd name="connsiteY141" fmla="*/ 6657377 h 6857996"/>
              <a:gd name="connsiteX142" fmla="*/ 6187938 w 12191993"/>
              <a:gd name="connsiteY142" fmla="*/ 6653208 h 6857996"/>
              <a:gd name="connsiteX143" fmla="*/ 6196845 w 12191993"/>
              <a:gd name="connsiteY143" fmla="*/ 6642096 h 6857996"/>
              <a:gd name="connsiteX144" fmla="*/ 6191242 w 12191993"/>
              <a:gd name="connsiteY144" fmla="*/ 6649399 h 6857996"/>
              <a:gd name="connsiteX145" fmla="*/ 6192799 w 12191993"/>
              <a:gd name="connsiteY145" fmla="*/ 6650351 h 6857996"/>
              <a:gd name="connsiteX146" fmla="*/ 6194355 w 12191993"/>
              <a:gd name="connsiteY146" fmla="*/ 6649399 h 6857996"/>
              <a:gd name="connsiteX147" fmla="*/ 6210230 w 12191993"/>
              <a:gd name="connsiteY147" fmla="*/ 6662734 h 6857996"/>
              <a:gd name="connsiteX148" fmla="*/ 6209919 w 12191993"/>
              <a:gd name="connsiteY148" fmla="*/ 6664639 h 6857996"/>
              <a:gd name="connsiteX149" fmla="*/ 6210541 w 12191993"/>
              <a:gd name="connsiteY149" fmla="*/ 6665909 h 6857996"/>
              <a:gd name="connsiteX150" fmla="*/ 6222992 w 12191993"/>
              <a:gd name="connsiteY150" fmla="*/ 6651304 h 6857996"/>
              <a:gd name="connsiteX151" fmla="*/ 6220191 w 12191993"/>
              <a:gd name="connsiteY151" fmla="*/ 6644319 h 6857996"/>
              <a:gd name="connsiteX152" fmla="*/ 6218323 w 12191993"/>
              <a:gd name="connsiteY152" fmla="*/ 6646224 h 6857996"/>
              <a:gd name="connsiteX153" fmla="*/ 6218946 w 12191993"/>
              <a:gd name="connsiteY153" fmla="*/ 6650669 h 6857996"/>
              <a:gd name="connsiteX154" fmla="*/ 6213654 w 12191993"/>
              <a:gd name="connsiteY154" fmla="*/ 6658607 h 6857996"/>
              <a:gd name="connsiteX155" fmla="*/ 6197468 w 12191993"/>
              <a:gd name="connsiteY155" fmla="*/ 6644954 h 6857996"/>
              <a:gd name="connsiteX156" fmla="*/ 6198090 w 12191993"/>
              <a:gd name="connsiteY156" fmla="*/ 6643049 h 6857996"/>
              <a:gd name="connsiteX157" fmla="*/ 6196845 w 12191993"/>
              <a:gd name="connsiteY157" fmla="*/ 6642096 h 6857996"/>
              <a:gd name="connsiteX158" fmla="*/ 6013443 w 12191993"/>
              <a:gd name="connsiteY158" fmla="*/ 6635746 h 6857996"/>
              <a:gd name="connsiteX159" fmla="*/ 6013443 w 12191993"/>
              <a:gd name="connsiteY159" fmla="*/ 6637334 h 6857996"/>
              <a:gd name="connsiteX160" fmla="*/ 5995980 w 12191993"/>
              <a:gd name="connsiteY160" fmla="*/ 6650034 h 6857996"/>
              <a:gd name="connsiteX161" fmla="*/ 5994393 w 12191993"/>
              <a:gd name="connsiteY161" fmla="*/ 6648446 h 6857996"/>
              <a:gd name="connsiteX162" fmla="*/ 5992806 w 12191993"/>
              <a:gd name="connsiteY162" fmla="*/ 6650034 h 6857996"/>
              <a:gd name="connsiteX163" fmla="*/ 5997568 w 12191993"/>
              <a:gd name="connsiteY163" fmla="*/ 6654797 h 6857996"/>
              <a:gd name="connsiteX164" fmla="*/ 5999156 w 12191993"/>
              <a:gd name="connsiteY164" fmla="*/ 6654797 h 6857996"/>
              <a:gd name="connsiteX165" fmla="*/ 5999156 w 12191993"/>
              <a:gd name="connsiteY165" fmla="*/ 6651621 h 6857996"/>
              <a:gd name="connsiteX166" fmla="*/ 6011855 w 12191993"/>
              <a:gd name="connsiteY166" fmla="*/ 6643684 h 6857996"/>
              <a:gd name="connsiteX167" fmla="*/ 6005506 w 12191993"/>
              <a:gd name="connsiteY167" fmla="*/ 6665909 h 6857996"/>
              <a:gd name="connsiteX168" fmla="*/ 6008680 w 12191993"/>
              <a:gd name="connsiteY168" fmla="*/ 6669084 h 6857996"/>
              <a:gd name="connsiteX169" fmla="*/ 6024555 w 12191993"/>
              <a:gd name="connsiteY169" fmla="*/ 6653209 h 6857996"/>
              <a:gd name="connsiteX170" fmla="*/ 6026143 w 12191993"/>
              <a:gd name="connsiteY170" fmla="*/ 6651621 h 6857996"/>
              <a:gd name="connsiteX171" fmla="*/ 6027731 w 12191993"/>
              <a:gd name="connsiteY171" fmla="*/ 6651621 h 6857996"/>
              <a:gd name="connsiteX172" fmla="*/ 6024555 w 12191993"/>
              <a:gd name="connsiteY172" fmla="*/ 6646859 h 6857996"/>
              <a:gd name="connsiteX173" fmla="*/ 6022968 w 12191993"/>
              <a:gd name="connsiteY173" fmla="*/ 6648446 h 6857996"/>
              <a:gd name="connsiteX174" fmla="*/ 6022968 w 12191993"/>
              <a:gd name="connsiteY174" fmla="*/ 6650034 h 6857996"/>
              <a:gd name="connsiteX175" fmla="*/ 6011855 w 12191993"/>
              <a:gd name="connsiteY175" fmla="*/ 6661147 h 6857996"/>
              <a:gd name="connsiteX176" fmla="*/ 6016618 w 12191993"/>
              <a:gd name="connsiteY176" fmla="*/ 6638921 h 6857996"/>
              <a:gd name="connsiteX177" fmla="*/ 6015031 w 12191993"/>
              <a:gd name="connsiteY177" fmla="*/ 6635746 h 6857996"/>
              <a:gd name="connsiteX178" fmla="*/ 5999458 w 12191993"/>
              <a:gd name="connsiteY178" fmla="*/ 6630479 h 6857996"/>
              <a:gd name="connsiteX179" fmla="*/ 5998324 w 12191993"/>
              <a:gd name="connsiteY179" fmla="*/ 6634809 h 6857996"/>
              <a:gd name="connsiteX180" fmla="*/ 6003237 w 12191993"/>
              <a:gd name="connsiteY180" fmla="*/ 6636613 h 6857996"/>
              <a:gd name="connsiteX181" fmla="*/ 6004749 w 12191993"/>
              <a:gd name="connsiteY181" fmla="*/ 6632283 h 6857996"/>
              <a:gd name="connsiteX182" fmla="*/ 5999458 w 12191993"/>
              <a:gd name="connsiteY182" fmla="*/ 6630479 h 6857996"/>
              <a:gd name="connsiteX183" fmla="*/ 6207117 w 12191993"/>
              <a:gd name="connsiteY183" fmla="*/ 6626221 h 6857996"/>
              <a:gd name="connsiteX184" fmla="*/ 6203942 w 12191993"/>
              <a:gd name="connsiteY184" fmla="*/ 6632571 h 6857996"/>
              <a:gd name="connsiteX185" fmla="*/ 6203942 w 12191993"/>
              <a:gd name="connsiteY185" fmla="*/ 6634159 h 6857996"/>
              <a:gd name="connsiteX186" fmla="*/ 6207117 w 12191993"/>
              <a:gd name="connsiteY186" fmla="*/ 6632571 h 6857996"/>
              <a:gd name="connsiteX187" fmla="*/ 6224580 w 12191993"/>
              <a:gd name="connsiteY187" fmla="*/ 6643684 h 6857996"/>
              <a:gd name="connsiteX188" fmla="*/ 6224580 w 12191993"/>
              <a:gd name="connsiteY188" fmla="*/ 6645271 h 6857996"/>
              <a:gd name="connsiteX189" fmla="*/ 6226168 w 12191993"/>
              <a:gd name="connsiteY189" fmla="*/ 6645271 h 6857996"/>
              <a:gd name="connsiteX190" fmla="*/ 6230930 w 12191993"/>
              <a:gd name="connsiteY190" fmla="*/ 6637334 h 6857996"/>
              <a:gd name="connsiteX191" fmla="*/ 6229343 w 12191993"/>
              <a:gd name="connsiteY191" fmla="*/ 6637334 h 6857996"/>
              <a:gd name="connsiteX192" fmla="*/ 6227755 w 12191993"/>
              <a:gd name="connsiteY192" fmla="*/ 6638921 h 6857996"/>
              <a:gd name="connsiteX193" fmla="*/ 6207117 w 12191993"/>
              <a:gd name="connsiteY193" fmla="*/ 6627809 h 6857996"/>
              <a:gd name="connsiteX194" fmla="*/ 6208705 w 12191993"/>
              <a:gd name="connsiteY194" fmla="*/ 6626221 h 6857996"/>
              <a:gd name="connsiteX195" fmla="*/ 6002331 w 12191993"/>
              <a:gd name="connsiteY195" fmla="*/ 6615108 h 6857996"/>
              <a:gd name="connsiteX196" fmla="*/ 6002331 w 12191993"/>
              <a:gd name="connsiteY196" fmla="*/ 6616696 h 6857996"/>
              <a:gd name="connsiteX197" fmla="*/ 5983280 w 12191993"/>
              <a:gd name="connsiteY197" fmla="*/ 6626221 h 6857996"/>
              <a:gd name="connsiteX198" fmla="*/ 5981693 w 12191993"/>
              <a:gd name="connsiteY198" fmla="*/ 6624634 h 6857996"/>
              <a:gd name="connsiteX199" fmla="*/ 5980106 w 12191993"/>
              <a:gd name="connsiteY199" fmla="*/ 6624634 h 6857996"/>
              <a:gd name="connsiteX200" fmla="*/ 5983280 w 12191993"/>
              <a:gd name="connsiteY200" fmla="*/ 6632571 h 6857996"/>
              <a:gd name="connsiteX201" fmla="*/ 5984868 w 12191993"/>
              <a:gd name="connsiteY201" fmla="*/ 6632571 h 6857996"/>
              <a:gd name="connsiteX202" fmla="*/ 5984868 w 12191993"/>
              <a:gd name="connsiteY202" fmla="*/ 6630984 h 6857996"/>
              <a:gd name="connsiteX203" fmla="*/ 6003918 w 12191993"/>
              <a:gd name="connsiteY203" fmla="*/ 6621458 h 6857996"/>
              <a:gd name="connsiteX204" fmla="*/ 6005507 w 12191993"/>
              <a:gd name="connsiteY204" fmla="*/ 6623046 h 6857996"/>
              <a:gd name="connsiteX205" fmla="*/ 6007094 w 12191993"/>
              <a:gd name="connsiteY205" fmla="*/ 6621458 h 6857996"/>
              <a:gd name="connsiteX206" fmla="*/ 6003918 w 12191993"/>
              <a:gd name="connsiteY206" fmla="*/ 6615108 h 6857996"/>
              <a:gd name="connsiteX207" fmla="*/ 6217912 w 12191993"/>
              <a:gd name="connsiteY207" fmla="*/ 6602408 h 6857996"/>
              <a:gd name="connsiteX208" fmla="*/ 6214737 w 12191993"/>
              <a:gd name="connsiteY208" fmla="*/ 6607999 h 6857996"/>
              <a:gd name="connsiteX209" fmla="*/ 6219817 w 12191993"/>
              <a:gd name="connsiteY209" fmla="*/ 6626945 h 6857996"/>
              <a:gd name="connsiteX210" fmla="*/ 6238550 w 12191993"/>
              <a:gd name="connsiteY210" fmla="*/ 6619802 h 6857996"/>
              <a:gd name="connsiteX211" fmla="*/ 6239503 w 12191993"/>
              <a:gd name="connsiteY211" fmla="*/ 6609241 h 6857996"/>
              <a:gd name="connsiteX212" fmla="*/ 6234423 w 12191993"/>
              <a:gd name="connsiteY212" fmla="*/ 6607067 h 6857996"/>
              <a:gd name="connsiteX213" fmla="*/ 6233470 w 12191993"/>
              <a:gd name="connsiteY213" fmla="*/ 6607999 h 6857996"/>
              <a:gd name="connsiteX214" fmla="*/ 6235693 w 12191993"/>
              <a:gd name="connsiteY214" fmla="*/ 6617628 h 6857996"/>
              <a:gd name="connsiteX215" fmla="*/ 6221722 w 12191993"/>
              <a:gd name="connsiteY215" fmla="*/ 6620112 h 6857996"/>
              <a:gd name="connsiteX216" fmla="*/ 6216642 w 12191993"/>
              <a:gd name="connsiteY216" fmla="*/ 6609863 h 6857996"/>
              <a:gd name="connsiteX217" fmla="*/ 6222992 w 12191993"/>
              <a:gd name="connsiteY217" fmla="*/ 6605825 h 6857996"/>
              <a:gd name="connsiteX218" fmla="*/ 6223310 w 12191993"/>
              <a:gd name="connsiteY218" fmla="*/ 6604272 h 6857996"/>
              <a:gd name="connsiteX219" fmla="*/ 6217912 w 12191993"/>
              <a:gd name="connsiteY219" fmla="*/ 6602408 h 6857996"/>
              <a:gd name="connsiteX220" fmla="*/ 6129330 w 12191993"/>
              <a:gd name="connsiteY220" fmla="*/ 6599233 h 6857996"/>
              <a:gd name="connsiteX221" fmla="*/ 6149968 w 12191993"/>
              <a:gd name="connsiteY221" fmla="*/ 6599233 h 6857996"/>
              <a:gd name="connsiteX222" fmla="*/ 6129330 w 12191993"/>
              <a:gd name="connsiteY222" fmla="*/ 6640508 h 6857996"/>
              <a:gd name="connsiteX223" fmla="*/ 6129330 w 12191993"/>
              <a:gd name="connsiteY223" fmla="*/ 6599233 h 6857996"/>
              <a:gd name="connsiteX224" fmla="*/ 6065830 w 12191993"/>
              <a:gd name="connsiteY224" fmla="*/ 6599233 h 6857996"/>
              <a:gd name="connsiteX225" fmla="*/ 6088055 w 12191993"/>
              <a:gd name="connsiteY225" fmla="*/ 6599233 h 6857996"/>
              <a:gd name="connsiteX226" fmla="*/ 6088055 w 12191993"/>
              <a:gd name="connsiteY226" fmla="*/ 6640508 h 6857996"/>
              <a:gd name="connsiteX227" fmla="*/ 6065830 w 12191993"/>
              <a:gd name="connsiteY227" fmla="*/ 6599233 h 6857996"/>
              <a:gd name="connsiteX228" fmla="*/ 5985060 w 12191993"/>
              <a:gd name="connsiteY228" fmla="*/ 6592919 h 6857996"/>
              <a:gd name="connsiteX229" fmla="*/ 5975325 w 12191993"/>
              <a:gd name="connsiteY229" fmla="*/ 6609935 h 6857996"/>
              <a:gd name="connsiteX230" fmla="*/ 5980978 w 12191993"/>
              <a:gd name="connsiteY230" fmla="*/ 6618283 h 6857996"/>
              <a:gd name="connsiteX231" fmla="*/ 5986630 w 12191993"/>
              <a:gd name="connsiteY231" fmla="*/ 6616999 h 6857996"/>
              <a:gd name="connsiteX232" fmla="*/ 5986630 w 12191993"/>
              <a:gd name="connsiteY232" fmla="*/ 6616036 h 6857996"/>
              <a:gd name="connsiteX233" fmla="*/ 5978465 w 12191993"/>
              <a:gd name="connsiteY233" fmla="*/ 6609293 h 6857996"/>
              <a:gd name="connsiteX234" fmla="*/ 5985688 w 12191993"/>
              <a:gd name="connsiteY234" fmla="*/ 6599340 h 6857996"/>
              <a:gd name="connsiteX235" fmla="*/ 5988828 w 12191993"/>
              <a:gd name="connsiteY235" fmla="*/ 6611862 h 6857996"/>
              <a:gd name="connsiteX236" fmla="*/ 5987886 w 12191993"/>
              <a:gd name="connsiteY236" fmla="*/ 6613146 h 6857996"/>
              <a:gd name="connsiteX237" fmla="*/ 5988200 w 12191993"/>
              <a:gd name="connsiteY237" fmla="*/ 6614430 h 6857996"/>
              <a:gd name="connsiteX238" fmla="*/ 5994166 w 12191993"/>
              <a:gd name="connsiteY238" fmla="*/ 6612825 h 6857996"/>
              <a:gd name="connsiteX239" fmla="*/ 5993538 w 12191993"/>
              <a:gd name="connsiteY239" fmla="*/ 6611541 h 6857996"/>
              <a:gd name="connsiteX240" fmla="*/ 5991340 w 12191993"/>
              <a:gd name="connsiteY240" fmla="*/ 6610578 h 6857996"/>
              <a:gd name="connsiteX241" fmla="*/ 5988828 w 12191993"/>
              <a:gd name="connsiteY241" fmla="*/ 6598377 h 6857996"/>
              <a:gd name="connsiteX242" fmla="*/ 5998249 w 12191993"/>
              <a:gd name="connsiteY242" fmla="*/ 6603193 h 6857996"/>
              <a:gd name="connsiteX243" fmla="*/ 5996365 w 12191993"/>
              <a:gd name="connsiteY243" fmla="*/ 6610899 h 6857996"/>
              <a:gd name="connsiteX244" fmla="*/ 5996992 w 12191993"/>
              <a:gd name="connsiteY244" fmla="*/ 6611862 h 6857996"/>
              <a:gd name="connsiteX245" fmla="*/ 6002330 w 12191993"/>
              <a:gd name="connsiteY245" fmla="*/ 6610257 h 6857996"/>
              <a:gd name="connsiteX246" fmla="*/ 6001388 w 12191993"/>
              <a:gd name="connsiteY246" fmla="*/ 6603835 h 6857996"/>
              <a:gd name="connsiteX247" fmla="*/ 5985060 w 12191993"/>
              <a:gd name="connsiteY247" fmla="*/ 6592919 h 6857996"/>
              <a:gd name="connsiteX248" fmla="*/ 6218230 w 12191993"/>
              <a:gd name="connsiteY248" fmla="*/ 6591296 h 6857996"/>
              <a:gd name="connsiteX249" fmla="*/ 6216642 w 12191993"/>
              <a:gd name="connsiteY249" fmla="*/ 6599234 h 6857996"/>
              <a:gd name="connsiteX250" fmla="*/ 6218230 w 12191993"/>
              <a:gd name="connsiteY250" fmla="*/ 6599234 h 6857996"/>
              <a:gd name="connsiteX251" fmla="*/ 6219817 w 12191993"/>
              <a:gd name="connsiteY251" fmla="*/ 6597646 h 6857996"/>
              <a:gd name="connsiteX252" fmla="*/ 6240455 w 12191993"/>
              <a:gd name="connsiteY252" fmla="*/ 6600821 h 6857996"/>
              <a:gd name="connsiteX253" fmla="*/ 6240455 w 12191993"/>
              <a:gd name="connsiteY253" fmla="*/ 6602409 h 6857996"/>
              <a:gd name="connsiteX254" fmla="*/ 6242043 w 12191993"/>
              <a:gd name="connsiteY254" fmla="*/ 6603996 h 6857996"/>
              <a:gd name="connsiteX255" fmla="*/ 6243630 w 12191993"/>
              <a:gd name="connsiteY255" fmla="*/ 6594471 h 6857996"/>
              <a:gd name="connsiteX256" fmla="*/ 6242043 w 12191993"/>
              <a:gd name="connsiteY256" fmla="*/ 6596059 h 6857996"/>
              <a:gd name="connsiteX257" fmla="*/ 6219817 w 12191993"/>
              <a:gd name="connsiteY257" fmla="*/ 6592884 h 6857996"/>
              <a:gd name="connsiteX258" fmla="*/ 6219817 w 12191993"/>
              <a:gd name="connsiteY258" fmla="*/ 6591296 h 6857996"/>
              <a:gd name="connsiteX259" fmla="*/ 4811421 w 12191993"/>
              <a:gd name="connsiteY259" fmla="*/ 6570659 h 6857996"/>
              <a:gd name="connsiteX260" fmla="*/ 4812359 w 12191993"/>
              <a:gd name="connsiteY260" fmla="*/ 6570659 h 6857996"/>
              <a:gd name="connsiteX261" fmla="*/ 4813298 w 12191993"/>
              <a:gd name="connsiteY261" fmla="*/ 6572952 h 6857996"/>
              <a:gd name="connsiteX262" fmla="*/ 4813298 w 12191993"/>
              <a:gd name="connsiteY262" fmla="*/ 6576883 h 6857996"/>
              <a:gd name="connsiteX263" fmla="*/ 4810796 w 12191993"/>
              <a:gd name="connsiteY263" fmla="*/ 6586056 h 6857996"/>
              <a:gd name="connsiteX264" fmla="*/ 4800166 w 12191993"/>
              <a:gd name="connsiteY264" fmla="*/ 6591297 h 6857996"/>
              <a:gd name="connsiteX265" fmla="*/ 4792659 w 12191993"/>
              <a:gd name="connsiteY265" fmla="*/ 6583763 h 6857996"/>
              <a:gd name="connsiteX266" fmla="*/ 4797977 w 12191993"/>
              <a:gd name="connsiteY266" fmla="*/ 6574918 h 6857996"/>
              <a:gd name="connsiteX267" fmla="*/ 4810169 w 12191993"/>
              <a:gd name="connsiteY267" fmla="*/ 6570987 h 6857996"/>
              <a:gd name="connsiteX268" fmla="*/ 4811421 w 12191993"/>
              <a:gd name="connsiteY268" fmla="*/ 6570659 h 6857996"/>
              <a:gd name="connsiteX269" fmla="*/ 5974078 w 12191993"/>
              <a:gd name="connsiteY269" fmla="*/ 6569071 h 6857996"/>
              <a:gd name="connsiteX270" fmla="*/ 5994394 w 12191993"/>
              <a:gd name="connsiteY270" fmla="*/ 6569721 h 6857996"/>
              <a:gd name="connsiteX271" fmla="*/ 5993749 w 12191993"/>
              <a:gd name="connsiteY271" fmla="*/ 6575566 h 6857996"/>
              <a:gd name="connsiteX272" fmla="*/ 5985364 w 12191993"/>
              <a:gd name="connsiteY272" fmla="*/ 6583035 h 6857996"/>
              <a:gd name="connsiteX273" fmla="*/ 5974078 w 12191993"/>
              <a:gd name="connsiteY273" fmla="*/ 6574267 h 6857996"/>
              <a:gd name="connsiteX274" fmla="*/ 5974078 w 12191993"/>
              <a:gd name="connsiteY274" fmla="*/ 6569071 h 6857996"/>
              <a:gd name="connsiteX275" fmla="*/ 5970895 w 12191993"/>
              <a:gd name="connsiteY275" fmla="*/ 6561133 h 6857996"/>
              <a:gd name="connsiteX276" fmla="*/ 5970895 w 12191993"/>
              <a:gd name="connsiteY276" fmla="*/ 6574627 h 6857996"/>
              <a:gd name="connsiteX277" fmla="*/ 5985016 w 12191993"/>
              <a:gd name="connsiteY277" fmla="*/ 6588121 h 6857996"/>
              <a:gd name="connsiteX278" fmla="*/ 5996628 w 12191993"/>
              <a:gd name="connsiteY278" fmla="*/ 6573342 h 6857996"/>
              <a:gd name="connsiteX279" fmla="*/ 5997568 w 12191993"/>
              <a:gd name="connsiteY279" fmla="*/ 6561776 h 6857996"/>
              <a:gd name="connsiteX280" fmla="*/ 5996000 w 12191993"/>
              <a:gd name="connsiteY280" fmla="*/ 6561776 h 6857996"/>
              <a:gd name="connsiteX281" fmla="*/ 5995058 w 12191993"/>
              <a:gd name="connsiteY281" fmla="*/ 6563382 h 6857996"/>
              <a:gd name="connsiteX282" fmla="*/ 5973718 w 12191993"/>
              <a:gd name="connsiteY282" fmla="*/ 6563061 h 6857996"/>
              <a:gd name="connsiteX283" fmla="*/ 5972463 w 12191993"/>
              <a:gd name="connsiteY283" fmla="*/ 6561133 h 6857996"/>
              <a:gd name="connsiteX284" fmla="*/ 5970895 w 12191993"/>
              <a:gd name="connsiteY284" fmla="*/ 6561133 h 6857996"/>
              <a:gd name="connsiteX285" fmla="*/ 6218230 w 12191993"/>
              <a:gd name="connsiteY285" fmla="*/ 6559546 h 6857996"/>
              <a:gd name="connsiteX286" fmla="*/ 6220070 w 12191993"/>
              <a:gd name="connsiteY286" fmla="*/ 6564826 h 6857996"/>
              <a:gd name="connsiteX287" fmla="*/ 6219764 w 12191993"/>
              <a:gd name="connsiteY287" fmla="*/ 6584394 h 6857996"/>
              <a:gd name="connsiteX288" fmla="*/ 6218537 w 12191993"/>
              <a:gd name="connsiteY288" fmla="*/ 6588121 h 6857996"/>
              <a:gd name="connsiteX289" fmla="*/ 6224364 w 12191993"/>
              <a:gd name="connsiteY289" fmla="*/ 6584394 h 6857996"/>
              <a:gd name="connsiteX290" fmla="*/ 6223137 w 12191993"/>
              <a:gd name="connsiteY290" fmla="*/ 6583773 h 6857996"/>
              <a:gd name="connsiteX291" fmla="*/ 6222830 w 12191993"/>
              <a:gd name="connsiteY291" fmla="*/ 6577561 h 6857996"/>
              <a:gd name="connsiteX292" fmla="*/ 6243685 w 12191993"/>
              <a:gd name="connsiteY292" fmla="*/ 6577250 h 6857996"/>
              <a:gd name="connsiteX293" fmla="*/ 6244605 w 12191993"/>
              <a:gd name="connsiteY293" fmla="*/ 6578803 h 6857996"/>
              <a:gd name="connsiteX294" fmla="*/ 6245218 w 12191993"/>
              <a:gd name="connsiteY294" fmla="*/ 6579114 h 6857996"/>
              <a:gd name="connsiteX295" fmla="*/ 6245218 w 12191993"/>
              <a:gd name="connsiteY295" fmla="*/ 6571349 h 6857996"/>
              <a:gd name="connsiteX296" fmla="*/ 6243992 w 12191993"/>
              <a:gd name="connsiteY296" fmla="*/ 6571349 h 6857996"/>
              <a:gd name="connsiteX297" fmla="*/ 6243685 w 12191993"/>
              <a:gd name="connsiteY297" fmla="*/ 6572281 h 6857996"/>
              <a:gd name="connsiteX298" fmla="*/ 6222524 w 12191993"/>
              <a:gd name="connsiteY298" fmla="*/ 6572591 h 6857996"/>
              <a:gd name="connsiteX299" fmla="*/ 6223444 w 12191993"/>
              <a:gd name="connsiteY299" fmla="*/ 6564516 h 6857996"/>
              <a:gd name="connsiteX300" fmla="*/ 6224977 w 12191993"/>
              <a:gd name="connsiteY300" fmla="*/ 6563895 h 6857996"/>
              <a:gd name="connsiteX301" fmla="*/ 6218230 w 12191993"/>
              <a:gd name="connsiteY301" fmla="*/ 6559546 h 6857996"/>
              <a:gd name="connsiteX302" fmla="*/ 5983809 w 12191993"/>
              <a:gd name="connsiteY302" fmla="*/ 6552364 h 6857996"/>
              <a:gd name="connsiteX303" fmla="*/ 5982298 w 12191993"/>
              <a:gd name="connsiteY303" fmla="*/ 6556900 h 6857996"/>
              <a:gd name="connsiteX304" fmla="*/ 5985926 w 12191993"/>
              <a:gd name="connsiteY304" fmla="*/ 6558790 h 6857996"/>
              <a:gd name="connsiteX305" fmla="*/ 5987437 w 12191993"/>
              <a:gd name="connsiteY305" fmla="*/ 6553498 h 6857996"/>
              <a:gd name="connsiteX306" fmla="*/ 5983809 w 12191993"/>
              <a:gd name="connsiteY306" fmla="*/ 6552364 h 6857996"/>
              <a:gd name="connsiteX307" fmla="*/ 5026508 w 12191993"/>
              <a:gd name="connsiteY307" fmla="*/ 6543672 h 6857996"/>
              <a:gd name="connsiteX308" fmla="*/ 5043486 w 12191993"/>
              <a:gd name="connsiteY308" fmla="*/ 6568904 h 6857996"/>
              <a:gd name="connsiteX309" fmla="*/ 5027743 w 12191993"/>
              <a:gd name="connsiteY309" fmla="*/ 6591297 h 6857996"/>
              <a:gd name="connsiteX310" fmla="*/ 5010148 w 12191993"/>
              <a:gd name="connsiteY310" fmla="*/ 6566696 h 6857996"/>
              <a:gd name="connsiteX311" fmla="*/ 5026508 w 12191993"/>
              <a:gd name="connsiteY311" fmla="*/ 6543672 h 6857996"/>
              <a:gd name="connsiteX312" fmla="*/ 4954742 w 12191993"/>
              <a:gd name="connsiteY312" fmla="*/ 6543672 h 6857996"/>
              <a:gd name="connsiteX313" fmla="*/ 4968873 w 12191993"/>
              <a:gd name="connsiteY313" fmla="*/ 6566831 h 6857996"/>
              <a:gd name="connsiteX314" fmla="*/ 4951602 w 12191993"/>
              <a:gd name="connsiteY314" fmla="*/ 6592885 h 6857996"/>
              <a:gd name="connsiteX315" fmla="*/ 4941867 w 12191993"/>
              <a:gd name="connsiteY315" fmla="*/ 6587739 h 6857996"/>
              <a:gd name="connsiteX316" fmla="*/ 4940297 w 12191993"/>
              <a:gd name="connsiteY316" fmla="*/ 6571334 h 6857996"/>
              <a:gd name="connsiteX317" fmla="*/ 4942494 w 12191993"/>
              <a:gd name="connsiteY317" fmla="*/ 6553965 h 6857996"/>
              <a:gd name="connsiteX318" fmla="*/ 4954742 w 12191993"/>
              <a:gd name="connsiteY318" fmla="*/ 6543672 h 6857996"/>
              <a:gd name="connsiteX319" fmla="*/ 5178611 w 12191993"/>
              <a:gd name="connsiteY319" fmla="*/ 6542084 h 6857996"/>
              <a:gd name="connsiteX320" fmla="*/ 5189759 w 12191993"/>
              <a:gd name="connsiteY320" fmla="*/ 6548752 h 6857996"/>
              <a:gd name="connsiteX321" fmla="*/ 5192710 w 12191993"/>
              <a:gd name="connsiteY321" fmla="*/ 6566214 h 6857996"/>
              <a:gd name="connsiteX322" fmla="*/ 5178611 w 12191993"/>
              <a:gd name="connsiteY322" fmla="*/ 6589709 h 6857996"/>
              <a:gd name="connsiteX323" fmla="*/ 5162548 w 12191993"/>
              <a:gd name="connsiteY323" fmla="*/ 6564944 h 6857996"/>
              <a:gd name="connsiteX324" fmla="*/ 5178611 w 12191993"/>
              <a:gd name="connsiteY324" fmla="*/ 6542084 h 6857996"/>
              <a:gd name="connsiteX325" fmla="*/ 4872968 w 12191993"/>
              <a:gd name="connsiteY325" fmla="*/ 6542084 h 6857996"/>
              <a:gd name="connsiteX326" fmla="*/ 4883528 w 12191993"/>
              <a:gd name="connsiteY326" fmla="*/ 6548752 h 6857996"/>
              <a:gd name="connsiteX327" fmla="*/ 4886321 w 12191993"/>
              <a:gd name="connsiteY327" fmla="*/ 6566214 h 6857996"/>
              <a:gd name="connsiteX328" fmla="*/ 4872968 w 12191993"/>
              <a:gd name="connsiteY328" fmla="*/ 6589709 h 6857996"/>
              <a:gd name="connsiteX329" fmla="*/ 4857745 w 12191993"/>
              <a:gd name="connsiteY329" fmla="*/ 6564944 h 6857996"/>
              <a:gd name="connsiteX330" fmla="*/ 4872968 w 12191993"/>
              <a:gd name="connsiteY330" fmla="*/ 6542084 h 6857996"/>
              <a:gd name="connsiteX331" fmla="*/ 5579869 w 12191993"/>
              <a:gd name="connsiteY331" fmla="*/ 6540496 h 6857996"/>
              <a:gd name="connsiteX332" fmla="*/ 5587389 w 12191993"/>
              <a:gd name="connsiteY332" fmla="*/ 6544134 h 6857996"/>
              <a:gd name="connsiteX333" fmla="*/ 5589582 w 12191993"/>
              <a:gd name="connsiteY333" fmla="*/ 6551741 h 6857996"/>
              <a:gd name="connsiteX334" fmla="*/ 5587077 w 12191993"/>
              <a:gd name="connsiteY334" fmla="*/ 6554387 h 6857996"/>
              <a:gd name="connsiteX335" fmla="*/ 5576110 w 12191993"/>
              <a:gd name="connsiteY335" fmla="*/ 6555710 h 6857996"/>
              <a:gd name="connsiteX336" fmla="*/ 5570157 w 12191993"/>
              <a:gd name="connsiteY336" fmla="*/ 6556041 h 6857996"/>
              <a:gd name="connsiteX337" fmla="*/ 5567337 w 12191993"/>
              <a:gd name="connsiteY337" fmla="*/ 6556371 h 6857996"/>
              <a:gd name="connsiteX338" fmla="*/ 5565771 w 12191993"/>
              <a:gd name="connsiteY338" fmla="*/ 6554718 h 6857996"/>
              <a:gd name="connsiteX339" fmla="*/ 5569217 w 12191993"/>
              <a:gd name="connsiteY339" fmla="*/ 6545788 h 6857996"/>
              <a:gd name="connsiteX340" fmla="*/ 5579869 w 12191993"/>
              <a:gd name="connsiteY340" fmla="*/ 6540496 h 6857996"/>
              <a:gd name="connsiteX341" fmla="*/ 6129330 w 12191993"/>
              <a:gd name="connsiteY341" fmla="*/ 6537321 h 6857996"/>
              <a:gd name="connsiteX342" fmla="*/ 6173780 w 12191993"/>
              <a:gd name="connsiteY342" fmla="*/ 6537321 h 6857996"/>
              <a:gd name="connsiteX343" fmla="*/ 6166631 w 12191993"/>
              <a:gd name="connsiteY343" fmla="*/ 6559546 h 6857996"/>
              <a:gd name="connsiteX344" fmla="*/ 6129330 w 12191993"/>
              <a:gd name="connsiteY344" fmla="*/ 6559546 h 6857996"/>
              <a:gd name="connsiteX345" fmla="*/ 6129330 w 12191993"/>
              <a:gd name="connsiteY345" fmla="*/ 6537321 h 6857996"/>
              <a:gd name="connsiteX346" fmla="*/ 6096878 w 12191993"/>
              <a:gd name="connsiteY346" fmla="*/ 6537321 h 6857996"/>
              <a:gd name="connsiteX347" fmla="*/ 6108373 w 12191993"/>
              <a:gd name="connsiteY347" fmla="*/ 6537321 h 6857996"/>
              <a:gd name="connsiteX348" fmla="*/ 6119869 w 12191993"/>
              <a:gd name="connsiteY348" fmla="*/ 6537321 h 6857996"/>
              <a:gd name="connsiteX349" fmla="*/ 6119869 w 12191993"/>
              <a:gd name="connsiteY349" fmla="*/ 6568512 h 6857996"/>
              <a:gd name="connsiteX350" fmla="*/ 6164255 w 12191993"/>
              <a:gd name="connsiteY350" fmla="*/ 6568512 h 6857996"/>
              <a:gd name="connsiteX351" fmla="*/ 6162659 w 12191993"/>
              <a:gd name="connsiteY351" fmla="*/ 6572012 h 6857996"/>
              <a:gd name="connsiteX352" fmla="*/ 6154995 w 12191993"/>
              <a:gd name="connsiteY352" fmla="*/ 6590154 h 6857996"/>
              <a:gd name="connsiteX353" fmla="*/ 6124659 w 12191993"/>
              <a:gd name="connsiteY353" fmla="*/ 6590154 h 6857996"/>
              <a:gd name="connsiteX354" fmla="*/ 6119869 w 12191993"/>
              <a:gd name="connsiteY354" fmla="*/ 6590154 h 6857996"/>
              <a:gd name="connsiteX355" fmla="*/ 6119869 w 12191993"/>
              <a:gd name="connsiteY355" fmla="*/ 6655080 h 6857996"/>
              <a:gd name="connsiteX356" fmla="*/ 6110928 w 12191993"/>
              <a:gd name="connsiteY356" fmla="*/ 6666538 h 6857996"/>
              <a:gd name="connsiteX357" fmla="*/ 6108373 w 12191993"/>
              <a:gd name="connsiteY357" fmla="*/ 6669084 h 6857996"/>
              <a:gd name="connsiteX358" fmla="*/ 6105819 w 12191993"/>
              <a:gd name="connsiteY358" fmla="*/ 6666538 h 6857996"/>
              <a:gd name="connsiteX359" fmla="*/ 6096878 w 12191993"/>
              <a:gd name="connsiteY359" fmla="*/ 6655080 h 6857996"/>
              <a:gd name="connsiteX360" fmla="*/ 6096878 w 12191993"/>
              <a:gd name="connsiteY360" fmla="*/ 6590154 h 6857996"/>
              <a:gd name="connsiteX361" fmla="*/ 6092407 w 12191993"/>
              <a:gd name="connsiteY361" fmla="*/ 6590154 h 6857996"/>
              <a:gd name="connsiteX362" fmla="*/ 6062391 w 12191993"/>
              <a:gd name="connsiteY362" fmla="*/ 6590154 h 6857996"/>
              <a:gd name="connsiteX363" fmla="*/ 6054727 w 12191993"/>
              <a:gd name="connsiteY363" fmla="*/ 6572012 h 6857996"/>
              <a:gd name="connsiteX364" fmla="*/ 6053130 w 12191993"/>
              <a:gd name="connsiteY364" fmla="*/ 6568512 h 6857996"/>
              <a:gd name="connsiteX365" fmla="*/ 6096878 w 12191993"/>
              <a:gd name="connsiteY365" fmla="*/ 6568512 h 6857996"/>
              <a:gd name="connsiteX366" fmla="*/ 6096878 w 12191993"/>
              <a:gd name="connsiteY366" fmla="*/ 6537321 h 6857996"/>
              <a:gd name="connsiteX367" fmla="*/ 6042017 w 12191993"/>
              <a:gd name="connsiteY367" fmla="*/ 6537321 h 6857996"/>
              <a:gd name="connsiteX368" fmla="*/ 6088055 w 12191993"/>
              <a:gd name="connsiteY368" fmla="*/ 6537321 h 6857996"/>
              <a:gd name="connsiteX369" fmla="*/ 6088055 w 12191993"/>
              <a:gd name="connsiteY369" fmla="*/ 6559546 h 6857996"/>
              <a:gd name="connsiteX370" fmla="*/ 6049150 w 12191993"/>
              <a:gd name="connsiteY370" fmla="*/ 6559546 h 6857996"/>
              <a:gd name="connsiteX371" fmla="*/ 6042017 w 12191993"/>
              <a:gd name="connsiteY371" fmla="*/ 6537321 h 6857996"/>
              <a:gd name="connsiteX372" fmla="*/ 5089323 w 12191993"/>
              <a:gd name="connsiteY372" fmla="*/ 6532559 h 6857996"/>
              <a:gd name="connsiteX373" fmla="*/ 5087120 w 12191993"/>
              <a:gd name="connsiteY373" fmla="*/ 6532877 h 6857996"/>
              <a:gd name="connsiteX374" fmla="*/ 5067916 w 12191993"/>
              <a:gd name="connsiteY374" fmla="*/ 6534782 h 6857996"/>
              <a:gd name="connsiteX375" fmla="*/ 5065710 w 12191993"/>
              <a:gd name="connsiteY375" fmla="*/ 6536687 h 6857996"/>
              <a:gd name="connsiteX376" fmla="*/ 5065710 w 12191993"/>
              <a:gd name="connsiteY376" fmla="*/ 6538909 h 6857996"/>
              <a:gd name="connsiteX377" fmla="*/ 5069489 w 12191993"/>
              <a:gd name="connsiteY377" fmla="*/ 6541132 h 6857996"/>
              <a:gd name="connsiteX378" fmla="*/ 5074842 w 12191993"/>
              <a:gd name="connsiteY378" fmla="*/ 6558277 h 6857996"/>
              <a:gd name="connsiteX379" fmla="*/ 5074842 w 12191993"/>
              <a:gd name="connsiteY379" fmla="*/ 6570025 h 6857996"/>
              <a:gd name="connsiteX380" fmla="*/ 5074842 w 12191993"/>
              <a:gd name="connsiteY380" fmla="*/ 6577010 h 6857996"/>
              <a:gd name="connsiteX381" fmla="*/ 5074842 w 12191993"/>
              <a:gd name="connsiteY381" fmla="*/ 6582725 h 6857996"/>
              <a:gd name="connsiteX382" fmla="*/ 5080824 w 12191993"/>
              <a:gd name="connsiteY382" fmla="*/ 6597012 h 6857996"/>
              <a:gd name="connsiteX383" fmla="*/ 5094046 w 12191993"/>
              <a:gd name="connsiteY383" fmla="*/ 6600505 h 6857996"/>
              <a:gd name="connsiteX384" fmla="*/ 5112304 w 12191993"/>
              <a:gd name="connsiteY384" fmla="*/ 6590980 h 6857996"/>
              <a:gd name="connsiteX385" fmla="*/ 5115138 w 12191993"/>
              <a:gd name="connsiteY385" fmla="*/ 6588757 h 6857996"/>
              <a:gd name="connsiteX386" fmla="*/ 5116398 w 12191993"/>
              <a:gd name="connsiteY386" fmla="*/ 6591615 h 6857996"/>
              <a:gd name="connsiteX387" fmla="*/ 5118599 w 12191993"/>
              <a:gd name="connsiteY387" fmla="*/ 6600822 h 6857996"/>
              <a:gd name="connsiteX388" fmla="*/ 5120489 w 12191993"/>
              <a:gd name="connsiteY388" fmla="*/ 6600505 h 6857996"/>
              <a:gd name="connsiteX389" fmla="*/ 5138120 w 12191993"/>
              <a:gd name="connsiteY389" fmla="*/ 6597965 h 6857996"/>
              <a:gd name="connsiteX390" fmla="*/ 5140322 w 12191993"/>
              <a:gd name="connsiteY390" fmla="*/ 6595742 h 6857996"/>
              <a:gd name="connsiteX391" fmla="*/ 5140322 w 12191993"/>
              <a:gd name="connsiteY391" fmla="*/ 6594155 h 6857996"/>
              <a:gd name="connsiteX392" fmla="*/ 5137805 w 12191993"/>
              <a:gd name="connsiteY392" fmla="*/ 6591932 h 6857996"/>
              <a:gd name="connsiteX393" fmla="*/ 5131195 w 12191993"/>
              <a:gd name="connsiteY393" fmla="*/ 6586535 h 6857996"/>
              <a:gd name="connsiteX394" fmla="*/ 5130565 w 12191993"/>
              <a:gd name="connsiteY394" fmla="*/ 6564627 h 6857996"/>
              <a:gd name="connsiteX395" fmla="*/ 5130565 w 12191993"/>
              <a:gd name="connsiteY395" fmla="*/ 6555419 h 6857996"/>
              <a:gd name="connsiteX396" fmla="*/ 5130565 w 12191993"/>
              <a:gd name="connsiteY396" fmla="*/ 6546847 h 6857996"/>
              <a:gd name="connsiteX397" fmla="*/ 5130880 w 12191993"/>
              <a:gd name="connsiteY397" fmla="*/ 6537639 h 6857996"/>
              <a:gd name="connsiteX398" fmla="*/ 5131195 w 12191993"/>
              <a:gd name="connsiteY398" fmla="*/ 6534147 h 6857996"/>
              <a:gd name="connsiteX399" fmla="*/ 5129304 w 12191993"/>
              <a:gd name="connsiteY399" fmla="*/ 6532559 h 6857996"/>
              <a:gd name="connsiteX400" fmla="*/ 5127416 w 12191993"/>
              <a:gd name="connsiteY400" fmla="*/ 6532877 h 6857996"/>
              <a:gd name="connsiteX401" fmla="*/ 5108842 w 12191993"/>
              <a:gd name="connsiteY401" fmla="*/ 6534782 h 6857996"/>
              <a:gd name="connsiteX402" fmla="*/ 5106638 w 12191993"/>
              <a:gd name="connsiteY402" fmla="*/ 6536687 h 6857996"/>
              <a:gd name="connsiteX403" fmla="*/ 5106638 w 12191993"/>
              <a:gd name="connsiteY403" fmla="*/ 6538909 h 6857996"/>
              <a:gd name="connsiteX404" fmla="*/ 5110102 w 12191993"/>
              <a:gd name="connsiteY404" fmla="*/ 6541132 h 6857996"/>
              <a:gd name="connsiteX405" fmla="*/ 5115138 w 12191993"/>
              <a:gd name="connsiteY405" fmla="*/ 6544942 h 6857996"/>
              <a:gd name="connsiteX406" fmla="*/ 5115768 w 12191993"/>
              <a:gd name="connsiteY406" fmla="*/ 6558277 h 6857996"/>
              <a:gd name="connsiteX407" fmla="*/ 5115768 w 12191993"/>
              <a:gd name="connsiteY407" fmla="*/ 6564627 h 6857996"/>
              <a:gd name="connsiteX408" fmla="*/ 5113564 w 12191993"/>
              <a:gd name="connsiteY408" fmla="*/ 6581455 h 6857996"/>
              <a:gd name="connsiteX409" fmla="*/ 5100026 w 12191993"/>
              <a:gd name="connsiteY409" fmla="*/ 6588757 h 6857996"/>
              <a:gd name="connsiteX410" fmla="*/ 5091842 w 12191993"/>
              <a:gd name="connsiteY410" fmla="*/ 6585265 h 6857996"/>
              <a:gd name="connsiteX411" fmla="*/ 5089639 w 12191993"/>
              <a:gd name="connsiteY411" fmla="*/ 6568437 h 6857996"/>
              <a:gd name="connsiteX412" fmla="*/ 5089639 w 12191993"/>
              <a:gd name="connsiteY412" fmla="*/ 6557959 h 6857996"/>
              <a:gd name="connsiteX413" fmla="*/ 5090582 w 12191993"/>
              <a:gd name="connsiteY413" fmla="*/ 6537004 h 6857996"/>
              <a:gd name="connsiteX414" fmla="*/ 5090582 w 12191993"/>
              <a:gd name="connsiteY414" fmla="*/ 6534147 h 6857996"/>
              <a:gd name="connsiteX415" fmla="*/ 5089323 w 12191993"/>
              <a:gd name="connsiteY415" fmla="*/ 6532559 h 6857996"/>
              <a:gd name="connsiteX416" fmla="*/ 5027612 w 12191993"/>
              <a:gd name="connsiteY416" fmla="*/ 6532559 h 6857996"/>
              <a:gd name="connsiteX417" fmla="*/ 5003796 w 12191993"/>
              <a:gd name="connsiteY417" fmla="*/ 6542129 h 6857996"/>
              <a:gd name="connsiteX418" fmla="*/ 4994273 w 12191993"/>
              <a:gd name="connsiteY418" fmla="*/ 6568605 h 6857996"/>
              <a:gd name="connsiteX419" fmla="*/ 5025071 w 12191993"/>
              <a:gd name="connsiteY419" fmla="*/ 6600822 h 6857996"/>
              <a:gd name="connsiteX420" fmla="*/ 5051107 w 12191993"/>
              <a:gd name="connsiteY420" fmla="*/ 6589658 h 6857996"/>
              <a:gd name="connsiteX421" fmla="*/ 5059361 w 12191993"/>
              <a:gd name="connsiteY421" fmla="*/ 6565096 h 6857996"/>
              <a:gd name="connsiteX422" fmla="*/ 5054599 w 12191993"/>
              <a:gd name="connsiteY422" fmla="*/ 6546276 h 6857996"/>
              <a:gd name="connsiteX423" fmla="*/ 5027612 w 12191993"/>
              <a:gd name="connsiteY423" fmla="*/ 6532559 h 6857996"/>
              <a:gd name="connsiteX424" fmla="*/ 4803177 w 12191993"/>
              <a:gd name="connsiteY424" fmla="*/ 6532559 h 6857996"/>
              <a:gd name="connsiteX425" fmla="*/ 4786838 w 12191993"/>
              <a:gd name="connsiteY425" fmla="*/ 6534491 h 6857996"/>
              <a:gd name="connsiteX426" fmla="*/ 4781497 w 12191993"/>
              <a:gd name="connsiteY426" fmla="*/ 6540285 h 6857996"/>
              <a:gd name="connsiteX427" fmla="*/ 4780556 w 12191993"/>
              <a:gd name="connsiteY427" fmla="*/ 6547366 h 6857996"/>
              <a:gd name="connsiteX428" fmla="*/ 4780556 w 12191993"/>
              <a:gd name="connsiteY428" fmla="*/ 6548010 h 6857996"/>
              <a:gd name="connsiteX429" fmla="*/ 4781497 w 12191993"/>
              <a:gd name="connsiteY429" fmla="*/ 6549619 h 6857996"/>
              <a:gd name="connsiteX430" fmla="*/ 4783384 w 12191993"/>
              <a:gd name="connsiteY430" fmla="*/ 6548976 h 6857996"/>
              <a:gd name="connsiteX431" fmla="*/ 4801291 w 12191993"/>
              <a:gd name="connsiteY431" fmla="*/ 6543825 h 6857996"/>
              <a:gd name="connsiteX432" fmla="*/ 4812916 w 12191993"/>
              <a:gd name="connsiteY432" fmla="*/ 6556379 h 6857996"/>
              <a:gd name="connsiteX433" fmla="*/ 4812916 w 12191993"/>
              <a:gd name="connsiteY433" fmla="*/ 6558632 h 6857996"/>
              <a:gd name="connsiteX434" fmla="*/ 4804747 w 12191993"/>
              <a:gd name="connsiteY434" fmla="*/ 6565070 h 6857996"/>
              <a:gd name="connsiteX435" fmla="*/ 4787782 w 12191993"/>
              <a:gd name="connsiteY435" fmla="*/ 6568611 h 6857996"/>
              <a:gd name="connsiteX436" fmla="*/ 4779927 w 12191993"/>
              <a:gd name="connsiteY436" fmla="*/ 6571508 h 6857996"/>
              <a:gd name="connsiteX437" fmla="*/ 4776786 w 12191993"/>
              <a:gd name="connsiteY437" fmla="*/ 6584705 h 6857996"/>
              <a:gd name="connsiteX438" fmla="*/ 4791238 w 12191993"/>
              <a:gd name="connsiteY438" fmla="*/ 6601444 h 6857996"/>
              <a:gd name="connsiteX439" fmla="*/ 4804120 w 12191993"/>
              <a:gd name="connsiteY439" fmla="*/ 6597903 h 6857996"/>
              <a:gd name="connsiteX440" fmla="*/ 4811661 w 12191993"/>
              <a:gd name="connsiteY440" fmla="*/ 6592109 h 6857996"/>
              <a:gd name="connsiteX441" fmla="*/ 4812602 w 12191993"/>
              <a:gd name="connsiteY441" fmla="*/ 6591787 h 6857996"/>
              <a:gd name="connsiteX442" fmla="*/ 4813545 w 12191993"/>
              <a:gd name="connsiteY442" fmla="*/ 6595328 h 6857996"/>
              <a:gd name="connsiteX443" fmla="*/ 4814174 w 12191993"/>
              <a:gd name="connsiteY443" fmla="*/ 6600478 h 6857996"/>
              <a:gd name="connsiteX444" fmla="*/ 4816372 w 12191993"/>
              <a:gd name="connsiteY444" fmla="*/ 6602409 h 6857996"/>
              <a:gd name="connsiteX445" fmla="*/ 4819200 w 12191993"/>
              <a:gd name="connsiteY445" fmla="*/ 6602409 h 6857996"/>
              <a:gd name="connsiteX446" fmla="*/ 4834596 w 12191993"/>
              <a:gd name="connsiteY446" fmla="*/ 6599512 h 6857996"/>
              <a:gd name="connsiteX447" fmla="*/ 4837109 w 12191993"/>
              <a:gd name="connsiteY447" fmla="*/ 6597259 h 6857996"/>
              <a:gd name="connsiteX448" fmla="*/ 4837109 w 12191993"/>
              <a:gd name="connsiteY448" fmla="*/ 6595328 h 6857996"/>
              <a:gd name="connsiteX449" fmla="*/ 4833968 w 12191993"/>
              <a:gd name="connsiteY449" fmla="*/ 6593074 h 6857996"/>
              <a:gd name="connsiteX450" fmla="*/ 4828312 w 12191993"/>
              <a:gd name="connsiteY450" fmla="*/ 6591465 h 6857996"/>
              <a:gd name="connsiteX451" fmla="*/ 4826740 w 12191993"/>
              <a:gd name="connsiteY451" fmla="*/ 6576336 h 6857996"/>
              <a:gd name="connsiteX452" fmla="*/ 4827371 w 12191993"/>
              <a:gd name="connsiteY452" fmla="*/ 6551551 h 6857996"/>
              <a:gd name="connsiteX453" fmla="*/ 4803177 w 12191993"/>
              <a:gd name="connsiteY453" fmla="*/ 6532559 h 6857996"/>
              <a:gd name="connsiteX454" fmla="*/ 6236007 w 12191993"/>
              <a:gd name="connsiteY454" fmla="*/ 6532558 h 6857996"/>
              <a:gd name="connsiteX455" fmla="*/ 6230040 w 12191993"/>
              <a:gd name="connsiteY455" fmla="*/ 6533843 h 6857996"/>
              <a:gd name="connsiteX456" fmla="*/ 6230040 w 12191993"/>
              <a:gd name="connsiteY456" fmla="*/ 6534806 h 6857996"/>
              <a:gd name="connsiteX457" fmla="*/ 6238658 w 12191993"/>
              <a:gd name="connsiteY457" fmla="*/ 6541869 h 6857996"/>
              <a:gd name="connsiteX458" fmla="*/ 6231035 w 12191993"/>
              <a:gd name="connsiteY458" fmla="*/ 6551822 h 6857996"/>
              <a:gd name="connsiteX459" fmla="*/ 6227720 w 12191993"/>
              <a:gd name="connsiteY459" fmla="*/ 6538980 h 6857996"/>
              <a:gd name="connsiteX460" fmla="*/ 6228714 w 12191993"/>
              <a:gd name="connsiteY460" fmla="*/ 6537374 h 6857996"/>
              <a:gd name="connsiteX461" fmla="*/ 6228383 w 12191993"/>
              <a:gd name="connsiteY461" fmla="*/ 6536411 h 6857996"/>
              <a:gd name="connsiteX462" fmla="*/ 6222417 w 12191993"/>
              <a:gd name="connsiteY462" fmla="*/ 6538016 h 6857996"/>
              <a:gd name="connsiteX463" fmla="*/ 6222748 w 12191993"/>
              <a:gd name="connsiteY463" fmla="*/ 6539301 h 6857996"/>
              <a:gd name="connsiteX464" fmla="*/ 6225068 w 12191993"/>
              <a:gd name="connsiteY464" fmla="*/ 6540264 h 6857996"/>
              <a:gd name="connsiteX465" fmla="*/ 6227720 w 12191993"/>
              <a:gd name="connsiteY465" fmla="*/ 6552785 h 6857996"/>
              <a:gd name="connsiteX466" fmla="*/ 6217776 w 12191993"/>
              <a:gd name="connsiteY466" fmla="*/ 6547648 h 6857996"/>
              <a:gd name="connsiteX467" fmla="*/ 6220096 w 12191993"/>
              <a:gd name="connsiteY467" fmla="*/ 6539943 h 6857996"/>
              <a:gd name="connsiteX468" fmla="*/ 6219102 w 12191993"/>
              <a:gd name="connsiteY468" fmla="*/ 6538980 h 6857996"/>
              <a:gd name="connsiteX469" fmla="*/ 6213467 w 12191993"/>
              <a:gd name="connsiteY469" fmla="*/ 6540264 h 6857996"/>
              <a:gd name="connsiteX470" fmla="*/ 6214793 w 12191993"/>
              <a:gd name="connsiteY470" fmla="*/ 6547006 h 6857996"/>
              <a:gd name="connsiteX471" fmla="*/ 6231698 w 12191993"/>
              <a:gd name="connsiteY471" fmla="*/ 6558244 h 6857996"/>
              <a:gd name="connsiteX472" fmla="*/ 6241973 w 12191993"/>
              <a:gd name="connsiteY472" fmla="*/ 6541227 h 6857996"/>
              <a:gd name="connsiteX473" fmla="*/ 6236007 w 12191993"/>
              <a:gd name="connsiteY473" fmla="*/ 6532558 h 6857996"/>
              <a:gd name="connsiteX474" fmla="*/ 5837231 w 12191993"/>
              <a:gd name="connsiteY474" fmla="*/ 6532558 h 6857996"/>
              <a:gd name="connsiteX475" fmla="*/ 5835644 w 12191993"/>
              <a:gd name="connsiteY475" fmla="*/ 6534151 h 6857996"/>
              <a:gd name="connsiteX476" fmla="*/ 5835644 w 12191993"/>
              <a:gd name="connsiteY476" fmla="*/ 6536381 h 6857996"/>
              <a:gd name="connsiteX477" fmla="*/ 5836915 w 12191993"/>
              <a:gd name="connsiteY477" fmla="*/ 6538612 h 6857996"/>
              <a:gd name="connsiteX478" fmla="*/ 5841676 w 12191993"/>
              <a:gd name="connsiteY478" fmla="*/ 6543072 h 6857996"/>
              <a:gd name="connsiteX479" fmla="*/ 5847074 w 12191993"/>
              <a:gd name="connsiteY479" fmla="*/ 6555816 h 6857996"/>
              <a:gd name="connsiteX480" fmla="*/ 5860408 w 12191993"/>
              <a:gd name="connsiteY480" fmla="*/ 6587357 h 6857996"/>
              <a:gd name="connsiteX481" fmla="*/ 5865488 w 12191993"/>
              <a:gd name="connsiteY481" fmla="*/ 6597234 h 6857996"/>
              <a:gd name="connsiteX482" fmla="*/ 5866123 w 12191993"/>
              <a:gd name="connsiteY482" fmla="*/ 6598190 h 6857996"/>
              <a:gd name="connsiteX483" fmla="*/ 5865171 w 12191993"/>
              <a:gd name="connsiteY483" fmla="*/ 6600738 h 6857996"/>
              <a:gd name="connsiteX484" fmla="*/ 5851518 w 12191993"/>
              <a:gd name="connsiteY484" fmla="*/ 6611571 h 6857996"/>
              <a:gd name="connsiteX485" fmla="*/ 5841358 w 12191993"/>
              <a:gd name="connsiteY485" fmla="*/ 6609978 h 6857996"/>
              <a:gd name="connsiteX486" fmla="*/ 5840406 w 12191993"/>
              <a:gd name="connsiteY486" fmla="*/ 6609978 h 6857996"/>
              <a:gd name="connsiteX487" fmla="*/ 5839136 w 12191993"/>
              <a:gd name="connsiteY487" fmla="*/ 6611889 h 6857996"/>
              <a:gd name="connsiteX488" fmla="*/ 5839136 w 12191993"/>
              <a:gd name="connsiteY488" fmla="*/ 6614119 h 6857996"/>
              <a:gd name="connsiteX489" fmla="*/ 5838818 w 12191993"/>
              <a:gd name="connsiteY489" fmla="*/ 6617305 h 6857996"/>
              <a:gd name="connsiteX490" fmla="*/ 5850566 w 12191993"/>
              <a:gd name="connsiteY490" fmla="*/ 6624633 h 6857996"/>
              <a:gd name="connsiteX491" fmla="*/ 5864218 w 12191993"/>
              <a:gd name="connsiteY491" fmla="*/ 6618898 h 6857996"/>
              <a:gd name="connsiteX492" fmla="*/ 5874696 w 12191993"/>
              <a:gd name="connsiteY492" fmla="*/ 6596597 h 6857996"/>
              <a:gd name="connsiteX493" fmla="*/ 5882634 w 12191993"/>
              <a:gd name="connsiteY493" fmla="*/ 6575569 h 6857996"/>
              <a:gd name="connsiteX494" fmla="*/ 5889619 w 12191993"/>
              <a:gd name="connsiteY494" fmla="*/ 6558046 h 6857996"/>
              <a:gd name="connsiteX495" fmla="*/ 5893429 w 12191993"/>
              <a:gd name="connsiteY495" fmla="*/ 6548170 h 6857996"/>
              <a:gd name="connsiteX496" fmla="*/ 5899461 w 12191993"/>
              <a:gd name="connsiteY496" fmla="*/ 6538612 h 6857996"/>
              <a:gd name="connsiteX497" fmla="*/ 5900731 w 12191993"/>
              <a:gd name="connsiteY497" fmla="*/ 6536381 h 6857996"/>
              <a:gd name="connsiteX498" fmla="*/ 5900731 w 12191993"/>
              <a:gd name="connsiteY498" fmla="*/ 6534151 h 6857996"/>
              <a:gd name="connsiteX499" fmla="*/ 5899144 w 12191993"/>
              <a:gd name="connsiteY499" fmla="*/ 6532558 h 6857996"/>
              <a:gd name="connsiteX500" fmla="*/ 5897874 w 12191993"/>
              <a:gd name="connsiteY500" fmla="*/ 6532877 h 6857996"/>
              <a:gd name="connsiteX501" fmla="*/ 5890254 w 12191993"/>
              <a:gd name="connsiteY501" fmla="*/ 6532877 h 6857996"/>
              <a:gd name="connsiteX502" fmla="*/ 5880729 w 12191993"/>
              <a:gd name="connsiteY502" fmla="*/ 6532558 h 6857996"/>
              <a:gd name="connsiteX503" fmla="*/ 5879459 w 12191993"/>
              <a:gd name="connsiteY503" fmla="*/ 6532558 h 6857996"/>
              <a:gd name="connsiteX504" fmla="*/ 5878189 w 12191993"/>
              <a:gd name="connsiteY504" fmla="*/ 6534151 h 6857996"/>
              <a:gd name="connsiteX505" fmla="*/ 5878189 w 12191993"/>
              <a:gd name="connsiteY505" fmla="*/ 6536381 h 6857996"/>
              <a:gd name="connsiteX506" fmla="*/ 5881364 w 12191993"/>
              <a:gd name="connsiteY506" fmla="*/ 6538930 h 6857996"/>
              <a:gd name="connsiteX507" fmla="*/ 5885174 w 12191993"/>
              <a:gd name="connsiteY507" fmla="*/ 6542753 h 6857996"/>
              <a:gd name="connsiteX508" fmla="*/ 5873109 w 12191993"/>
              <a:gd name="connsiteY508" fmla="*/ 6580985 h 6857996"/>
              <a:gd name="connsiteX509" fmla="*/ 5871840 w 12191993"/>
              <a:gd name="connsiteY509" fmla="*/ 6578118 h 6857996"/>
              <a:gd name="connsiteX510" fmla="*/ 5868346 w 12191993"/>
              <a:gd name="connsiteY510" fmla="*/ 6569197 h 6857996"/>
              <a:gd name="connsiteX511" fmla="*/ 5866441 w 12191993"/>
              <a:gd name="connsiteY511" fmla="*/ 6563781 h 6857996"/>
              <a:gd name="connsiteX512" fmla="*/ 5862313 w 12191993"/>
              <a:gd name="connsiteY512" fmla="*/ 6552949 h 6857996"/>
              <a:gd name="connsiteX513" fmla="*/ 5860091 w 12191993"/>
              <a:gd name="connsiteY513" fmla="*/ 6546258 h 6857996"/>
              <a:gd name="connsiteX514" fmla="*/ 5859138 w 12191993"/>
              <a:gd name="connsiteY514" fmla="*/ 6543391 h 6857996"/>
              <a:gd name="connsiteX515" fmla="*/ 5863266 w 12191993"/>
              <a:gd name="connsiteY515" fmla="*/ 6539567 h 6857996"/>
              <a:gd name="connsiteX516" fmla="*/ 5868028 w 12191993"/>
              <a:gd name="connsiteY516" fmla="*/ 6536381 h 6857996"/>
              <a:gd name="connsiteX517" fmla="*/ 5868028 w 12191993"/>
              <a:gd name="connsiteY517" fmla="*/ 6534151 h 6857996"/>
              <a:gd name="connsiteX518" fmla="*/ 5866441 w 12191993"/>
              <a:gd name="connsiteY518" fmla="*/ 6532558 h 6857996"/>
              <a:gd name="connsiteX519" fmla="*/ 5865171 w 12191993"/>
              <a:gd name="connsiteY519" fmla="*/ 6532558 h 6857996"/>
              <a:gd name="connsiteX520" fmla="*/ 5853423 w 12191993"/>
              <a:gd name="connsiteY520" fmla="*/ 6532877 h 6857996"/>
              <a:gd name="connsiteX521" fmla="*/ 5838184 w 12191993"/>
              <a:gd name="connsiteY521" fmla="*/ 6532558 h 6857996"/>
              <a:gd name="connsiteX522" fmla="*/ 5837231 w 12191993"/>
              <a:gd name="connsiteY522" fmla="*/ 6532558 h 6857996"/>
              <a:gd name="connsiteX523" fmla="*/ 5758711 w 12191993"/>
              <a:gd name="connsiteY523" fmla="*/ 6532558 h 6857996"/>
              <a:gd name="connsiteX524" fmla="*/ 5757429 w 12191993"/>
              <a:gd name="connsiteY524" fmla="*/ 6532877 h 6857996"/>
              <a:gd name="connsiteX525" fmla="*/ 5756469 w 12191993"/>
              <a:gd name="connsiteY525" fmla="*/ 6532877 h 6857996"/>
              <a:gd name="connsiteX526" fmla="*/ 5737876 w 12191993"/>
              <a:gd name="connsiteY526" fmla="*/ 6534791 h 6857996"/>
              <a:gd name="connsiteX527" fmla="*/ 5735632 w 12191993"/>
              <a:gd name="connsiteY527" fmla="*/ 6536705 h 6857996"/>
              <a:gd name="connsiteX528" fmla="*/ 5735632 w 12191993"/>
              <a:gd name="connsiteY528" fmla="*/ 6539258 h 6857996"/>
              <a:gd name="connsiteX529" fmla="*/ 5739159 w 12191993"/>
              <a:gd name="connsiteY529" fmla="*/ 6541172 h 6857996"/>
              <a:gd name="connsiteX530" fmla="*/ 5744929 w 12191993"/>
              <a:gd name="connsiteY530" fmla="*/ 6558399 h 6857996"/>
              <a:gd name="connsiteX531" fmla="*/ 5744929 w 12191993"/>
              <a:gd name="connsiteY531" fmla="*/ 6569245 h 6857996"/>
              <a:gd name="connsiteX532" fmla="*/ 5744608 w 12191993"/>
              <a:gd name="connsiteY532" fmla="*/ 6587430 h 6857996"/>
              <a:gd name="connsiteX533" fmla="*/ 5739478 w 12191993"/>
              <a:gd name="connsiteY533" fmla="*/ 6592534 h 6857996"/>
              <a:gd name="connsiteX534" fmla="*/ 5735632 w 12191993"/>
              <a:gd name="connsiteY534" fmla="*/ 6595405 h 6857996"/>
              <a:gd name="connsiteX535" fmla="*/ 5735632 w 12191993"/>
              <a:gd name="connsiteY535" fmla="*/ 6597638 h 6857996"/>
              <a:gd name="connsiteX536" fmla="*/ 5736913 w 12191993"/>
              <a:gd name="connsiteY536" fmla="*/ 6599233 h 6857996"/>
              <a:gd name="connsiteX537" fmla="*/ 5737876 w 12191993"/>
              <a:gd name="connsiteY537" fmla="*/ 6599233 h 6857996"/>
              <a:gd name="connsiteX538" fmla="*/ 5752302 w 12191993"/>
              <a:gd name="connsiteY538" fmla="*/ 6598914 h 6857996"/>
              <a:gd name="connsiteX539" fmla="*/ 5766726 w 12191993"/>
              <a:gd name="connsiteY539" fmla="*/ 6599233 h 6857996"/>
              <a:gd name="connsiteX540" fmla="*/ 5767687 w 12191993"/>
              <a:gd name="connsiteY540" fmla="*/ 6599233 h 6857996"/>
              <a:gd name="connsiteX541" fmla="*/ 5768969 w 12191993"/>
              <a:gd name="connsiteY541" fmla="*/ 6597638 h 6857996"/>
              <a:gd name="connsiteX542" fmla="*/ 5768969 w 12191993"/>
              <a:gd name="connsiteY542" fmla="*/ 6595405 h 6857996"/>
              <a:gd name="connsiteX543" fmla="*/ 5765124 w 12191993"/>
              <a:gd name="connsiteY543" fmla="*/ 6592534 h 6857996"/>
              <a:gd name="connsiteX544" fmla="*/ 5759994 w 12191993"/>
              <a:gd name="connsiteY544" fmla="*/ 6587430 h 6857996"/>
              <a:gd name="connsiteX545" fmla="*/ 5759994 w 12191993"/>
              <a:gd name="connsiteY545" fmla="*/ 6569245 h 6857996"/>
              <a:gd name="connsiteX546" fmla="*/ 5759994 w 12191993"/>
              <a:gd name="connsiteY546" fmla="*/ 6562865 h 6857996"/>
              <a:gd name="connsiteX547" fmla="*/ 5759994 w 12191993"/>
              <a:gd name="connsiteY547" fmla="*/ 6540215 h 6857996"/>
              <a:gd name="connsiteX548" fmla="*/ 5760314 w 12191993"/>
              <a:gd name="connsiteY548" fmla="*/ 6535110 h 6857996"/>
              <a:gd name="connsiteX549" fmla="*/ 5758711 w 12191993"/>
              <a:gd name="connsiteY549" fmla="*/ 6532558 h 6857996"/>
              <a:gd name="connsiteX550" fmla="*/ 5705788 w 12191993"/>
              <a:gd name="connsiteY550" fmla="*/ 6532558 h 6857996"/>
              <a:gd name="connsiteX551" fmla="*/ 5680070 w 12191993"/>
              <a:gd name="connsiteY551" fmla="*/ 6553292 h 6857996"/>
              <a:gd name="connsiteX552" fmla="*/ 5701025 w 12191993"/>
              <a:gd name="connsiteY552" fmla="*/ 6575621 h 6857996"/>
              <a:gd name="connsiteX553" fmla="*/ 5710233 w 12191993"/>
              <a:gd name="connsiteY553" fmla="*/ 6584872 h 6857996"/>
              <a:gd name="connsiteX554" fmla="*/ 5699119 w 12191993"/>
              <a:gd name="connsiteY554" fmla="*/ 6593804 h 6857996"/>
              <a:gd name="connsiteX555" fmla="*/ 5686102 w 12191993"/>
              <a:gd name="connsiteY555" fmla="*/ 6585829 h 6857996"/>
              <a:gd name="connsiteX556" fmla="*/ 5683880 w 12191993"/>
              <a:gd name="connsiteY556" fmla="*/ 6582320 h 6857996"/>
              <a:gd name="connsiteX557" fmla="*/ 5681657 w 12191993"/>
              <a:gd name="connsiteY557" fmla="*/ 6582320 h 6857996"/>
              <a:gd name="connsiteX558" fmla="*/ 5679434 w 12191993"/>
              <a:gd name="connsiteY558" fmla="*/ 6584553 h 6857996"/>
              <a:gd name="connsiteX559" fmla="*/ 5678483 w 12191993"/>
              <a:gd name="connsiteY559" fmla="*/ 6593485 h 6857996"/>
              <a:gd name="connsiteX560" fmla="*/ 5680705 w 12191993"/>
              <a:gd name="connsiteY560" fmla="*/ 6597312 h 6857996"/>
              <a:gd name="connsiteX561" fmla="*/ 5697533 w 12191993"/>
              <a:gd name="connsiteY561" fmla="*/ 6600821 h 6857996"/>
              <a:gd name="connsiteX562" fmla="*/ 5724521 w 12191993"/>
              <a:gd name="connsiteY562" fmla="*/ 6580725 h 6857996"/>
              <a:gd name="connsiteX563" fmla="*/ 5711185 w 12191993"/>
              <a:gd name="connsiteY563" fmla="*/ 6562862 h 6857996"/>
              <a:gd name="connsiteX564" fmla="*/ 5699755 w 12191993"/>
              <a:gd name="connsiteY564" fmla="*/ 6557439 h 6857996"/>
              <a:gd name="connsiteX565" fmla="*/ 5692770 w 12191993"/>
              <a:gd name="connsiteY565" fmla="*/ 6548508 h 6857996"/>
              <a:gd name="connsiteX566" fmla="*/ 5703248 w 12191993"/>
              <a:gd name="connsiteY566" fmla="*/ 6539895 h 6857996"/>
              <a:gd name="connsiteX567" fmla="*/ 5714360 w 12191993"/>
              <a:gd name="connsiteY567" fmla="*/ 6545318 h 6857996"/>
              <a:gd name="connsiteX568" fmla="*/ 5716901 w 12191993"/>
              <a:gd name="connsiteY568" fmla="*/ 6548827 h 6857996"/>
              <a:gd name="connsiteX569" fmla="*/ 5719123 w 12191993"/>
              <a:gd name="connsiteY569" fmla="*/ 6548827 h 6857996"/>
              <a:gd name="connsiteX570" fmla="*/ 5720710 w 12191993"/>
              <a:gd name="connsiteY570" fmla="*/ 6546275 h 6857996"/>
              <a:gd name="connsiteX571" fmla="*/ 5721663 w 12191993"/>
              <a:gd name="connsiteY571" fmla="*/ 6538300 h 6857996"/>
              <a:gd name="connsiteX572" fmla="*/ 5721663 w 12191993"/>
              <a:gd name="connsiteY572" fmla="*/ 6537981 h 6857996"/>
              <a:gd name="connsiteX573" fmla="*/ 5719123 w 12191993"/>
              <a:gd name="connsiteY573" fmla="*/ 6534791 h 6857996"/>
              <a:gd name="connsiteX574" fmla="*/ 5705788 w 12191993"/>
              <a:gd name="connsiteY574" fmla="*/ 6532558 h 6857996"/>
              <a:gd name="connsiteX575" fmla="*/ 5638758 w 12191993"/>
              <a:gd name="connsiteY575" fmla="*/ 6532558 h 6857996"/>
              <a:gd name="connsiteX576" fmla="*/ 5637794 w 12191993"/>
              <a:gd name="connsiteY576" fmla="*/ 6532877 h 6857996"/>
              <a:gd name="connsiteX577" fmla="*/ 5636508 w 12191993"/>
              <a:gd name="connsiteY577" fmla="*/ 6532877 h 6857996"/>
              <a:gd name="connsiteX578" fmla="*/ 5617231 w 12191993"/>
              <a:gd name="connsiteY578" fmla="*/ 6535748 h 6857996"/>
              <a:gd name="connsiteX579" fmla="*/ 5614983 w 12191993"/>
              <a:gd name="connsiteY579" fmla="*/ 6538301 h 6857996"/>
              <a:gd name="connsiteX580" fmla="*/ 5614983 w 12191993"/>
              <a:gd name="connsiteY580" fmla="*/ 6540853 h 6857996"/>
              <a:gd name="connsiteX581" fmla="*/ 5618196 w 12191993"/>
              <a:gd name="connsiteY581" fmla="*/ 6542448 h 6857996"/>
              <a:gd name="connsiteX582" fmla="*/ 5625585 w 12191993"/>
              <a:gd name="connsiteY582" fmla="*/ 6547233 h 6857996"/>
              <a:gd name="connsiteX583" fmla="*/ 5627833 w 12191993"/>
              <a:gd name="connsiteY583" fmla="*/ 6565098 h 6857996"/>
              <a:gd name="connsiteX584" fmla="*/ 5627833 w 12191993"/>
              <a:gd name="connsiteY584" fmla="*/ 6569245 h 6857996"/>
              <a:gd name="connsiteX585" fmla="*/ 5627512 w 12191993"/>
              <a:gd name="connsiteY585" fmla="*/ 6587430 h 6857996"/>
              <a:gd name="connsiteX586" fmla="*/ 5622693 w 12191993"/>
              <a:gd name="connsiteY586" fmla="*/ 6592534 h 6857996"/>
              <a:gd name="connsiteX587" fmla="*/ 5618516 w 12191993"/>
              <a:gd name="connsiteY587" fmla="*/ 6595405 h 6857996"/>
              <a:gd name="connsiteX588" fmla="*/ 5618516 w 12191993"/>
              <a:gd name="connsiteY588" fmla="*/ 6597638 h 6857996"/>
              <a:gd name="connsiteX589" fmla="*/ 5620123 w 12191993"/>
              <a:gd name="connsiteY589" fmla="*/ 6599233 h 6857996"/>
              <a:gd name="connsiteX590" fmla="*/ 5620765 w 12191993"/>
              <a:gd name="connsiteY590" fmla="*/ 6599233 h 6857996"/>
              <a:gd name="connsiteX591" fmla="*/ 5634581 w 12191993"/>
              <a:gd name="connsiteY591" fmla="*/ 6598914 h 6857996"/>
              <a:gd name="connsiteX592" fmla="*/ 5654178 w 12191993"/>
              <a:gd name="connsiteY592" fmla="*/ 6599233 h 6857996"/>
              <a:gd name="connsiteX593" fmla="*/ 5654821 w 12191993"/>
              <a:gd name="connsiteY593" fmla="*/ 6599233 h 6857996"/>
              <a:gd name="connsiteX594" fmla="*/ 5656427 w 12191993"/>
              <a:gd name="connsiteY594" fmla="*/ 6597319 h 6857996"/>
              <a:gd name="connsiteX595" fmla="*/ 5656427 w 12191993"/>
              <a:gd name="connsiteY595" fmla="*/ 6595405 h 6857996"/>
              <a:gd name="connsiteX596" fmla="*/ 5652251 w 12191993"/>
              <a:gd name="connsiteY596" fmla="*/ 6592534 h 6857996"/>
              <a:gd name="connsiteX597" fmla="*/ 5645504 w 12191993"/>
              <a:gd name="connsiteY597" fmla="*/ 6590939 h 6857996"/>
              <a:gd name="connsiteX598" fmla="*/ 5643255 w 12191993"/>
              <a:gd name="connsiteY598" fmla="*/ 6584239 h 6857996"/>
              <a:gd name="connsiteX599" fmla="*/ 5642934 w 12191993"/>
              <a:gd name="connsiteY599" fmla="*/ 6575945 h 6857996"/>
              <a:gd name="connsiteX600" fmla="*/ 5642934 w 12191993"/>
              <a:gd name="connsiteY600" fmla="*/ 6569883 h 6857996"/>
              <a:gd name="connsiteX601" fmla="*/ 5646468 w 12191993"/>
              <a:gd name="connsiteY601" fmla="*/ 6551061 h 6857996"/>
              <a:gd name="connsiteX602" fmla="*/ 5657712 w 12191993"/>
              <a:gd name="connsiteY602" fmla="*/ 6547233 h 6857996"/>
              <a:gd name="connsiteX603" fmla="*/ 5665102 w 12191993"/>
              <a:gd name="connsiteY603" fmla="*/ 6548190 h 6857996"/>
              <a:gd name="connsiteX604" fmla="*/ 5666387 w 12191993"/>
              <a:gd name="connsiteY604" fmla="*/ 6548509 h 6857996"/>
              <a:gd name="connsiteX605" fmla="*/ 5668315 w 12191993"/>
              <a:gd name="connsiteY605" fmla="*/ 6545000 h 6857996"/>
              <a:gd name="connsiteX606" fmla="*/ 5668636 w 12191993"/>
              <a:gd name="connsiteY606" fmla="*/ 6535748 h 6857996"/>
              <a:gd name="connsiteX607" fmla="*/ 5668636 w 12191993"/>
              <a:gd name="connsiteY607" fmla="*/ 6535429 h 6857996"/>
              <a:gd name="connsiteX608" fmla="*/ 5664138 w 12191993"/>
              <a:gd name="connsiteY608" fmla="*/ 6532558 h 6857996"/>
              <a:gd name="connsiteX609" fmla="*/ 5657712 w 12191993"/>
              <a:gd name="connsiteY609" fmla="*/ 6533515 h 6857996"/>
              <a:gd name="connsiteX610" fmla="*/ 5649038 w 12191993"/>
              <a:gd name="connsiteY610" fmla="*/ 6539258 h 6857996"/>
              <a:gd name="connsiteX611" fmla="*/ 5643898 w 12191993"/>
              <a:gd name="connsiteY611" fmla="*/ 6545319 h 6857996"/>
              <a:gd name="connsiteX612" fmla="*/ 5641327 w 12191993"/>
              <a:gd name="connsiteY612" fmla="*/ 6547233 h 6857996"/>
              <a:gd name="connsiteX613" fmla="*/ 5640042 w 12191993"/>
              <a:gd name="connsiteY613" fmla="*/ 6540853 h 6857996"/>
              <a:gd name="connsiteX614" fmla="*/ 5640364 w 12191993"/>
              <a:gd name="connsiteY614" fmla="*/ 6534791 h 6857996"/>
              <a:gd name="connsiteX615" fmla="*/ 5638758 w 12191993"/>
              <a:gd name="connsiteY615" fmla="*/ 6532558 h 6857996"/>
              <a:gd name="connsiteX616" fmla="*/ 5580642 w 12191993"/>
              <a:gd name="connsiteY616" fmla="*/ 6532558 h 6857996"/>
              <a:gd name="connsiteX617" fmla="*/ 5548308 w 12191993"/>
              <a:gd name="connsiteY617" fmla="*/ 6568604 h 6857996"/>
              <a:gd name="connsiteX618" fmla="*/ 5580013 w 12191993"/>
              <a:gd name="connsiteY618" fmla="*/ 6600821 h 6857996"/>
              <a:gd name="connsiteX619" fmla="*/ 5596022 w 12191993"/>
              <a:gd name="connsiteY619" fmla="*/ 6597631 h 6857996"/>
              <a:gd name="connsiteX620" fmla="*/ 5601360 w 12191993"/>
              <a:gd name="connsiteY620" fmla="*/ 6594761 h 6857996"/>
              <a:gd name="connsiteX621" fmla="*/ 5602929 w 12191993"/>
              <a:gd name="connsiteY621" fmla="*/ 6582958 h 6857996"/>
              <a:gd name="connsiteX622" fmla="*/ 5601987 w 12191993"/>
              <a:gd name="connsiteY622" fmla="*/ 6582001 h 6857996"/>
              <a:gd name="connsiteX623" fmla="*/ 5601360 w 12191993"/>
              <a:gd name="connsiteY623" fmla="*/ 6582320 h 6857996"/>
              <a:gd name="connsiteX624" fmla="*/ 5581583 w 12191993"/>
              <a:gd name="connsiteY624" fmla="*/ 6589019 h 6857996"/>
              <a:gd name="connsiteX625" fmla="*/ 5562748 w 12191993"/>
              <a:gd name="connsiteY625" fmla="*/ 6566690 h 6857996"/>
              <a:gd name="connsiteX626" fmla="*/ 5567770 w 12191993"/>
              <a:gd name="connsiteY626" fmla="*/ 6561905 h 6857996"/>
              <a:gd name="connsiteX627" fmla="*/ 5597592 w 12191993"/>
              <a:gd name="connsiteY627" fmla="*/ 6561905 h 6857996"/>
              <a:gd name="connsiteX628" fmla="*/ 5603870 w 12191993"/>
              <a:gd name="connsiteY628" fmla="*/ 6557120 h 6857996"/>
              <a:gd name="connsiteX629" fmla="*/ 5580642 w 12191993"/>
              <a:gd name="connsiteY629" fmla="*/ 6532558 h 6857996"/>
              <a:gd name="connsiteX630" fmla="*/ 5480669 w 12191993"/>
              <a:gd name="connsiteY630" fmla="*/ 6532558 h 6857996"/>
              <a:gd name="connsiteX631" fmla="*/ 5478458 w 12191993"/>
              <a:gd name="connsiteY631" fmla="*/ 6534138 h 6857996"/>
              <a:gd name="connsiteX632" fmla="*/ 5478458 w 12191993"/>
              <a:gd name="connsiteY632" fmla="*/ 6536666 h 6857996"/>
              <a:gd name="connsiteX633" fmla="*/ 5479722 w 12191993"/>
              <a:gd name="connsiteY633" fmla="*/ 6538878 h 6857996"/>
              <a:gd name="connsiteX634" fmla="*/ 5483831 w 12191993"/>
              <a:gd name="connsiteY634" fmla="*/ 6542038 h 6857996"/>
              <a:gd name="connsiteX635" fmla="*/ 5494572 w 12191993"/>
              <a:gd name="connsiteY635" fmla="*/ 6571110 h 6857996"/>
              <a:gd name="connsiteX636" fmla="*/ 5503420 w 12191993"/>
              <a:gd name="connsiteY636" fmla="*/ 6594809 h 6857996"/>
              <a:gd name="connsiteX637" fmla="*/ 5506262 w 12191993"/>
              <a:gd name="connsiteY637" fmla="*/ 6599233 h 6857996"/>
              <a:gd name="connsiteX638" fmla="*/ 5507842 w 12191993"/>
              <a:gd name="connsiteY638" fmla="*/ 6599233 h 6857996"/>
              <a:gd name="connsiteX639" fmla="*/ 5513845 w 12191993"/>
              <a:gd name="connsiteY639" fmla="*/ 6598285 h 6857996"/>
              <a:gd name="connsiteX640" fmla="*/ 5516373 w 12191993"/>
              <a:gd name="connsiteY640" fmla="*/ 6597021 h 6857996"/>
              <a:gd name="connsiteX641" fmla="*/ 5518269 w 12191993"/>
              <a:gd name="connsiteY641" fmla="*/ 6592913 h 6857996"/>
              <a:gd name="connsiteX642" fmla="*/ 5523957 w 12191993"/>
              <a:gd name="connsiteY642" fmla="*/ 6577746 h 6857996"/>
              <a:gd name="connsiteX643" fmla="*/ 5536595 w 12191993"/>
              <a:gd name="connsiteY643" fmla="*/ 6546778 h 6857996"/>
              <a:gd name="connsiteX644" fmla="*/ 5541019 w 12191993"/>
              <a:gd name="connsiteY644" fmla="*/ 6539194 h 6857996"/>
              <a:gd name="connsiteX645" fmla="*/ 5543547 w 12191993"/>
              <a:gd name="connsiteY645" fmla="*/ 6536666 h 6857996"/>
              <a:gd name="connsiteX646" fmla="*/ 5543547 w 12191993"/>
              <a:gd name="connsiteY646" fmla="*/ 6534138 h 6857996"/>
              <a:gd name="connsiteX647" fmla="*/ 5542282 w 12191993"/>
              <a:gd name="connsiteY647" fmla="*/ 6532558 h 6857996"/>
              <a:gd name="connsiteX648" fmla="*/ 5541019 w 12191993"/>
              <a:gd name="connsiteY648" fmla="*/ 6532558 h 6857996"/>
              <a:gd name="connsiteX649" fmla="*/ 5533119 w 12191993"/>
              <a:gd name="connsiteY649" fmla="*/ 6532874 h 6857996"/>
              <a:gd name="connsiteX650" fmla="*/ 5523640 w 12191993"/>
              <a:gd name="connsiteY650" fmla="*/ 6532874 h 6857996"/>
              <a:gd name="connsiteX651" fmla="*/ 5522060 w 12191993"/>
              <a:gd name="connsiteY651" fmla="*/ 6532558 h 6857996"/>
              <a:gd name="connsiteX652" fmla="*/ 5520482 w 12191993"/>
              <a:gd name="connsiteY652" fmla="*/ 6534138 h 6857996"/>
              <a:gd name="connsiteX653" fmla="*/ 5520482 w 12191993"/>
              <a:gd name="connsiteY653" fmla="*/ 6536666 h 6857996"/>
              <a:gd name="connsiteX654" fmla="*/ 5522692 w 12191993"/>
              <a:gd name="connsiteY654" fmla="*/ 6538562 h 6857996"/>
              <a:gd name="connsiteX655" fmla="*/ 5527748 w 12191993"/>
              <a:gd name="connsiteY655" fmla="*/ 6542354 h 6857996"/>
              <a:gd name="connsiteX656" fmla="*/ 5522692 w 12191993"/>
              <a:gd name="connsiteY656" fmla="*/ 6558786 h 6857996"/>
              <a:gd name="connsiteX657" fmla="*/ 5518900 w 12191993"/>
              <a:gd name="connsiteY657" fmla="*/ 6568898 h 6857996"/>
              <a:gd name="connsiteX658" fmla="*/ 5516690 w 12191993"/>
              <a:gd name="connsiteY658" fmla="*/ 6576482 h 6857996"/>
              <a:gd name="connsiteX659" fmla="*/ 5515426 w 12191993"/>
              <a:gd name="connsiteY659" fmla="*/ 6579958 h 6857996"/>
              <a:gd name="connsiteX660" fmla="*/ 5515109 w 12191993"/>
              <a:gd name="connsiteY660" fmla="*/ 6581854 h 6857996"/>
              <a:gd name="connsiteX661" fmla="*/ 5514478 w 12191993"/>
              <a:gd name="connsiteY661" fmla="*/ 6583433 h 6857996"/>
              <a:gd name="connsiteX662" fmla="*/ 5507526 w 12191993"/>
              <a:gd name="connsiteY662" fmla="*/ 6561946 h 6857996"/>
              <a:gd name="connsiteX663" fmla="*/ 5504367 w 12191993"/>
              <a:gd name="connsiteY663" fmla="*/ 6551518 h 6857996"/>
              <a:gd name="connsiteX664" fmla="*/ 5502471 w 12191993"/>
              <a:gd name="connsiteY664" fmla="*/ 6545514 h 6857996"/>
              <a:gd name="connsiteX665" fmla="*/ 5502156 w 12191993"/>
              <a:gd name="connsiteY665" fmla="*/ 6542986 h 6857996"/>
              <a:gd name="connsiteX666" fmla="*/ 5507211 w 12191993"/>
              <a:gd name="connsiteY666" fmla="*/ 6539194 h 6857996"/>
              <a:gd name="connsiteX667" fmla="*/ 5510686 w 12191993"/>
              <a:gd name="connsiteY667" fmla="*/ 6536666 h 6857996"/>
              <a:gd name="connsiteX668" fmla="*/ 5510686 w 12191993"/>
              <a:gd name="connsiteY668" fmla="*/ 6534138 h 6857996"/>
              <a:gd name="connsiteX669" fmla="*/ 5509106 w 12191993"/>
              <a:gd name="connsiteY669" fmla="*/ 6532558 h 6857996"/>
              <a:gd name="connsiteX670" fmla="*/ 5507526 w 12191993"/>
              <a:gd name="connsiteY670" fmla="*/ 6532558 h 6857996"/>
              <a:gd name="connsiteX671" fmla="*/ 5493624 w 12191993"/>
              <a:gd name="connsiteY671" fmla="*/ 6532874 h 6857996"/>
              <a:gd name="connsiteX672" fmla="*/ 5486989 w 12191993"/>
              <a:gd name="connsiteY672" fmla="*/ 6532874 h 6857996"/>
              <a:gd name="connsiteX673" fmla="*/ 5480669 w 12191993"/>
              <a:gd name="connsiteY673" fmla="*/ 6532558 h 6857996"/>
              <a:gd name="connsiteX674" fmla="*/ 5463439 w 12191993"/>
              <a:gd name="connsiteY674" fmla="*/ 6532558 h 6857996"/>
              <a:gd name="connsiteX675" fmla="*/ 5462477 w 12191993"/>
              <a:gd name="connsiteY675" fmla="*/ 6532877 h 6857996"/>
              <a:gd name="connsiteX676" fmla="*/ 5461194 w 12191993"/>
              <a:gd name="connsiteY676" fmla="*/ 6532877 h 6857996"/>
              <a:gd name="connsiteX677" fmla="*/ 5442603 w 12191993"/>
              <a:gd name="connsiteY677" fmla="*/ 6534791 h 6857996"/>
              <a:gd name="connsiteX678" fmla="*/ 5440359 w 12191993"/>
              <a:gd name="connsiteY678" fmla="*/ 6536705 h 6857996"/>
              <a:gd name="connsiteX679" fmla="*/ 5440359 w 12191993"/>
              <a:gd name="connsiteY679" fmla="*/ 6539258 h 6857996"/>
              <a:gd name="connsiteX680" fmla="*/ 5444205 w 12191993"/>
              <a:gd name="connsiteY680" fmla="*/ 6541172 h 6857996"/>
              <a:gd name="connsiteX681" fmla="*/ 5449654 w 12191993"/>
              <a:gd name="connsiteY681" fmla="*/ 6558399 h 6857996"/>
              <a:gd name="connsiteX682" fmla="*/ 5449654 w 12191993"/>
              <a:gd name="connsiteY682" fmla="*/ 6569245 h 6857996"/>
              <a:gd name="connsiteX683" fmla="*/ 5449334 w 12191993"/>
              <a:gd name="connsiteY683" fmla="*/ 6587430 h 6857996"/>
              <a:gd name="connsiteX684" fmla="*/ 5444526 w 12191993"/>
              <a:gd name="connsiteY684" fmla="*/ 6592534 h 6857996"/>
              <a:gd name="connsiteX685" fmla="*/ 5440359 w 12191993"/>
              <a:gd name="connsiteY685" fmla="*/ 6595405 h 6857996"/>
              <a:gd name="connsiteX686" fmla="*/ 5440359 w 12191993"/>
              <a:gd name="connsiteY686" fmla="*/ 6597638 h 6857996"/>
              <a:gd name="connsiteX687" fmla="*/ 5441961 w 12191993"/>
              <a:gd name="connsiteY687" fmla="*/ 6599233 h 6857996"/>
              <a:gd name="connsiteX688" fmla="*/ 5442923 w 12191993"/>
              <a:gd name="connsiteY688" fmla="*/ 6599233 h 6857996"/>
              <a:gd name="connsiteX689" fmla="*/ 5457348 w 12191993"/>
              <a:gd name="connsiteY689" fmla="*/ 6598914 h 6857996"/>
              <a:gd name="connsiteX690" fmla="*/ 5471452 w 12191993"/>
              <a:gd name="connsiteY690" fmla="*/ 6599233 h 6857996"/>
              <a:gd name="connsiteX691" fmla="*/ 5472414 w 12191993"/>
              <a:gd name="connsiteY691" fmla="*/ 6599233 h 6857996"/>
              <a:gd name="connsiteX692" fmla="*/ 5473697 w 12191993"/>
              <a:gd name="connsiteY692" fmla="*/ 6597638 h 6857996"/>
              <a:gd name="connsiteX693" fmla="*/ 5473697 w 12191993"/>
              <a:gd name="connsiteY693" fmla="*/ 6595405 h 6857996"/>
              <a:gd name="connsiteX694" fmla="*/ 5469850 w 12191993"/>
              <a:gd name="connsiteY694" fmla="*/ 6592534 h 6857996"/>
              <a:gd name="connsiteX695" fmla="*/ 5465042 w 12191993"/>
              <a:gd name="connsiteY695" fmla="*/ 6587430 h 6857996"/>
              <a:gd name="connsiteX696" fmla="*/ 5464721 w 12191993"/>
              <a:gd name="connsiteY696" fmla="*/ 6569245 h 6857996"/>
              <a:gd name="connsiteX697" fmla="*/ 5464721 w 12191993"/>
              <a:gd name="connsiteY697" fmla="*/ 6562865 h 6857996"/>
              <a:gd name="connsiteX698" fmla="*/ 5465042 w 12191993"/>
              <a:gd name="connsiteY698" fmla="*/ 6540215 h 6857996"/>
              <a:gd name="connsiteX699" fmla="*/ 5465042 w 12191993"/>
              <a:gd name="connsiteY699" fmla="*/ 6535110 h 6857996"/>
              <a:gd name="connsiteX700" fmla="*/ 5463439 w 12191993"/>
              <a:gd name="connsiteY700" fmla="*/ 6532558 h 6857996"/>
              <a:gd name="connsiteX701" fmla="*/ 5375310 w 12191993"/>
              <a:gd name="connsiteY701" fmla="*/ 6532558 h 6857996"/>
              <a:gd name="connsiteX702" fmla="*/ 5373115 w 12191993"/>
              <a:gd name="connsiteY702" fmla="*/ 6532877 h 6857996"/>
              <a:gd name="connsiteX703" fmla="*/ 5354928 w 12191993"/>
              <a:gd name="connsiteY703" fmla="*/ 6535110 h 6857996"/>
              <a:gd name="connsiteX704" fmla="*/ 5353046 w 12191993"/>
              <a:gd name="connsiteY704" fmla="*/ 6537663 h 6857996"/>
              <a:gd name="connsiteX705" fmla="*/ 5353046 w 12191993"/>
              <a:gd name="connsiteY705" fmla="*/ 6540534 h 6857996"/>
              <a:gd name="connsiteX706" fmla="*/ 5356496 w 12191993"/>
              <a:gd name="connsiteY706" fmla="*/ 6542129 h 6857996"/>
              <a:gd name="connsiteX707" fmla="*/ 5362453 w 12191993"/>
              <a:gd name="connsiteY707" fmla="*/ 6545638 h 6857996"/>
              <a:gd name="connsiteX708" fmla="*/ 5364021 w 12191993"/>
              <a:gd name="connsiteY708" fmla="*/ 6564779 h 6857996"/>
              <a:gd name="connsiteX709" fmla="*/ 5364021 w 12191993"/>
              <a:gd name="connsiteY709" fmla="*/ 6569245 h 6857996"/>
              <a:gd name="connsiteX710" fmla="*/ 5363707 w 12191993"/>
              <a:gd name="connsiteY710" fmla="*/ 6587430 h 6857996"/>
              <a:gd name="connsiteX711" fmla="*/ 5359004 w 12191993"/>
              <a:gd name="connsiteY711" fmla="*/ 6592534 h 6857996"/>
              <a:gd name="connsiteX712" fmla="*/ 5354928 w 12191993"/>
              <a:gd name="connsiteY712" fmla="*/ 6595405 h 6857996"/>
              <a:gd name="connsiteX713" fmla="*/ 5354928 w 12191993"/>
              <a:gd name="connsiteY713" fmla="*/ 6597638 h 6857996"/>
              <a:gd name="connsiteX714" fmla="*/ 5356496 w 12191993"/>
              <a:gd name="connsiteY714" fmla="*/ 6599233 h 6857996"/>
              <a:gd name="connsiteX715" fmla="*/ 5357436 w 12191993"/>
              <a:gd name="connsiteY715" fmla="*/ 6599233 h 6857996"/>
              <a:gd name="connsiteX716" fmla="*/ 5371547 w 12191993"/>
              <a:gd name="connsiteY716" fmla="*/ 6598914 h 6857996"/>
              <a:gd name="connsiteX717" fmla="*/ 5385344 w 12191993"/>
              <a:gd name="connsiteY717" fmla="*/ 6599233 h 6857996"/>
              <a:gd name="connsiteX718" fmla="*/ 5386286 w 12191993"/>
              <a:gd name="connsiteY718" fmla="*/ 6599233 h 6857996"/>
              <a:gd name="connsiteX719" fmla="*/ 5387854 w 12191993"/>
              <a:gd name="connsiteY719" fmla="*/ 6597638 h 6857996"/>
              <a:gd name="connsiteX720" fmla="*/ 5387854 w 12191993"/>
              <a:gd name="connsiteY720" fmla="*/ 6595405 h 6857996"/>
              <a:gd name="connsiteX721" fmla="*/ 5383777 w 12191993"/>
              <a:gd name="connsiteY721" fmla="*/ 6592534 h 6857996"/>
              <a:gd name="connsiteX722" fmla="*/ 5379073 w 12191993"/>
              <a:gd name="connsiteY722" fmla="*/ 6587430 h 6857996"/>
              <a:gd name="connsiteX723" fmla="*/ 5378760 w 12191993"/>
              <a:gd name="connsiteY723" fmla="*/ 6569245 h 6857996"/>
              <a:gd name="connsiteX724" fmla="*/ 5378760 w 12191993"/>
              <a:gd name="connsiteY724" fmla="*/ 6566055 h 6857996"/>
              <a:gd name="connsiteX725" fmla="*/ 5381582 w 12191993"/>
              <a:gd name="connsiteY725" fmla="*/ 6551380 h 6857996"/>
              <a:gd name="connsiteX726" fmla="*/ 5394439 w 12191993"/>
              <a:gd name="connsiteY726" fmla="*/ 6544681 h 6857996"/>
              <a:gd name="connsiteX727" fmla="*/ 5404159 w 12191993"/>
              <a:gd name="connsiteY727" fmla="*/ 6550104 h 6857996"/>
              <a:gd name="connsiteX728" fmla="*/ 5405414 w 12191993"/>
              <a:gd name="connsiteY728" fmla="*/ 6565098 h 6857996"/>
              <a:gd name="connsiteX729" fmla="*/ 5405414 w 12191993"/>
              <a:gd name="connsiteY729" fmla="*/ 6569245 h 6857996"/>
              <a:gd name="connsiteX730" fmla="*/ 5405100 w 12191993"/>
              <a:gd name="connsiteY730" fmla="*/ 6587430 h 6857996"/>
              <a:gd name="connsiteX731" fmla="*/ 5400397 w 12191993"/>
              <a:gd name="connsiteY731" fmla="*/ 6592534 h 6857996"/>
              <a:gd name="connsiteX732" fmla="*/ 5396321 w 12191993"/>
              <a:gd name="connsiteY732" fmla="*/ 6595405 h 6857996"/>
              <a:gd name="connsiteX733" fmla="*/ 5396321 w 12191993"/>
              <a:gd name="connsiteY733" fmla="*/ 6597638 h 6857996"/>
              <a:gd name="connsiteX734" fmla="*/ 5397888 w 12191993"/>
              <a:gd name="connsiteY734" fmla="*/ 6599233 h 6857996"/>
              <a:gd name="connsiteX735" fmla="*/ 5398829 w 12191993"/>
              <a:gd name="connsiteY735" fmla="*/ 6599233 h 6857996"/>
              <a:gd name="connsiteX736" fmla="*/ 5412940 w 12191993"/>
              <a:gd name="connsiteY736" fmla="*/ 6598914 h 6857996"/>
              <a:gd name="connsiteX737" fmla="*/ 5427050 w 12191993"/>
              <a:gd name="connsiteY737" fmla="*/ 6599233 h 6857996"/>
              <a:gd name="connsiteX738" fmla="*/ 5427991 w 12191993"/>
              <a:gd name="connsiteY738" fmla="*/ 6599233 h 6857996"/>
              <a:gd name="connsiteX739" fmla="*/ 5429245 w 12191993"/>
              <a:gd name="connsiteY739" fmla="*/ 6597638 h 6857996"/>
              <a:gd name="connsiteX740" fmla="*/ 5429245 w 12191993"/>
              <a:gd name="connsiteY740" fmla="*/ 6595405 h 6857996"/>
              <a:gd name="connsiteX741" fmla="*/ 5425169 w 12191993"/>
              <a:gd name="connsiteY741" fmla="*/ 6592534 h 6857996"/>
              <a:gd name="connsiteX742" fmla="*/ 5420466 w 12191993"/>
              <a:gd name="connsiteY742" fmla="*/ 6587430 h 6857996"/>
              <a:gd name="connsiteX743" fmla="*/ 5420151 w 12191993"/>
              <a:gd name="connsiteY743" fmla="*/ 6569245 h 6857996"/>
              <a:gd name="connsiteX744" fmla="*/ 5420151 w 12191993"/>
              <a:gd name="connsiteY744" fmla="*/ 6565098 h 6857996"/>
              <a:gd name="connsiteX745" fmla="*/ 5418897 w 12191993"/>
              <a:gd name="connsiteY745" fmla="*/ 6542448 h 6857996"/>
              <a:gd name="connsiteX746" fmla="*/ 5400397 w 12191993"/>
              <a:gd name="connsiteY746" fmla="*/ 6532558 h 6857996"/>
              <a:gd name="connsiteX747" fmla="*/ 5383777 w 12191993"/>
              <a:gd name="connsiteY747" fmla="*/ 6540853 h 6857996"/>
              <a:gd name="connsiteX748" fmla="*/ 5381268 w 12191993"/>
              <a:gd name="connsiteY748" fmla="*/ 6543405 h 6857996"/>
              <a:gd name="connsiteX749" fmla="*/ 5380014 w 12191993"/>
              <a:gd name="connsiteY749" fmla="*/ 6545000 h 6857996"/>
              <a:gd name="connsiteX750" fmla="*/ 5378760 w 12191993"/>
              <a:gd name="connsiteY750" fmla="*/ 6545957 h 6857996"/>
              <a:gd name="connsiteX751" fmla="*/ 5377506 w 12191993"/>
              <a:gd name="connsiteY751" fmla="*/ 6543086 h 6857996"/>
              <a:gd name="connsiteX752" fmla="*/ 5376878 w 12191993"/>
              <a:gd name="connsiteY752" fmla="*/ 6535110 h 6857996"/>
              <a:gd name="connsiteX753" fmla="*/ 5375310 w 12191993"/>
              <a:gd name="connsiteY753" fmla="*/ 6532558 h 6857996"/>
              <a:gd name="connsiteX754" fmla="*/ 5981693 w 12191993"/>
              <a:gd name="connsiteY754" fmla="*/ 6519858 h 6857996"/>
              <a:gd name="connsiteX755" fmla="*/ 5980106 w 12191993"/>
              <a:gd name="connsiteY755" fmla="*/ 6526208 h 6857996"/>
              <a:gd name="connsiteX756" fmla="*/ 5981693 w 12191993"/>
              <a:gd name="connsiteY756" fmla="*/ 6527796 h 6857996"/>
              <a:gd name="connsiteX757" fmla="*/ 5983280 w 12191993"/>
              <a:gd name="connsiteY757" fmla="*/ 6526208 h 6857996"/>
              <a:gd name="connsiteX758" fmla="*/ 5995980 w 12191993"/>
              <a:gd name="connsiteY758" fmla="*/ 6530971 h 6857996"/>
              <a:gd name="connsiteX759" fmla="*/ 5975343 w 12191993"/>
              <a:gd name="connsiteY759" fmla="*/ 6540496 h 6857996"/>
              <a:gd name="connsiteX760" fmla="*/ 5973755 w 12191993"/>
              <a:gd name="connsiteY760" fmla="*/ 6543671 h 6857996"/>
              <a:gd name="connsiteX761" fmla="*/ 5995980 w 12191993"/>
              <a:gd name="connsiteY761" fmla="*/ 6548434 h 6857996"/>
              <a:gd name="connsiteX762" fmla="*/ 5997568 w 12191993"/>
              <a:gd name="connsiteY762" fmla="*/ 6550021 h 6857996"/>
              <a:gd name="connsiteX763" fmla="*/ 5999156 w 12191993"/>
              <a:gd name="connsiteY763" fmla="*/ 6550021 h 6857996"/>
              <a:gd name="connsiteX764" fmla="*/ 5999156 w 12191993"/>
              <a:gd name="connsiteY764" fmla="*/ 6545259 h 6857996"/>
              <a:gd name="connsiteX765" fmla="*/ 5999156 w 12191993"/>
              <a:gd name="connsiteY765" fmla="*/ 6543671 h 6857996"/>
              <a:gd name="connsiteX766" fmla="*/ 5997568 w 12191993"/>
              <a:gd name="connsiteY766" fmla="*/ 6545259 h 6857996"/>
              <a:gd name="connsiteX767" fmla="*/ 5983280 w 12191993"/>
              <a:gd name="connsiteY767" fmla="*/ 6542084 h 6857996"/>
              <a:gd name="connsiteX768" fmla="*/ 6003918 w 12191993"/>
              <a:gd name="connsiteY768" fmla="*/ 6534146 h 6857996"/>
              <a:gd name="connsiteX769" fmla="*/ 6005506 w 12191993"/>
              <a:gd name="connsiteY769" fmla="*/ 6529383 h 6857996"/>
              <a:gd name="connsiteX770" fmla="*/ 6003918 w 12191993"/>
              <a:gd name="connsiteY770" fmla="*/ 6529383 h 6857996"/>
              <a:gd name="connsiteX771" fmla="*/ 6002330 w 12191993"/>
              <a:gd name="connsiteY771" fmla="*/ 6529383 h 6857996"/>
              <a:gd name="connsiteX772" fmla="*/ 5983280 w 12191993"/>
              <a:gd name="connsiteY772" fmla="*/ 6521446 h 6857996"/>
              <a:gd name="connsiteX773" fmla="*/ 5983280 w 12191993"/>
              <a:gd name="connsiteY773" fmla="*/ 6519858 h 6857996"/>
              <a:gd name="connsiteX774" fmla="*/ 6113455 w 12191993"/>
              <a:gd name="connsiteY774" fmla="*/ 6516683 h 6857996"/>
              <a:gd name="connsiteX775" fmla="*/ 6121393 w 12191993"/>
              <a:gd name="connsiteY775" fmla="*/ 6527796 h 6857996"/>
              <a:gd name="connsiteX776" fmla="*/ 6113455 w 12191993"/>
              <a:gd name="connsiteY776" fmla="*/ 6527796 h 6857996"/>
              <a:gd name="connsiteX777" fmla="*/ 6103930 w 12191993"/>
              <a:gd name="connsiteY777" fmla="*/ 6516683 h 6857996"/>
              <a:gd name="connsiteX778" fmla="*/ 6103930 w 12191993"/>
              <a:gd name="connsiteY778" fmla="*/ 6527796 h 6857996"/>
              <a:gd name="connsiteX779" fmla="*/ 6095992 w 12191993"/>
              <a:gd name="connsiteY779" fmla="*/ 6527796 h 6857996"/>
              <a:gd name="connsiteX780" fmla="*/ 4716822 w 12191993"/>
              <a:gd name="connsiteY780" fmla="*/ 6515097 h 6857996"/>
              <a:gd name="connsiteX781" fmla="*/ 4728076 w 12191993"/>
              <a:gd name="connsiteY781" fmla="*/ 6516040 h 6857996"/>
              <a:gd name="connsiteX782" fmla="*/ 4738685 w 12191993"/>
              <a:gd name="connsiteY782" fmla="*/ 6530501 h 6857996"/>
              <a:gd name="connsiteX783" fmla="*/ 4732898 w 12191993"/>
              <a:gd name="connsiteY783" fmla="*/ 6543389 h 6857996"/>
              <a:gd name="connsiteX784" fmla="*/ 4716180 w 12191993"/>
              <a:gd name="connsiteY784" fmla="*/ 6546847 h 6857996"/>
              <a:gd name="connsiteX785" fmla="*/ 4713607 w 12191993"/>
              <a:gd name="connsiteY785" fmla="*/ 6543704 h 6857996"/>
              <a:gd name="connsiteX786" fmla="*/ 4713285 w 12191993"/>
              <a:gd name="connsiteY786" fmla="*/ 6540246 h 6857996"/>
              <a:gd name="connsiteX787" fmla="*/ 4713285 w 12191993"/>
              <a:gd name="connsiteY787" fmla="*/ 6535530 h 6857996"/>
              <a:gd name="connsiteX788" fmla="*/ 4713607 w 12191993"/>
              <a:gd name="connsiteY788" fmla="*/ 6519813 h 6857996"/>
              <a:gd name="connsiteX789" fmla="*/ 4713607 w 12191993"/>
              <a:gd name="connsiteY789" fmla="*/ 6517298 h 6857996"/>
              <a:gd name="connsiteX790" fmla="*/ 4716822 w 12191993"/>
              <a:gd name="connsiteY790" fmla="*/ 6515097 h 6857996"/>
              <a:gd name="connsiteX791" fmla="*/ 6214308 w 12191993"/>
              <a:gd name="connsiteY791" fmla="*/ 6515096 h 6857996"/>
              <a:gd name="connsiteX792" fmla="*/ 6224580 w 12191993"/>
              <a:gd name="connsiteY792" fmla="*/ 6523033 h 6857996"/>
              <a:gd name="connsiteX793" fmla="*/ 6211226 w 12191993"/>
              <a:gd name="connsiteY793" fmla="*/ 6529383 h 6857996"/>
              <a:gd name="connsiteX794" fmla="*/ 6214308 w 12191993"/>
              <a:gd name="connsiteY794" fmla="*/ 6515096 h 6857996"/>
              <a:gd name="connsiteX795" fmla="*/ 6121392 w 12191993"/>
              <a:gd name="connsiteY795" fmla="*/ 6513508 h 6857996"/>
              <a:gd name="connsiteX796" fmla="*/ 6153142 w 12191993"/>
              <a:gd name="connsiteY796" fmla="*/ 6527796 h 6857996"/>
              <a:gd name="connsiteX797" fmla="*/ 6132505 w 12191993"/>
              <a:gd name="connsiteY797" fmla="*/ 6527796 h 6857996"/>
              <a:gd name="connsiteX798" fmla="*/ 6094405 w 12191993"/>
              <a:gd name="connsiteY798" fmla="*/ 6513508 h 6857996"/>
              <a:gd name="connsiteX799" fmla="*/ 6084881 w 12191993"/>
              <a:gd name="connsiteY799" fmla="*/ 6527796 h 6857996"/>
              <a:gd name="connsiteX800" fmla="*/ 6062656 w 12191993"/>
              <a:gd name="connsiteY800" fmla="*/ 6527796 h 6857996"/>
              <a:gd name="connsiteX801" fmla="*/ 5802498 w 12191993"/>
              <a:gd name="connsiteY801" fmla="*/ 6508746 h 6857996"/>
              <a:gd name="connsiteX802" fmla="*/ 5799587 w 12191993"/>
              <a:gd name="connsiteY802" fmla="*/ 6509699 h 6857996"/>
              <a:gd name="connsiteX803" fmla="*/ 5791174 w 12191993"/>
              <a:gd name="connsiteY803" fmla="*/ 6512874 h 6857996"/>
              <a:gd name="connsiteX804" fmla="*/ 5787614 w 12191993"/>
              <a:gd name="connsiteY804" fmla="*/ 6517636 h 6857996"/>
              <a:gd name="connsiteX805" fmla="*/ 5787614 w 12191993"/>
              <a:gd name="connsiteY805" fmla="*/ 6523351 h 6857996"/>
              <a:gd name="connsiteX806" fmla="*/ 5788262 w 12191993"/>
              <a:gd name="connsiteY806" fmla="*/ 6531924 h 6857996"/>
              <a:gd name="connsiteX807" fmla="*/ 5784703 w 12191993"/>
              <a:gd name="connsiteY807" fmla="*/ 6534781 h 6857996"/>
              <a:gd name="connsiteX808" fmla="*/ 5783085 w 12191993"/>
              <a:gd name="connsiteY808" fmla="*/ 6534464 h 6857996"/>
              <a:gd name="connsiteX809" fmla="*/ 5780172 w 12191993"/>
              <a:gd name="connsiteY809" fmla="*/ 6534464 h 6857996"/>
              <a:gd name="connsiteX810" fmla="*/ 5777584 w 12191993"/>
              <a:gd name="connsiteY810" fmla="*/ 6537639 h 6857996"/>
              <a:gd name="connsiteX811" fmla="*/ 5775966 w 12191993"/>
              <a:gd name="connsiteY811" fmla="*/ 6541766 h 6857996"/>
              <a:gd name="connsiteX812" fmla="*/ 5775318 w 12191993"/>
              <a:gd name="connsiteY812" fmla="*/ 6543671 h 6857996"/>
              <a:gd name="connsiteX813" fmla="*/ 5776613 w 12191993"/>
              <a:gd name="connsiteY813" fmla="*/ 6544306 h 6857996"/>
              <a:gd name="connsiteX814" fmla="*/ 5778554 w 12191993"/>
              <a:gd name="connsiteY814" fmla="*/ 6544306 h 6857996"/>
              <a:gd name="connsiteX815" fmla="*/ 5782113 w 12191993"/>
              <a:gd name="connsiteY815" fmla="*/ 6544306 h 6857996"/>
              <a:gd name="connsiteX816" fmla="*/ 5784379 w 12191993"/>
              <a:gd name="connsiteY816" fmla="*/ 6543989 h 6857996"/>
              <a:gd name="connsiteX817" fmla="*/ 5787614 w 12191993"/>
              <a:gd name="connsiteY817" fmla="*/ 6551926 h 6857996"/>
              <a:gd name="connsiteX818" fmla="*/ 5787614 w 12191993"/>
              <a:gd name="connsiteY818" fmla="*/ 6569706 h 6857996"/>
              <a:gd name="connsiteX819" fmla="*/ 5787614 w 12191993"/>
              <a:gd name="connsiteY819" fmla="*/ 6577326 h 6857996"/>
              <a:gd name="connsiteX820" fmla="*/ 5787290 w 12191993"/>
              <a:gd name="connsiteY820" fmla="*/ 6584946 h 6857996"/>
              <a:gd name="connsiteX821" fmla="*/ 5808000 w 12191993"/>
              <a:gd name="connsiteY821" fmla="*/ 6600821 h 6857996"/>
              <a:gd name="connsiteX822" fmla="*/ 5824500 w 12191993"/>
              <a:gd name="connsiteY822" fmla="*/ 6597646 h 6857996"/>
              <a:gd name="connsiteX823" fmla="*/ 5825795 w 12191993"/>
              <a:gd name="connsiteY823" fmla="*/ 6589074 h 6857996"/>
              <a:gd name="connsiteX824" fmla="*/ 5825148 w 12191993"/>
              <a:gd name="connsiteY824" fmla="*/ 6588121 h 6857996"/>
              <a:gd name="connsiteX825" fmla="*/ 5823208 w 12191993"/>
              <a:gd name="connsiteY825" fmla="*/ 6588439 h 6857996"/>
              <a:gd name="connsiteX826" fmla="*/ 5812205 w 12191993"/>
              <a:gd name="connsiteY826" fmla="*/ 6590026 h 6857996"/>
              <a:gd name="connsiteX827" fmla="*/ 5804439 w 12191993"/>
              <a:gd name="connsiteY827" fmla="*/ 6586216 h 6857996"/>
              <a:gd name="connsiteX828" fmla="*/ 5802821 w 12191993"/>
              <a:gd name="connsiteY828" fmla="*/ 6569706 h 6857996"/>
              <a:gd name="connsiteX829" fmla="*/ 5802821 w 12191993"/>
              <a:gd name="connsiteY829" fmla="*/ 6549386 h 6857996"/>
              <a:gd name="connsiteX830" fmla="*/ 5807028 w 12191993"/>
              <a:gd name="connsiteY830" fmla="*/ 6543671 h 6857996"/>
              <a:gd name="connsiteX831" fmla="*/ 5812205 w 12191993"/>
              <a:gd name="connsiteY831" fmla="*/ 6543989 h 6857996"/>
              <a:gd name="connsiteX832" fmla="*/ 5817058 w 12191993"/>
              <a:gd name="connsiteY832" fmla="*/ 6543989 h 6857996"/>
              <a:gd name="connsiteX833" fmla="*/ 5820941 w 12191993"/>
              <a:gd name="connsiteY833" fmla="*/ 6544306 h 6857996"/>
              <a:gd name="connsiteX834" fmla="*/ 5824500 w 12191993"/>
              <a:gd name="connsiteY834" fmla="*/ 6541131 h 6857996"/>
              <a:gd name="connsiteX835" fmla="*/ 5826118 w 12191993"/>
              <a:gd name="connsiteY835" fmla="*/ 6535099 h 6857996"/>
              <a:gd name="connsiteX836" fmla="*/ 5825148 w 12191993"/>
              <a:gd name="connsiteY836" fmla="*/ 6533829 h 6857996"/>
              <a:gd name="connsiteX837" fmla="*/ 5824500 w 12191993"/>
              <a:gd name="connsiteY837" fmla="*/ 6533829 h 6857996"/>
              <a:gd name="connsiteX838" fmla="*/ 5817382 w 12191993"/>
              <a:gd name="connsiteY838" fmla="*/ 6534464 h 6857996"/>
              <a:gd name="connsiteX839" fmla="*/ 5806706 w 12191993"/>
              <a:gd name="connsiteY839" fmla="*/ 6534464 h 6857996"/>
              <a:gd name="connsiteX840" fmla="*/ 5802174 w 12191993"/>
              <a:gd name="connsiteY840" fmla="*/ 6531606 h 6857996"/>
              <a:gd name="connsiteX841" fmla="*/ 5803469 w 12191993"/>
              <a:gd name="connsiteY841" fmla="*/ 6514779 h 6857996"/>
              <a:gd name="connsiteX842" fmla="*/ 5803792 w 12191993"/>
              <a:gd name="connsiteY842" fmla="*/ 6510969 h 6857996"/>
              <a:gd name="connsiteX843" fmla="*/ 5802498 w 12191993"/>
              <a:gd name="connsiteY843" fmla="*/ 6508746 h 6857996"/>
              <a:gd name="connsiteX844" fmla="*/ 5988043 w 12191993"/>
              <a:gd name="connsiteY844" fmla="*/ 6507158 h 6857996"/>
              <a:gd name="connsiteX845" fmla="*/ 5983280 w 12191993"/>
              <a:gd name="connsiteY845" fmla="*/ 6516683 h 6857996"/>
              <a:gd name="connsiteX846" fmla="*/ 5984868 w 12191993"/>
              <a:gd name="connsiteY846" fmla="*/ 6516683 h 6857996"/>
              <a:gd name="connsiteX847" fmla="*/ 5986456 w 12191993"/>
              <a:gd name="connsiteY847" fmla="*/ 6515096 h 6857996"/>
              <a:gd name="connsiteX848" fmla="*/ 6005506 w 12191993"/>
              <a:gd name="connsiteY848" fmla="*/ 6524621 h 6857996"/>
              <a:gd name="connsiteX849" fmla="*/ 6005506 w 12191993"/>
              <a:gd name="connsiteY849" fmla="*/ 6526209 h 6857996"/>
              <a:gd name="connsiteX850" fmla="*/ 6007094 w 12191993"/>
              <a:gd name="connsiteY850" fmla="*/ 6527796 h 6857996"/>
              <a:gd name="connsiteX851" fmla="*/ 6010268 w 12191993"/>
              <a:gd name="connsiteY851" fmla="*/ 6519859 h 6857996"/>
              <a:gd name="connsiteX852" fmla="*/ 6008681 w 12191993"/>
              <a:gd name="connsiteY852" fmla="*/ 6518271 h 6857996"/>
              <a:gd name="connsiteX853" fmla="*/ 6007094 w 12191993"/>
              <a:gd name="connsiteY853" fmla="*/ 6519859 h 6857996"/>
              <a:gd name="connsiteX854" fmla="*/ 5989630 w 12191993"/>
              <a:gd name="connsiteY854" fmla="*/ 6510333 h 6857996"/>
              <a:gd name="connsiteX855" fmla="*/ 5989630 w 12191993"/>
              <a:gd name="connsiteY855" fmla="*/ 6508746 h 6857996"/>
              <a:gd name="connsiteX856" fmla="*/ 4689454 w 12191993"/>
              <a:gd name="connsiteY856" fmla="*/ 6505572 h 6857996"/>
              <a:gd name="connsiteX857" fmla="*/ 4687884 w 12191993"/>
              <a:gd name="connsiteY857" fmla="*/ 6507802 h 6857996"/>
              <a:gd name="connsiteX858" fmla="*/ 4687884 w 12191993"/>
              <a:gd name="connsiteY858" fmla="*/ 6510351 h 6857996"/>
              <a:gd name="connsiteX859" fmla="*/ 4691335 w 12191993"/>
              <a:gd name="connsiteY859" fmla="*/ 6513218 h 6857996"/>
              <a:gd name="connsiteX860" fmla="*/ 4696669 w 12191993"/>
              <a:gd name="connsiteY860" fmla="*/ 6518634 h 6857996"/>
              <a:gd name="connsiteX861" fmla="*/ 4696984 w 12191993"/>
              <a:gd name="connsiteY861" fmla="*/ 6541572 h 6857996"/>
              <a:gd name="connsiteX862" fmla="*/ 4696984 w 12191993"/>
              <a:gd name="connsiteY862" fmla="*/ 6563236 h 6857996"/>
              <a:gd name="connsiteX863" fmla="*/ 4696669 w 12191993"/>
              <a:gd name="connsiteY863" fmla="*/ 6586173 h 6857996"/>
              <a:gd name="connsiteX864" fmla="*/ 4691335 w 12191993"/>
              <a:gd name="connsiteY864" fmla="*/ 6591589 h 6857996"/>
              <a:gd name="connsiteX865" fmla="*/ 4687884 w 12191993"/>
              <a:gd name="connsiteY865" fmla="*/ 6594775 h 6857996"/>
              <a:gd name="connsiteX866" fmla="*/ 4687884 w 12191993"/>
              <a:gd name="connsiteY866" fmla="*/ 6597324 h 6857996"/>
              <a:gd name="connsiteX867" fmla="*/ 4689768 w 12191993"/>
              <a:gd name="connsiteY867" fmla="*/ 6599235 h 6857996"/>
              <a:gd name="connsiteX868" fmla="*/ 4694788 w 12191993"/>
              <a:gd name="connsiteY868" fmla="*/ 6599235 h 6857996"/>
              <a:gd name="connsiteX869" fmla="*/ 4705139 w 12191993"/>
              <a:gd name="connsiteY869" fmla="*/ 6598917 h 6857996"/>
              <a:gd name="connsiteX870" fmla="*/ 4715179 w 12191993"/>
              <a:gd name="connsiteY870" fmla="*/ 6599235 h 6857996"/>
              <a:gd name="connsiteX871" fmla="*/ 4720199 w 12191993"/>
              <a:gd name="connsiteY871" fmla="*/ 6599235 h 6857996"/>
              <a:gd name="connsiteX872" fmla="*/ 4722082 w 12191993"/>
              <a:gd name="connsiteY872" fmla="*/ 6597324 h 6857996"/>
              <a:gd name="connsiteX873" fmla="*/ 4722082 w 12191993"/>
              <a:gd name="connsiteY873" fmla="*/ 6594775 h 6857996"/>
              <a:gd name="connsiteX874" fmla="*/ 4718630 w 12191993"/>
              <a:gd name="connsiteY874" fmla="*/ 6591589 h 6857996"/>
              <a:gd name="connsiteX875" fmla="*/ 4713299 w 12191993"/>
              <a:gd name="connsiteY875" fmla="*/ 6586173 h 6857996"/>
              <a:gd name="connsiteX876" fmla="*/ 4712983 w 12191993"/>
              <a:gd name="connsiteY876" fmla="*/ 6563236 h 6857996"/>
              <a:gd name="connsiteX877" fmla="*/ 4712983 w 12191993"/>
              <a:gd name="connsiteY877" fmla="*/ 6556864 h 6857996"/>
              <a:gd name="connsiteX878" fmla="*/ 4714552 w 12191993"/>
              <a:gd name="connsiteY878" fmla="*/ 6554315 h 6857996"/>
              <a:gd name="connsiteX879" fmla="*/ 4716434 w 12191993"/>
              <a:gd name="connsiteY879" fmla="*/ 6554634 h 6857996"/>
              <a:gd name="connsiteX880" fmla="*/ 4717374 w 12191993"/>
              <a:gd name="connsiteY880" fmla="*/ 6554315 h 6857996"/>
              <a:gd name="connsiteX881" fmla="*/ 4718317 w 12191993"/>
              <a:gd name="connsiteY881" fmla="*/ 6554315 h 6857996"/>
              <a:gd name="connsiteX882" fmla="*/ 4723964 w 12191993"/>
              <a:gd name="connsiteY882" fmla="*/ 6559731 h 6857996"/>
              <a:gd name="connsiteX883" fmla="*/ 4738398 w 12191993"/>
              <a:gd name="connsiteY883" fmla="*/ 6591271 h 6857996"/>
              <a:gd name="connsiteX884" fmla="*/ 4744045 w 12191993"/>
              <a:gd name="connsiteY884" fmla="*/ 6599235 h 6857996"/>
              <a:gd name="connsiteX885" fmla="*/ 4746241 w 12191993"/>
              <a:gd name="connsiteY885" fmla="*/ 6599235 h 6857996"/>
              <a:gd name="connsiteX886" fmla="*/ 4753771 w 12191993"/>
              <a:gd name="connsiteY886" fmla="*/ 6599235 h 6857996"/>
              <a:gd name="connsiteX887" fmla="*/ 4764125 w 12191993"/>
              <a:gd name="connsiteY887" fmla="*/ 6599235 h 6857996"/>
              <a:gd name="connsiteX888" fmla="*/ 4765065 w 12191993"/>
              <a:gd name="connsiteY888" fmla="*/ 6599235 h 6857996"/>
              <a:gd name="connsiteX889" fmla="*/ 4767260 w 12191993"/>
              <a:gd name="connsiteY889" fmla="*/ 6597642 h 6857996"/>
              <a:gd name="connsiteX890" fmla="*/ 4767260 w 12191993"/>
              <a:gd name="connsiteY890" fmla="*/ 6595094 h 6857996"/>
              <a:gd name="connsiteX891" fmla="*/ 4764748 w 12191993"/>
              <a:gd name="connsiteY891" fmla="*/ 6592226 h 6857996"/>
              <a:gd name="connsiteX892" fmla="*/ 4755652 w 12191993"/>
              <a:gd name="connsiteY892" fmla="*/ 6584899 h 6857996"/>
              <a:gd name="connsiteX893" fmla="*/ 4739653 w 12191993"/>
              <a:gd name="connsiteY893" fmla="*/ 6556864 h 6857996"/>
              <a:gd name="connsiteX894" fmla="*/ 4737769 w 12191993"/>
              <a:gd name="connsiteY894" fmla="*/ 6552722 h 6857996"/>
              <a:gd name="connsiteX895" fmla="*/ 4737144 w 12191993"/>
              <a:gd name="connsiteY895" fmla="*/ 6551767 h 6857996"/>
              <a:gd name="connsiteX896" fmla="*/ 4740280 w 12191993"/>
              <a:gd name="connsiteY896" fmla="*/ 6550174 h 6857996"/>
              <a:gd name="connsiteX897" fmla="*/ 4755026 w 12191993"/>
              <a:gd name="connsiteY897" fmla="*/ 6528510 h 6857996"/>
              <a:gd name="connsiteX898" fmla="*/ 4748749 w 12191993"/>
              <a:gd name="connsiteY898" fmla="*/ 6512262 h 6857996"/>
              <a:gd name="connsiteX899" fmla="*/ 4729300 w 12191993"/>
              <a:gd name="connsiteY899" fmla="*/ 6505572 h 6857996"/>
              <a:gd name="connsiteX900" fmla="*/ 4722397 w 12191993"/>
              <a:gd name="connsiteY900" fmla="*/ 6505572 h 6857996"/>
              <a:gd name="connsiteX901" fmla="*/ 4704198 w 12191993"/>
              <a:gd name="connsiteY901" fmla="*/ 6506209 h 6857996"/>
              <a:gd name="connsiteX902" fmla="*/ 4694788 w 12191993"/>
              <a:gd name="connsiteY902" fmla="*/ 6505891 h 6857996"/>
              <a:gd name="connsiteX903" fmla="*/ 4689454 w 12191993"/>
              <a:gd name="connsiteY903" fmla="*/ 6505572 h 6857996"/>
              <a:gd name="connsiteX904" fmla="*/ 6126155 w 12191993"/>
              <a:gd name="connsiteY904" fmla="*/ 6505571 h 6857996"/>
              <a:gd name="connsiteX905" fmla="*/ 6180130 w 12191993"/>
              <a:gd name="connsiteY905" fmla="*/ 6513791 h 6857996"/>
              <a:gd name="connsiteX906" fmla="*/ 6176617 w 12191993"/>
              <a:gd name="connsiteY906" fmla="*/ 6527796 h 6857996"/>
              <a:gd name="connsiteX907" fmla="*/ 6126155 w 12191993"/>
              <a:gd name="connsiteY907" fmla="*/ 6505571 h 6857996"/>
              <a:gd name="connsiteX908" fmla="*/ 6089642 w 12191993"/>
              <a:gd name="connsiteY908" fmla="*/ 6505571 h 6857996"/>
              <a:gd name="connsiteX909" fmla="*/ 6039201 w 12191993"/>
              <a:gd name="connsiteY909" fmla="*/ 6527796 h 6857996"/>
              <a:gd name="connsiteX910" fmla="*/ 6035667 w 12191993"/>
              <a:gd name="connsiteY910" fmla="*/ 6513791 h 6857996"/>
              <a:gd name="connsiteX911" fmla="*/ 6089642 w 12191993"/>
              <a:gd name="connsiteY911" fmla="*/ 6505571 h 6857996"/>
              <a:gd name="connsiteX912" fmla="*/ 5258126 w 12191993"/>
              <a:gd name="connsiteY912" fmla="*/ 6505571 h 6857996"/>
              <a:gd name="connsiteX913" fmla="*/ 5256209 w 12191993"/>
              <a:gd name="connsiteY913" fmla="*/ 6507801 h 6857996"/>
              <a:gd name="connsiteX914" fmla="*/ 5256209 w 12191993"/>
              <a:gd name="connsiteY914" fmla="*/ 6510350 h 6857996"/>
              <a:gd name="connsiteX915" fmla="*/ 5259726 w 12191993"/>
              <a:gd name="connsiteY915" fmla="*/ 6513217 h 6857996"/>
              <a:gd name="connsiteX916" fmla="*/ 5265481 w 12191993"/>
              <a:gd name="connsiteY916" fmla="*/ 6518632 h 6857996"/>
              <a:gd name="connsiteX917" fmla="*/ 5265481 w 12191993"/>
              <a:gd name="connsiteY917" fmla="*/ 6541569 h 6857996"/>
              <a:gd name="connsiteX918" fmla="*/ 5265481 w 12191993"/>
              <a:gd name="connsiteY918" fmla="*/ 6554948 h 6857996"/>
              <a:gd name="connsiteX919" fmla="*/ 5268996 w 12191993"/>
              <a:gd name="connsiteY919" fmla="*/ 6586167 h 6857996"/>
              <a:gd name="connsiteX920" fmla="*/ 5301288 w 12191993"/>
              <a:gd name="connsiteY920" fmla="*/ 6600821 h 6857996"/>
              <a:gd name="connsiteX921" fmla="*/ 5337734 w 12191993"/>
              <a:gd name="connsiteY921" fmla="*/ 6578840 h 6857996"/>
              <a:gd name="connsiteX922" fmla="*/ 5339012 w 12191993"/>
              <a:gd name="connsiteY922" fmla="*/ 6554630 h 6857996"/>
              <a:gd name="connsiteX923" fmla="*/ 5339012 w 12191993"/>
              <a:gd name="connsiteY923" fmla="*/ 6541569 h 6857996"/>
              <a:gd name="connsiteX924" fmla="*/ 5339333 w 12191993"/>
              <a:gd name="connsiteY924" fmla="*/ 6518632 h 6857996"/>
              <a:gd name="connsiteX925" fmla="*/ 5344768 w 12191993"/>
              <a:gd name="connsiteY925" fmla="*/ 6513217 h 6857996"/>
              <a:gd name="connsiteX926" fmla="*/ 5348284 w 12191993"/>
              <a:gd name="connsiteY926" fmla="*/ 6510350 h 6857996"/>
              <a:gd name="connsiteX927" fmla="*/ 5348284 w 12191993"/>
              <a:gd name="connsiteY927" fmla="*/ 6507801 h 6857996"/>
              <a:gd name="connsiteX928" fmla="*/ 5346686 w 12191993"/>
              <a:gd name="connsiteY928" fmla="*/ 6505571 h 6857996"/>
              <a:gd name="connsiteX929" fmla="*/ 5341251 w 12191993"/>
              <a:gd name="connsiteY929" fmla="*/ 6505890 h 6857996"/>
              <a:gd name="connsiteX930" fmla="*/ 5333578 w 12191993"/>
              <a:gd name="connsiteY930" fmla="*/ 6506208 h 6857996"/>
              <a:gd name="connsiteX931" fmla="*/ 5326225 w 12191993"/>
              <a:gd name="connsiteY931" fmla="*/ 6505890 h 6857996"/>
              <a:gd name="connsiteX932" fmla="*/ 5320789 w 12191993"/>
              <a:gd name="connsiteY932" fmla="*/ 6505571 h 6857996"/>
              <a:gd name="connsiteX933" fmla="*/ 5319193 w 12191993"/>
              <a:gd name="connsiteY933" fmla="*/ 6507801 h 6857996"/>
              <a:gd name="connsiteX934" fmla="*/ 5319193 w 12191993"/>
              <a:gd name="connsiteY934" fmla="*/ 6510350 h 6857996"/>
              <a:gd name="connsiteX935" fmla="*/ 5322708 w 12191993"/>
              <a:gd name="connsiteY935" fmla="*/ 6513217 h 6857996"/>
              <a:gd name="connsiteX936" fmla="*/ 5328143 w 12191993"/>
              <a:gd name="connsiteY936" fmla="*/ 6518632 h 6857996"/>
              <a:gd name="connsiteX937" fmla="*/ 5328143 w 12191993"/>
              <a:gd name="connsiteY937" fmla="*/ 6541569 h 6857996"/>
              <a:gd name="connsiteX938" fmla="*/ 5328143 w 12191993"/>
              <a:gd name="connsiteY938" fmla="*/ 6554948 h 6857996"/>
              <a:gd name="connsiteX939" fmla="*/ 5326545 w 12191993"/>
              <a:gd name="connsiteY939" fmla="*/ 6578840 h 6857996"/>
              <a:gd name="connsiteX940" fmla="*/ 5304804 w 12191993"/>
              <a:gd name="connsiteY940" fmla="*/ 6591264 h 6857996"/>
              <a:gd name="connsiteX941" fmla="*/ 5284983 w 12191993"/>
              <a:gd name="connsiteY941" fmla="*/ 6581070 h 6857996"/>
              <a:gd name="connsiteX942" fmla="*/ 5282105 w 12191993"/>
              <a:gd name="connsiteY942" fmla="*/ 6555585 h 6857996"/>
              <a:gd name="connsiteX943" fmla="*/ 5282105 w 12191993"/>
              <a:gd name="connsiteY943" fmla="*/ 6541569 h 6857996"/>
              <a:gd name="connsiteX944" fmla="*/ 5282105 w 12191993"/>
              <a:gd name="connsiteY944" fmla="*/ 6518632 h 6857996"/>
              <a:gd name="connsiteX945" fmla="*/ 5287862 w 12191993"/>
              <a:gd name="connsiteY945" fmla="*/ 6513217 h 6857996"/>
              <a:gd name="connsiteX946" fmla="*/ 5291057 w 12191993"/>
              <a:gd name="connsiteY946" fmla="*/ 6510350 h 6857996"/>
              <a:gd name="connsiteX947" fmla="*/ 5291057 w 12191993"/>
              <a:gd name="connsiteY947" fmla="*/ 6507801 h 6857996"/>
              <a:gd name="connsiteX948" fmla="*/ 5289458 w 12191993"/>
              <a:gd name="connsiteY948" fmla="*/ 6505571 h 6857996"/>
              <a:gd name="connsiteX949" fmla="*/ 5284344 w 12191993"/>
              <a:gd name="connsiteY949" fmla="*/ 6505890 h 6857996"/>
              <a:gd name="connsiteX950" fmla="*/ 5273472 w 12191993"/>
              <a:gd name="connsiteY950" fmla="*/ 6506208 h 6857996"/>
              <a:gd name="connsiteX951" fmla="*/ 5263242 w 12191993"/>
              <a:gd name="connsiteY951" fmla="*/ 6505890 h 6857996"/>
              <a:gd name="connsiteX952" fmla="*/ 5258126 w 12191993"/>
              <a:gd name="connsiteY952" fmla="*/ 6505571 h 6857996"/>
              <a:gd name="connsiteX953" fmla="*/ 5751804 w 12191993"/>
              <a:gd name="connsiteY953" fmla="*/ 6503983 h 6857996"/>
              <a:gd name="connsiteX954" fmla="*/ 5741981 w 12191993"/>
              <a:gd name="connsiteY954" fmla="*/ 6513508 h 6857996"/>
              <a:gd name="connsiteX955" fmla="*/ 5751209 w 12191993"/>
              <a:gd name="connsiteY955" fmla="*/ 6523033 h 6857996"/>
              <a:gd name="connsiteX956" fmla="*/ 5761031 w 12191993"/>
              <a:gd name="connsiteY956" fmla="*/ 6513191 h 6857996"/>
              <a:gd name="connsiteX957" fmla="*/ 5751804 w 12191993"/>
              <a:gd name="connsiteY957" fmla="*/ 6503983 h 6857996"/>
              <a:gd name="connsiteX958" fmla="*/ 5456085 w 12191993"/>
              <a:gd name="connsiteY958" fmla="*/ 6503983 h 6857996"/>
              <a:gd name="connsiteX959" fmla="*/ 5445121 w 12191993"/>
              <a:gd name="connsiteY959" fmla="*/ 6513508 h 6857996"/>
              <a:gd name="connsiteX960" fmla="*/ 5455439 w 12191993"/>
              <a:gd name="connsiteY960" fmla="*/ 6523033 h 6857996"/>
              <a:gd name="connsiteX961" fmla="*/ 5465759 w 12191993"/>
              <a:gd name="connsiteY961" fmla="*/ 6513191 h 6857996"/>
              <a:gd name="connsiteX962" fmla="*/ 5456085 w 12191993"/>
              <a:gd name="connsiteY962" fmla="*/ 6503983 h 6857996"/>
              <a:gd name="connsiteX963" fmla="*/ 6221722 w 12191993"/>
              <a:gd name="connsiteY963" fmla="*/ 6500808 h 6857996"/>
              <a:gd name="connsiteX964" fmla="*/ 6221087 w 12191993"/>
              <a:gd name="connsiteY964" fmla="*/ 6501761 h 6857996"/>
              <a:gd name="connsiteX965" fmla="*/ 6222992 w 12191993"/>
              <a:gd name="connsiteY965" fmla="*/ 6505571 h 6857996"/>
              <a:gd name="connsiteX966" fmla="*/ 6222675 w 12191993"/>
              <a:gd name="connsiteY966" fmla="*/ 6514778 h 6857996"/>
              <a:gd name="connsiteX967" fmla="*/ 6212515 w 12191993"/>
              <a:gd name="connsiteY967" fmla="*/ 6510968 h 6857996"/>
              <a:gd name="connsiteX968" fmla="*/ 6206482 w 12191993"/>
              <a:gd name="connsiteY968" fmla="*/ 6523351 h 6857996"/>
              <a:gd name="connsiteX969" fmla="*/ 6211880 w 12191993"/>
              <a:gd name="connsiteY969" fmla="*/ 6535733 h 6857996"/>
              <a:gd name="connsiteX970" fmla="*/ 6213467 w 12191993"/>
              <a:gd name="connsiteY970" fmla="*/ 6534781 h 6857996"/>
              <a:gd name="connsiteX971" fmla="*/ 6214102 w 12191993"/>
              <a:gd name="connsiteY971" fmla="*/ 6533511 h 6857996"/>
              <a:gd name="connsiteX972" fmla="*/ 6233152 w 12191993"/>
              <a:gd name="connsiteY972" fmla="*/ 6523668 h 6857996"/>
              <a:gd name="connsiteX973" fmla="*/ 6234740 w 12191993"/>
              <a:gd name="connsiteY973" fmla="*/ 6524621 h 6857996"/>
              <a:gd name="connsiteX974" fmla="*/ 6235692 w 12191993"/>
              <a:gd name="connsiteY974" fmla="*/ 6524303 h 6857996"/>
              <a:gd name="connsiteX975" fmla="*/ 6232835 w 12191993"/>
              <a:gd name="connsiteY975" fmla="*/ 6518588 h 6857996"/>
              <a:gd name="connsiteX976" fmla="*/ 6226485 w 12191993"/>
              <a:gd name="connsiteY976" fmla="*/ 6521763 h 6857996"/>
              <a:gd name="connsiteX977" fmla="*/ 6227120 w 12191993"/>
              <a:gd name="connsiteY977" fmla="*/ 6508746 h 6857996"/>
              <a:gd name="connsiteX978" fmla="*/ 6221722 w 12191993"/>
              <a:gd name="connsiteY978" fmla="*/ 6500808 h 6857996"/>
              <a:gd name="connsiteX979" fmla="*/ 5203940 w 12191993"/>
              <a:gd name="connsiteY979" fmla="*/ 6499222 h 6857996"/>
              <a:gd name="connsiteX980" fmla="*/ 5185064 w 12191993"/>
              <a:gd name="connsiteY980" fmla="*/ 6501778 h 6857996"/>
              <a:gd name="connsiteX981" fmla="*/ 5182549 w 12191993"/>
              <a:gd name="connsiteY981" fmla="*/ 6503695 h 6857996"/>
              <a:gd name="connsiteX982" fmla="*/ 5182549 w 12191993"/>
              <a:gd name="connsiteY982" fmla="*/ 6506251 h 6857996"/>
              <a:gd name="connsiteX983" fmla="*/ 5185379 w 12191993"/>
              <a:gd name="connsiteY983" fmla="*/ 6508806 h 6857996"/>
              <a:gd name="connsiteX984" fmla="*/ 5191357 w 12191993"/>
              <a:gd name="connsiteY984" fmla="*/ 6517112 h 6857996"/>
              <a:gd name="connsiteX985" fmla="*/ 5191671 w 12191993"/>
              <a:gd name="connsiteY985" fmla="*/ 6531488 h 6857996"/>
              <a:gd name="connsiteX986" fmla="*/ 5191671 w 12191993"/>
              <a:gd name="connsiteY986" fmla="*/ 6533725 h 6857996"/>
              <a:gd name="connsiteX987" fmla="*/ 5190728 w 12191993"/>
              <a:gd name="connsiteY987" fmla="*/ 6535961 h 6857996"/>
              <a:gd name="connsiteX988" fmla="*/ 5189785 w 12191993"/>
              <a:gd name="connsiteY988" fmla="*/ 6535322 h 6857996"/>
              <a:gd name="connsiteX989" fmla="*/ 5177830 w 12191993"/>
              <a:gd name="connsiteY989" fmla="*/ 6532766 h 6857996"/>
              <a:gd name="connsiteX990" fmla="*/ 5148260 w 12191993"/>
              <a:gd name="connsiteY990" fmla="*/ 6569186 h 6857996"/>
              <a:gd name="connsiteX991" fmla="*/ 5172483 w 12191993"/>
              <a:gd name="connsiteY991" fmla="*/ 6601132 h 6857996"/>
              <a:gd name="connsiteX992" fmla="*/ 5184122 w 12191993"/>
              <a:gd name="connsiteY992" fmla="*/ 6597299 h 6857996"/>
              <a:gd name="connsiteX993" fmla="*/ 5190728 w 12191993"/>
              <a:gd name="connsiteY993" fmla="*/ 6591868 h 6857996"/>
              <a:gd name="connsiteX994" fmla="*/ 5191988 w 12191993"/>
              <a:gd name="connsiteY994" fmla="*/ 6591229 h 6857996"/>
              <a:gd name="connsiteX995" fmla="*/ 5193245 w 12191993"/>
              <a:gd name="connsiteY995" fmla="*/ 6594424 h 6857996"/>
              <a:gd name="connsiteX996" fmla="*/ 5193560 w 12191993"/>
              <a:gd name="connsiteY996" fmla="*/ 6600174 h 6857996"/>
              <a:gd name="connsiteX997" fmla="*/ 5195133 w 12191993"/>
              <a:gd name="connsiteY997" fmla="*/ 6602410 h 6857996"/>
              <a:gd name="connsiteX998" fmla="*/ 5197333 w 12191993"/>
              <a:gd name="connsiteY998" fmla="*/ 6602091 h 6857996"/>
              <a:gd name="connsiteX999" fmla="*/ 5214008 w 12191993"/>
              <a:gd name="connsiteY999" fmla="*/ 6598896 h 6857996"/>
              <a:gd name="connsiteX1000" fmla="*/ 5216522 w 12191993"/>
              <a:gd name="connsiteY1000" fmla="*/ 6596660 h 6857996"/>
              <a:gd name="connsiteX1001" fmla="*/ 5216522 w 12191993"/>
              <a:gd name="connsiteY1001" fmla="*/ 6594424 h 6857996"/>
              <a:gd name="connsiteX1002" fmla="*/ 5214636 w 12191993"/>
              <a:gd name="connsiteY1002" fmla="*/ 6592826 h 6857996"/>
              <a:gd name="connsiteX1003" fmla="*/ 5207399 w 12191993"/>
              <a:gd name="connsiteY1003" fmla="*/ 6589312 h 6857996"/>
              <a:gd name="connsiteX1004" fmla="*/ 5206141 w 12191993"/>
              <a:gd name="connsiteY1004" fmla="*/ 6565671 h 6857996"/>
              <a:gd name="connsiteX1005" fmla="*/ 5206141 w 12191993"/>
              <a:gd name="connsiteY1005" fmla="*/ 6542031 h 6857996"/>
              <a:gd name="connsiteX1006" fmla="*/ 5207085 w 12191993"/>
              <a:gd name="connsiteY1006" fmla="*/ 6501459 h 6857996"/>
              <a:gd name="connsiteX1007" fmla="*/ 5205512 w 12191993"/>
              <a:gd name="connsiteY1007" fmla="*/ 6499222 h 6857996"/>
              <a:gd name="connsiteX1008" fmla="*/ 5203940 w 12191993"/>
              <a:gd name="connsiteY1008" fmla="*/ 6499222 h 6857996"/>
              <a:gd name="connsiteX1009" fmla="*/ 4939540 w 12191993"/>
              <a:gd name="connsiteY1009" fmla="*/ 6499222 h 6857996"/>
              <a:gd name="connsiteX1010" fmla="*/ 4937048 w 12191993"/>
              <a:gd name="connsiteY1010" fmla="*/ 6499540 h 6857996"/>
              <a:gd name="connsiteX1011" fmla="*/ 4918664 w 12191993"/>
              <a:gd name="connsiteY1011" fmla="*/ 6502397 h 6857996"/>
              <a:gd name="connsiteX1012" fmla="*/ 4916484 w 12191993"/>
              <a:gd name="connsiteY1012" fmla="*/ 6504302 h 6857996"/>
              <a:gd name="connsiteX1013" fmla="*/ 4916484 w 12191993"/>
              <a:gd name="connsiteY1013" fmla="*/ 6506525 h 6857996"/>
              <a:gd name="connsiteX1014" fmla="*/ 4920222 w 12191993"/>
              <a:gd name="connsiteY1014" fmla="*/ 6508747 h 6857996"/>
              <a:gd name="connsiteX1015" fmla="*/ 4925520 w 12191993"/>
              <a:gd name="connsiteY1015" fmla="*/ 6513510 h 6857996"/>
              <a:gd name="connsiteX1016" fmla="*/ 4925831 w 12191993"/>
              <a:gd name="connsiteY1016" fmla="*/ 6540497 h 6857996"/>
              <a:gd name="connsiteX1017" fmla="*/ 4925831 w 12191993"/>
              <a:gd name="connsiteY1017" fmla="*/ 6547800 h 6857996"/>
              <a:gd name="connsiteX1018" fmla="*/ 4925520 w 12191993"/>
              <a:gd name="connsiteY1018" fmla="*/ 6589392 h 6857996"/>
              <a:gd name="connsiteX1019" fmla="*/ 4925520 w 12191993"/>
              <a:gd name="connsiteY1019" fmla="*/ 6590980 h 6857996"/>
              <a:gd name="connsiteX1020" fmla="*/ 4927700 w 12191993"/>
              <a:gd name="connsiteY1020" fmla="*/ 6595107 h 6857996"/>
              <a:gd name="connsiteX1021" fmla="*/ 4949199 w 12191993"/>
              <a:gd name="connsiteY1021" fmla="*/ 6600822 h 6857996"/>
              <a:gd name="connsiteX1022" fmla="*/ 4983161 w 12191993"/>
              <a:gd name="connsiteY1022" fmla="*/ 6563675 h 6857996"/>
              <a:gd name="connsiteX1023" fmla="*/ 4959168 w 12191993"/>
              <a:gd name="connsiteY1023" fmla="*/ 6532877 h 6857996"/>
              <a:gd name="connsiteX1024" fmla="*/ 4945770 w 12191993"/>
              <a:gd name="connsiteY1024" fmla="*/ 6538592 h 6857996"/>
              <a:gd name="connsiteX1025" fmla="*/ 4940786 w 12191993"/>
              <a:gd name="connsiteY1025" fmla="*/ 6543355 h 6857996"/>
              <a:gd name="connsiteX1026" fmla="*/ 4940163 w 12191993"/>
              <a:gd name="connsiteY1026" fmla="*/ 6542402 h 6857996"/>
              <a:gd name="connsiteX1027" fmla="*/ 4940163 w 12191993"/>
              <a:gd name="connsiteY1027" fmla="*/ 6541767 h 6857996"/>
              <a:gd name="connsiteX1028" fmla="*/ 4940163 w 12191993"/>
              <a:gd name="connsiteY1028" fmla="*/ 6539227 h 6857996"/>
              <a:gd name="connsiteX1029" fmla="*/ 4940475 w 12191993"/>
              <a:gd name="connsiteY1029" fmla="*/ 6521130 h 6857996"/>
              <a:gd name="connsiteX1030" fmla="*/ 4940786 w 12191993"/>
              <a:gd name="connsiteY1030" fmla="*/ 6503350 h 6857996"/>
              <a:gd name="connsiteX1031" fmla="*/ 4941098 w 12191993"/>
              <a:gd name="connsiteY1031" fmla="*/ 6501445 h 6857996"/>
              <a:gd name="connsiteX1032" fmla="*/ 4939540 w 12191993"/>
              <a:gd name="connsiteY1032" fmla="*/ 6499222 h 6857996"/>
              <a:gd name="connsiteX1033" fmla="*/ 4898522 w 12191993"/>
              <a:gd name="connsiteY1033" fmla="*/ 6499222 h 6857996"/>
              <a:gd name="connsiteX1034" fmla="*/ 4879530 w 12191993"/>
              <a:gd name="connsiteY1034" fmla="*/ 6501778 h 6857996"/>
              <a:gd name="connsiteX1035" fmla="*/ 4876959 w 12191993"/>
              <a:gd name="connsiteY1035" fmla="*/ 6503695 h 6857996"/>
              <a:gd name="connsiteX1036" fmla="*/ 4876959 w 12191993"/>
              <a:gd name="connsiteY1036" fmla="*/ 6506251 h 6857996"/>
              <a:gd name="connsiteX1037" fmla="*/ 4879852 w 12191993"/>
              <a:gd name="connsiteY1037" fmla="*/ 6508806 h 6857996"/>
              <a:gd name="connsiteX1038" fmla="*/ 4885972 w 12191993"/>
              <a:gd name="connsiteY1038" fmla="*/ 6517112 h 6857996"/>
              <a:gd name="connsiteX1039" fmla="*/ 4886292 w 12191993"/>
              <a:gd name="connsiteY1039" fmla="*/ 6531488 h 6857996"/>
              <a:gd name="connsiteX1040" fmla="*/ 4886292 w 12191993"/>
              <a:gd name="connsiteY1040" fmla="*/ 6533725 h 6857996"/>
              <a:gd name="connsiteX1041" fmla="*/ 4885328 w 12191993"/>
              <a:gd name="connsiteY1041" fmla="*/ 6535961 h 6857996"/>
              <a:gd name="connsiteX1042" fmla="*/ 4884360 w 12191993"/>
              <a:gd name="connsiteY1042" fmla="*/ 6535322 h 6857996"/>
              <a:gd name="connsiteX1043" fmla="*/ 4872127 w 12191993"/>
              <a:gd name="connsiteY1043" fmla="*/ 6532766 h 6857996"/>
              <a:gd name="connsiteX1044" fmla="*/ 4841871 w 12191993"/>
              <a:gd name="connsiteY1044" fmla="*/ 6569186 h 6857996"/>
              <a:gd name="connsiteX1045" fmla="*/ 4866980 w 12191993"/>
              <a:gd name="connsiteY1045" fmla="*/ 6601132 h 6857996"/>
              <a:gd name="connsiteX1046" fmla="*/ 4878566 w 12191993"/>
              <a:gd name="connsiteY1046" fmla="*/ 6597299 h 6857996"/>
              <a:gd name="connsiteX1047" fmla="*/ 4885328 w 12191993"/>
              <a:gd name="connsiteY1047" fmla="*/ 6591868 h 6857996"/>
              <a:gd name="connsiteX1048" fmla="*/ 4886614 w 12191993"/>
              <a:gd name="connsiteY1048" fmla="*/ 6591229 h 6857996"/>
              <a:gd name="connsiteX1049" fmla="*/ 4887899 w 12191993"/>
              <a:gd name="connsiteY1049" fmla="*/ 6594424 h 6857996"/>
              <a:gd name="connsiteX1050" fmla="*/ 4888221 w 12191993"/>
              <a:gd name="connsiteY1050" fmla="*/ 6600174 h 6857996"/>
              <a:gd name="connsiteX1051" fmla="*/ 4889831 w 12191993"/>
              <a:gd name="connsiteY1051" fmla="*/ 6602410 h 6857996"/>
              <a:gd name="connsiteX1052" fmla="*/ 4892085 w 12191993"/>
              <a:gd name="connsiteY1052" fmla="*/ 6602091 h 6857996"/>
              <a:gd name="connsiteX1053" fmla="*/ 4909145 w 12191993"/>
              <a:gd name="connsiteY1053" fmla="*/ 6598896 h 6857996"/>
              <a:gd name="connsiteX1054" fmla="*/ 4911721 w 12191993"/>
              <a:gd name="connsiteY1054" fmla="*/ 6596660 h 6857996"/>
              <a:gd name="connsiteX1055" fmla="*/ 4911721 w 12191993"/>
              <a:gd name="connsiteY1055" fmla="*/ 6594424 h 6857996"/>
              <a:gd name="connsiteX1056" fmla="*/ 4910113 w 12191993"/>
              <a:gd name="connsiteY1056" fmla="*/ 6592826 h 6857996"/>
              <a:gd name="connsiteX1057" fmla="*/ 4902066 w 12191993"/>
              <a:gd name="connsiteY1057" fmla="*/ 6589312 h 6857996"/>
              <a:gd name="connsiteX1058" fmla="*/ 4901098 w 12191993"/>
              <a:gd name="connsiteY1058" fmla="*/ 6565671 h 6857996"/>
              <a:gd name="connsiteX1059" fmla="*/ 4901098 w 12191993"/>
              <a:gd name="connsiteY1059" fmla="*/ 6542031 h 6857996"/>
              <a:gd name="connsiteX1060" fmla="*/ 4902066 w 12191993"/>
              <a:gd name="connsiteY1060" fmla="*/ 6501459 h 6857996"/>
              <a:gd name="connsiteX1061" fmla="*/ 4900132 w 12191993"/>
              <a:gd name="connsiteY1061" fmla="*/ 6499222 h 6857996"/>
              <a:gd name="connsiteX1062" fmla="*/ 4898522 w 12191993"/>
              <a:gd name="connsiteY1062" fmla="*/ 6499222 h 6857996"/>
              <a:gd name="connsiteX1063" fmla="*/ 6032809 w 12191993"/>
              <a:gd name="connsiteY1063" fmla="*/ 6467471 h 6857996"/>
              <a:gd name="connsiteX1064" fmla="*/ 6068221 w 12191993"/>
              <a:gd name="connsiteY1064" fmla="*/ 6467471 h 6857996"/>
              <a:gd name="connsiteX1065" fmla="*/ 6078971 w 12191993"/>
              <a:gd name="connsiteY1065" fmla="*/ 6469080 h 6857996"/>
              <a:gd name="connsiteX1066" fmla="*/ 6078971 w 12191993"/>
              <a:gd name="connsiteY1066" fmla="*/ 6471974 h 6857996"/>
              <a:gd name="connsiteX1067" fmla="*/ 6073597 w 12191993"/>
              <a:gd name="connsiteY1067" fmla="*/ 6479694 h 6857996"/>
              <a:gd name="connsiteX1068" fmla="*/ 6073597 w 12191993"/>
              <a:gd name="connsiteY1068" fmla="*/ 6480016 h 6857996"/>
              <a:gd name="connsiteX1069" fmla="*/ 6084979 w 12191993"/>
              <a:gd name="connsiteY1069" fmla="*/ 6488700 h 6857996"/>
              <a:gd name="connsiteX1070" fmla="*/ 6095413 w 12191993"/>
              <a:gd name="connsiteY1070" fmla="*/ 6492560 h 6857996"/>
              <a:gd name="connsiteX1071" fmla="*/ 6097310 w 12191993"/>
              <a:gd name="connsiteY1071" fmla="*/ 6491595 h 6857996"/>
              <a:gd name="connsiteX1072" fmla="*/ 6106163 w 12191993"/>
              <a:gd name="connsiteY1072" fmla="*/ 6479051 h 6857996"/>
              <a:gd name="connsiteX1073" fmla="*/ 6105847 w 12191993"/>
              <a:gd name="connsiteY1073" fmla="*/ 6476799 h 6857996"/>
              <a:gd name="connsiteX1074" fmla="*/ 6104898 w 12191993"/>
              <a:gd name="connsiteY1074" fmla="*/ 6474548 h 6857996"/>
              <a:gd name="connsiteX1075" fmla="*/ 6104898 w 12191993"/>
              <a:gd name="connsiteY1075" fmla="*/ 6474226 h 6857996"/>
              <a:gd name="connsiteX1076" fmla="*/ 6102052 w 12191993"/>
              <a:gd name="connsiteY1076" fmla="*/ 6471331 h 6857996"/>
              <a:gd name="connsiteX1077" fmla="*/ 6107428 w 12191993"/>
              <a:gd name="connsiteY1077" fmla="*/ 6467471 h 6857996"/>
              <a:gd name="connsiteX1078" fmla="*/ 6108060 w 12191993"/>
              <a:gd name="connsiteY1078" fmla="*/ 6467471 h 6857996"/>
              <a:gd name="connsiteX1079" fmla="*/ 6108376 w 12191993"/>
              <a:gd name="connsiteY1079" fmla="*/ 6467471 h 6857996"/>
              <a:gd name="connsiteX1080" fmla="*/ 6112486 w 12191993"/>
              <a:gd name="connsiteY1080" fmla="*/ 6471653 h 6857996"/>
              <a:gd name="connsiteX1081" fmla="*/ 6110589 w 12191993"/>
              <a:gd name="connsiteY1081" fmla="*/ 6479051 h 6857996"/>
              <a:gd name="connsiteX1082" fmla="*/ 6119126 w 12191993"/>
              <a:gd name="connsiteY1082" fmla="*/ 6491595 h 6857996"/>
              <a:gd name="connsiteX1083" fmla="*/ 6121023 w 12191993"/>
              <a:gd name="connsiteY1083" fmla="*/ 6492560 h 6857996"/>
              <a:gd name="connsiteX1084" fmla="*/ 6131774 w 12191993"/>
              <a:gd name="connsiteY1084" fmla="*/ 6488700 h 6857996"/>
              <a:gd name="connsiteX1085" fmla="*/ 6143156 w 12191993"/>
              <a:gd name="connsiteY1085" fmla="*/ 6480016 h 6857996"/>
              <a:gd name="connsiteX1086" fmla="*/ 6143156 w 12191993"/>
              <a:gd name="connsiteY1086" fmla="*/ 6479694 h 6857996"/>
              <a:gd name="connsiteX1087" fmla="*/ 6137781 w 12191993"/>
              <a:gd name="connsiteY1087" fmla="*/ 6471974 h 6857996"/>
              <a:gd name="connsiteX1088" fmla="*/ 6137781 w 12191993"/>
              <a:gd name="connsiteY1088" fmla="*/ 6469080 h 6857996"/>
              <a:gd name="connsiteX1089" fmla="*/ 6148531 w 12191993"/>
              <a:gd name="connsiteY1089" fmla="*/ 6467471 h 6857996"/>
              <a:gd name="connsiteX1090" fmla="*/ 6184576 w 12191993"/>
              <a:gd name="connsiteY1090" fmla="*/ 6467471 h 6857996"/>
              <a:gd name="connsiteX1091" fmla="*/ 6184892 w 12191993"/>
              <a:gd name="connsiteY1091" fmla="*/ 6476478 h 6857996"/>
              <a:gd name="connsiteX1092" fmla="*/ 6182363 w 12191993"/>
              <a:gd name="connsiteY1092" fmla="*/ 6504461 h 6857996"/>
              <a:gd name="connsiteX1093" fmla="*/ 6122920 w 12191993"/>
              <a:gd name="connsiteY1093" fmla="*/ 6495133 h 6857996"/>
              <a:gd name="connsiteX1094" fmla="*/ 6124185 w 12191993"/>
              <a:gd name="connsiteY1094" fmla="*/ 6500923 h 6857996"/>
              <a:gd name="connsiteX1095" fmla="*/ 6109008 w 12191993"/>
              <a:gd name="connsiteY1095" fmla="*/ 6516684 h 6857996"/>
              <a:gd name="connsiteX1096" fmla="*/ 6108376 w 12191993"/>
              <a:gd name="connsiteY1096" fmla="*/ 6516684 h 6857996"/>
              <a:gd name="connsiteX1097" fmla="*/ 6107744 w 12191993"/>
              <a:gd name="connsiteY1097" fmla="*/ 6516684 h 6857996"/>
              <a:gd name="connsiteX1098" fmla="*/ 6092883 w 12191993"/>
              <a:gd name="connsiteY1098" fmla="*/ 6500923 h 6857996"/>
              <a:gd name="connsiteX1099" fmla="*/ 6094148 w 12191993"/>
              <a:gd name="connsiteY1099" fmla="*/ 6495133 h 6857996"/>
              <a:gd name="connsiteX1100" fmla="*/ 6035022 w 12191993"/>
              <a:gd name="connsiteY1100" fmla="*/ 6504461 h 6857996"/>
              <a:gd name="connsiteX1101" fmla="*/ 6032492 w 12191993"/>
              <a:gd name="connsiteY1101" fmla="*/ 6476478 h 6857996"/>
              <a:gd name="connsiteX1102" fmla="*/ 6032809 w 12191993"/>
              <a:gd name="connsiteY1102" fmla="*/ 6467471 h 6857996"/>
              <a:gd name="connsiteX1103" fmla="*/ 6035029 w 12191993"/>
              <a:gd name="connsiteY1103" fmla="*/ 6454771 h 6857996"/>
              <a:gd name="connsiteX1104" fmla="*/ 6108377 w 12191993"/>
              <a:gd name="connsiteY1104" fmla="*/ 6454771 h 6857996"/>
              <a:gd name="connsiteX1105" fmla="*/ 6182357 w 12191993"/>
              <a:gd name="connsiteY1105" fmla="*/ 6454771 h 6857996"/>
              <a:gd name="connsiteX1106" fmla="*/ 6183305 w 12191993"/>
              <a:gd name="connsiteY1106" fmla="*/ 6459317 h 6857996"/>
              <a:gd name="connsiteX1107" fmla="*/ 6148528 w 12191993"/>
              <a:gd name="connsiteY1107" fmla="*/ 6459317 h 6857996"/>
              <a:gd name="connsiteX1108" fmla="*/ 6127346 w 12191993"/>
              <a:gd name="connsiteY1108" fmla="*/ 6471656 h 6857996"/>
              <a:gd name="connsiteX1109" fmla="*/ 6131456 w 12191993"/>
              <a:gd name="connsiteY1109" fmla="*/ 6479450 h 6857996"/>
              <a:gd name="connsiteX1110" fmla="*/ 6121655 w 12191993"/>
              <a:gd name="connsiteY1110" fmla="*/ 6483346 h 6857996"/>
              <a:gd name="connsiteX1111" fmla="*/ 6118810 w 12191993"/>
              <a:gd name="connsiteY1111" fmla="*/ 6478476 h 6857996"/>
              <a:gd name="connsiteX1112" fmla="*/ 6121023 w 12191993"/>
              <a:gd name="connsiteY1112" fmla="*/ 6471332 h 6857996"/>
              <a:gd name="connsiteX1113" fmla="*/ 6108060 w 12191993"/>
              <a:gd name="connsiteY1113" fmla="*/ 6459967 h 6857996"/>
              <a:gd name="connsiteX1114" fmla="*/ 6098892 w 12191993"/>
              <a:gd name="connsiteY1114" fmla="*/ 6463214 h 6857996"/>
              <a:gd name="connsiteX1115" fmla="*/ 6098576 w 12191993"/>
              <a:gd name="connsiteY1115" fmla="*/ 6463863 h 6857996"/>
              <a:gd name="connsiteX1116" fmla="*/ 6092253 w 12191993"/>
              <a:gd name="connsiteY1116" fmla="*/ 6471007 h 6857996"/>
              <a:gd name="connsiteX1117" fmla="*/ 6092253 w 12191993"/>
              <a:gd name="connsiteY1117" fmla="*/ 6474904 h 6857996"/>
              <a:gd name="connsiteX1118" fmla="*/ 6095098 w 12191993"/>
              <a:gd name="connsiteY1118" fmla="*/ 6475553 h 6857996"/>
              <a:gd name="connsiteX1119" fmla="*/ 6096995 w 12191993"/>
              <a:gd name="connsiteY1119" fmla="*/ 6477177 h 6857996"/>
              <a:gd name="connsiteX1120" fmla="*/ 6095098 w 12191993"/>
              <a:gd name="connsiteY1120" fmla="*/ 6483346 h 6857996"/>
              <a:gd name="connsiteX1121" fmla="*/ 6085297 w 12191993"/>
              <a:gd name="connsiteY1121" fmla="*/ 6479450 h 6857996"/>
              <a:gd name="connsiteX1122" fmla="*/ 6089407 w 12191993"/>
              <a:gd name="connsiteY1122" fmla="*/ 6471656 h 6857996"/>
              <a:gd name="connsiteX1123" fmla="*/ 6068225 w 12191993"/>
              <a:gd name="connsiteY1123" fmla="*/ 6459317 h 6857996"/>
              <a:gd name="connsiteX1124" fmla="*/ 6034080 w 12191993"/>
              <a:gd name="connsiteY1124" fmla="*/ 6459317 h 6857996"/>
              <a:gd name="connsiteX1125" fmla="*/ 6035029 w 12191993"/>
              <a:gd name="connsiteY1125" fmla="*/ 6454771 h 6857996"/>
              <a:gd name="connsiteX1126" fmla="*/ 6146512 w 12191993"/>
              <a:gd name="connsiteY1126" fmla="*/ 6416671 h 6857996"/>
              <a:gd name="connsiteX1127" fmla="*/ 6156317 w 12191993"/>
              <a:gd name="connsiteY1127" fmla="*/ 6423414 h 6857996"/>
              <a:gd name="connsiteX1128" fmla="*/ 6156317 w 12191993"/>
              <a:gd name="connsiteY1128" fmla="*/ 6445246 h 6857996"/>
              <a:gd name="connsiteX1129" fmla="*/ 6134092 w 12191993"/>
              <a:gd name="connsiteY1129" fmla="*/ 6445246 h 6857996"/>
              <a:gd name="connsiteX1130" fmla="*/ 6134092 w 12191993"/>
              <a:gd name="connsiteY1130" fmla="*/ 6422450 h 6857996"/>
              <a:gd name="connsiteX1131" fmla="*/ 6135400 w 12191993"/>
              <a:gd name="connsiteY1131" fmla="*/ 6418598 h 6857996"/>
              <a:gd name="connsiteX1132" fmla="*/ 6146512 w 12191993"/>
              <a:gd name="connsiteY1132" fmla="*/ 6416671 h 6857996"/>
              <a:gd name="connsiteX1133" fmla="*/ 6070000 w 12191993"/>
              <a:gd name="connsiteY1133" fmla="*/ 6416671 h 6857996"/>
              <a:gd name="connsiteX1134" fmla="*/ 6080473 w 12191993"/>
              <a:gd name="connsiteY1134" fmla="*/ 6418598 h 6857996"/>
              <a:gd name="connsiteX1135" fmla="*/ 6081705 w 12191993"/>
              <a:gd name="connsiteY1135" fmla="*/ 6422450 h 6857996"/>
              <a:gd name="connsiteX1136" fmla="*/ 6081705 w 12191993"/>
              <a:gd name="connsiteY1136" fmla="*/ 6445246 h 6857996"/>
              <a:gd name="connsiteX1137" fmla="*/ 6061067 w 12191993"/>
              <a:gd name="connsiteY1137" fmla="*/ 6445246 h 6857996"/>
              <a:gd name="connsiteX1138" fmla="*/ 6061067 w 12191993"/>
              <a:gd name="connsiteY1138" fmla="*/ 6423414 h 6857996"/>
              <a:gd name="connsiteX1139" fmla="*/ 6070000 w 12191993"/>
              <a:gd name="connsiteY1139" fmla="*/ 6416671 h 6857996"/>
              <a:gd name="connsiteX1140" fmla="*/ 6108533 w 12191993"/>
              <a:gd name="connsiteY1140" fmla="*/ 6408733 h 6857996"/>
              <a:gd name="connsiteX1141" fmla="*/ 6126155 w 12191993"/>
              <a:gd name="connsiteY1141" fmla="*/ 6422703 h 6857996"/>
              <a:gd name="connsiteX1142" fmla="*/ 6126155 w 12191993"/>
              <a:gd name="connsiteY1142" fmla="*/ 6445246 h 6857996"/>
              <a:gd name="connsiteX1143" fmla="*/ 6108533 w 12191993"/>
              <a:gd name="connsiteY1143" fmla="*/ 6445246 h 6857996"/>
              <a:gd name="connsiteX1144" fmla="*/ 6091230 w 12191993"/>
              <a:gd name="connsiteY1144" fmla="*/ 6445246 h 6857996"/>
              <a:gd name="connsiteX1145" fmla="*/ 6091230 w 12191993"/>
              <a:gd name="connsiteY1145" fmla="*/ 6422703 h 6857996"/>
              <a:gd name="connsiteX1146" fmla="*/ 6108533 w 12191993"/>
              <a:gd name="connsiteY1146" fmla="*/ 6408733 h 6857996"/>
              <a:gd name="connsiteX1147" fmla="*/ 6118217 w 12191993"/>
              <a:gd name="connsiteY1147" fmla="*/ 6397621 h 6857996"/>
              <a:gd name="connsiteX1148" fmla="*/ 6140442 w 12191993"/>
              <a:gd name="connsiteY1148" fmla="*/ 6407781 h 6857996"/>
              <a:gd name="connsiteX1149" fmla="*/ 6131364 w 12191993"/>
              <a:gd name="connsiteY1149" fmla="*/ 6410321 h 6857996"/>
              <a:gd name="connsiteX1150" fmla="*/ 6118217 w 12191993"/>
              <a:gd name="connsiteY1150" fmla="*/ 6400479 h 6857996"/>
              <a:gd name="connsiteX1151" fmla="*/ 6118217 w 12191993"/>
              <a:gd name="connsiteY1151" fmla="*/ 6397621 h 6857996"/>
              <a:gd name="connsiteX1152" fmla="*/ 6097580 w 12191993"/>
              <a:gd name="connsiteY1152" fmla="*/ 6397621 h 6857996"/>
              <a:gd name="connsiteX1153" fmla="*/ 6097580 w 12191993"/>
              <a:gd name="connsiteY1153" fmla="*/ 6400479 h 6857996"/>
              <a:gd name="connsiteX1154" fmla="*/ 6084563 w 12191993"/>
              <a:gd name="connsiteY1154" fmla="*/ 6410321 h 6857996"/>
              <a:gd name="connsiteX1155" fmla="*/ 6075355 w 12191993"/>
              <a:gd name="connsiteY1155" fmla="*/ 6407781 h 6857996"/>
              <a:gd name="connsiteX1156" fmla="*/ 6097580 w 12191993"/>
              <a:gd name="connsiteY1156" fmla="*/ 6397621 h 6857996"/>
              <a:gd name="connsiteX1157" fmla="*/ 6104824 w 12191993"/>
              <a:gd name="connsiteY1157" fmla="*/ 6365871 h 6857996"/>
              <a:gd name="connsiteX1158" fmla="*/ 6107737 w 12191993"/>
              <a:gd name="connsiteY1158" fmla="*/ 6365871 h 6857996"/>
              <a:gd name="connsiteX1159" fmla="*/ 6110650 w 12191993"/>
              <a:gd name="connsiteY1159" fmla="*/ 6365871 h 6857996"/>
              <a:gd name="connsiteX1160" fmla="*/ 6110650 w 12191993"/>
              <a:gd name="connsiteY1160" fmla="*/ 6379335 h 6857996"/>
              <a:gd name="connsiteX1161" fmla="*/ 6124568 w 12191993"/>
              <a:gd name="connsiteY1161" fmla="*/ 6379335 h 6857996"/>
              <a:gd name="connsiteX1162" fmla="*/ 6124568 w 12191993"/>
              <a:gd name="connsiteY1162" fmla="*/ 6385425 h 6857996"/>
              <a:gd name="connsiteX1163" fmla="*/ 6110650 w 12191993"/>
              <a:gd name="connsiteY1163" fmla="*/ 6385425 h 6857996"/>
              <a:gd name="connsiteX1164" fmla="*/ 6110650 w 12191993"/>
              <a:gd name="connsiteY1164" fmla="*/ 6399209 h 6857996"/>
              <a:gd name="connsiteX1165" fmla="*/ 6107737 w 12191993"/>
              <a:gd name="connsiteY1165" fmla="*/ 6399209 h 6857996"/>
              <a:gd name="connsiteX1166" fmla="*/ 6104824 w 12191993"/>
              <a:gd name="connsiteY1166" fmla="*/ 6399209 h 6857996"/>
              <a:gd name="connsiteX1167" fmla="*/ 6104824 w 12191993"/>
              <a:gd name="connsiteY1167" fmla="*/ 6385425 h 6857996"/>
              <a:gd name="connsiteX1168" fmla="*/ 6091230 w 12191993"/>
              <a:gd name="connsiteY1168" fmla="*/ 6385425 h 6857996"/>
              <a:gd name="connsiteX1169" fmla="*/ 6091230 w 12191993"/>
              <a:gd name="connsiteY1169" fmla="*/ 6379335 h 6857996"/>
              <a:gd name="connsiteX1170" fmla="*/ 6104824 w 12191993"/>
              <a:gd name="connsiteY1170" fmla="*/ 6379335 h 6857996"/>
              <a:gd name="connsiteX1171" fmla="*/ 6104824 w 12191993"/>
              <a:gd name="connsiteY1171" fmla="*/ 6365871 h 6857996"/>
              <a:gd name="connsiteX1172" fmla="*/ 6098253 w 12191993"/>
              <a:gd name="connsiteY1172" fmla="*/ 6359521 h 6857996"/>
              <a:gd name="connsiteX1173" fmla="*/ 6098253 w 12191993"/>
              <a:gd name="connsiteY1173" fmla="*/ 6372830 h 6857996"/>
              <a:gd name="connsiteX1174" fmla="*/ 6085284 w 12191993"/>
              <a:gd name="connsiteY1174" fmla="*/ 6372830 h 6857996"/>
              <a:gd name="connsiteX1175" fmla="*/ 6085284 w 12191993"/>
              <a:gd name="connsiteY1175" fmla="*/ 6392793 h 6857996"/>
              <a:gd name="connsiteX1176" fmla="*/ 6062508 w 12191993"/>
              <a:gd name="connsiteY1176" fmla="*/ 6409270 h 6857996"/>
              <a:gd name="connsiteX1177" fmla="*/ 6051753 w 12191993"/>
              <a:gd name="connsiteY1177" fmla="*/ 6424163 h 6857996"/>
              <a:gd name="connsiteX1178" fmla="*/ 6051753 w 12191993"/>
              <a:gd name="connsiteY1178" fmla="*/ 6445710 h 6857996"/>
              <a:gd name="connsiteX1179" fmla="*/ 6028345 w 12191993"/>
              <a:gd name="connsiteY1179" fmla="*/ 6445710 h 6857996"/>
              <a:gd name="connsiteX1180" fmla="*/ 6027080 w 12191993"/>
              <a:gd name="connsiteY1180" fmla="*/ 6449195 h 6857996"/>
              <a:gd name="connsiteX1181" fmla="*/ 6022967 w 12191993"/>
              <a:gd name="connsiteY1181" fmla="*/ 6477397 h 6857996"/>
              <a:gd name="connsiteX1182" fmla="*/ 6046376 w 12191993"/>
              <a:gd name="connsiteY1182" fmla="*/ 6575943 h 6857996"/>
              <a:gd name="connsiteX1183" fmla="*/ 6099202 w 12191993"/>
              <a:gd name="connsiteY1183" fmla="*/ 6673222 h 6857996"/>
              <a:gd name="connsiteX1184" fmla="*/ 6108060 w 12191993"/>
              <a:gd name="connsiteY1184" fmla="*/ 6678609 h 6857996"/>
              <a:gd name="connsiteX1185" fmla="*/ 6108376 w 12191993"/>
              <a:gd name="connsiteY1185" fmla="*/ 6678609 h 6857996"/>
              <a:gd name="connsiteX1186" fmla="*/ 6108692 w 12191993"/>
              <a:gd name="connsiteY1186" fmla="*/ 6678609 h 6857996"/>
              <a:gd name="connsiteX1187" fmla="*/ 6117866 w 12191993"/>
              <a:gd name="connsiteY1187" fmla="*/ 6673222 h 6857996"/>
              <a:gd name="connsiteX1188" fmla="*/ 6171009 w 12191993"/>
              <a:gd name="connsiteY1188" fmla="*/ 6575943 h 6857996"/>
              <a:gd name="connsiteX1189" fmla="*/ 6194417 w 12191993"/>
              <a:gd name="connsiteY1189" fmla="*/ 6477397 h 6857996"/>
              <a:gd name="connsiteX1190" fmla="*/ 6190305 w 12191993"/>
              <a:gd name="connsiteY1190" fmla="*/ 6449195 h 6857996"/>
              <a:gd name="connsiteX1191" fmla="*/ 6189040 w 12191993"/>
              <a:gd name="connsiteY1191" fmla="*/ 6445710 h 6857996"/>
              <a:gd name="connsiteX1192" fmla="*/ 6165631 w 12191993"/>
              <a:gd name="connsiteY1192" fmla="*/ 6445710 h 6857996"/>
              <a:gd name="connsiteX1193" fmla="*/ 6165631 w 12191993"/>
              <a:gd name="connsiteY1193" fmla="*/ 6424163 h 6857996"/>
              <a:gd name="connsiteX1194" fmla="*/ 6154560 w 12191993"/>
              <a:gd name="connsiteY1194" fmla="*/ 6409270 h 6857996"/>
              <a:gd name="connsiteX1195" fmla="*/ 6132101 w 12191993"/>
              <a:gd name="connsiteY1195" fmla="*/ 6392793 h 6857996"/>
              <a:gd name="connsiteX1196" fmla="*/ 6132101 w 12191993"/>
              <a:gd name="connsiteY1196" fmla="*/ 6372830 h 6857996"/>
              <a:gd name="connsiteX1197" fmla="*/ 6118498 w 12191993"/>
              <a:gd name="connsiteY1197" fmla="*/ 6372830 h 6857996"/>
              <a:gd name="connsiteX1198" fmla="*/ 6118498 w 12191993"/>
              <a:gd name="connsiteY1198" fmla="*/ 6359521 h 6857996"/>
              <a:gd name="connsiteX1199" fmla="*/ 6108376 w 12191993"/>
              <a:gd name="connsiteY1199" fmla="*/ 6359521 h 6857996"/>
              <a:gd name="connsiteX1200" fmla="*/ 6098253 w 12191993"/>
              <a:gd name="connsiteY1200" fmla="*/ 6359521 h 6857996"/>
              <a:gd name="connsiteX1201" fmla="*/ 0 w 12191993"/>
              <a:gd name="connsiteY1201" fmla="*/ 0 h 6857996"/>
              <a:gd name="connsiteX1202" fmla="*/ 12191993 w 12191993"/>
              <a:gd name="connsiteY1202" fmla="*/ 0 h 6857996"/>
              <a:gd name="connsiteX1203" fmla="*/ 12191993 w 12191993"/>
              <a:gd name="connsiteY1203" fmla="*/ 6857996 h 6857996"/>
              <a:gd name="connsiteX1204" fmla="*/ 0 w 12191993"/>
              <a:gd name="connsiteY1204" fmla="*/ 6857996 h 6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Lst>
            <a:rect l="l" t="t" r="r" b="b"/>
            <a:pathLst>
              <a:path w="12191993" h="6857996">
                <a:moveTo>
                  <a:pt x="6150497" y="6688738"/>
                </a:moveTo>
                <a:cubicBezTo>
                  <a:pt x="6148985" y="6689343"/>
                  <a:pt x="6148380" y="6691157"/>
                  <a:pt x="6148985" y="6692367"/>
                </a:cubicBezTo>
                <a:cubicBezTo>
                  <a:pt x="6149590" y="6693878"/>
                  <a:pt x="6151404" y="6694483"/>
                  <a:pt x="6152916" y="6693878"/>
                </a:cubicBezTo>
                <a:cubicBezTo>
                  <a:pt x="6154125" y="6693274"/>
                  <a:pt x="6154730" y="6691459"/>
                  <a:pt x="6154125" y="6690250"/>
                </a:cubicBezTo>
                <a:cubicBezTo>
                  <a:pt x="6153521" y="6688738"/>
                  <a:pt x="6152009" y="6688133"/>
                  <a:pt x="6150497" y="6688738"/>
                </a:cubicBezTo>
                <a:close/>
                <a:moveTo>
                  <a:pt x="6092818" y="6684958"/>
                </a:moveTo>
                <a:lnTo>
                  <a:pt x="6092818" y="6686546"/>
                </a:lnTo>
                <a:lnTo>
                  <a:pt x="6094405" y="6688133"/>
                </a:lnTo>
                <a:lnTo>
                  <a:pt x="6092818" y="6708771"/>
                </a:lnTo>
                <a:lnTo>
                  <a:pt x="6091231" y="6710359"/>
                </a:lnTo>
                <a:lnTo>
                  <a:pt x="6097580" y="6711946"/>
                </a:lnTo>
                <a:lnTo>
                  <a:pt x="6097580" y="6708771"/>
                </a:lnTo>
                <a:lnTo>
                  <a:pt x="6095993" y="6708771"/>
                </a:lnTo>
                <a:lnTo>
                  <a:pt x="6097580" y="6692896"/>
                </a:lnTo>
                <a:lnTo>
                  <a:pt x="6111868" y="6711946"/>
                </a:lnTo>
                <a:lnTo>
                  <a:pt x="6115043" y="6711946"/>
                </a:lnTo>
                <a:lnTo>
                  <a:pt x="6113456" y="6688133"/>
                </a:lnTo>
                <a:lnTo>
                  <a:pt x="6113456" y="6686546"/>
                </a:lnTo>
                <a:lnTo>
                  <a:pt x="6108693" y="6686546"/>
                </a:lnTo>
                <a:lnTo>
                  <a:pt x="6108693" y="6688133"/>
                </a:lnTo>
                <a:lnTo>
                  <a:pt x="6110281" y="6688133"/>
                </a:lnTo>
                <a:lnTo>
                  <a:pt x="6111868" y="6704009"/>
                </a:lnTo>
                <a:lnTo>
                  <a:pt x="6097580" y="6686546"/>
                </a:lnTo>
                <a:close/>
                <a:moveTo>
                  <a:pt x="6080118" y="6683371"/>
                </a:moveTo>
                <a:lnTo>
                  <a:pt x="6080118" y="6684959"/>
                </a:lnTo>
                <a:lnTo>
                  <a:pt x="6081705" y="6686546"/>
                </a:lnTo>
                <a:lnTo>
                  <a:pt x="6076943" y="6705597"/>
                </a:lnTo>
                <a:lnTo>
                  <a:pt x="6075355" y="6707184"/>
                </a:lnTo>
                <a:lnTo>
                  <a:pt x="6083293" y="6710359"/>
                </a:lnTo>
                <a:lnTo>
                  <a:pt x="6083293" y="6708772"/>
                </a:lnTo>
                <a:lnTo>
                  <a:pt x="6081705" y="6707184"/>
                </a:lnTo>
                <a:lnTo>
                  <a:pt x="6086468" y="6686546"/>
                </a:lnTo>
                <a:lnTo>
                  <a:pt x="6088055" y="6686546"/>
                </a:lnTo>
                <a:lnTo>
                  <a:pt x="6088055" y="6684959"/>
                </a:lnTo>
                <a:close/>
                <a:moveTo>
                  <a:pt x="6137500" y="6681783"/>
                </a:moveTo>
                <a:cubicBezTo>
                  <a:pt x="6135252" y="6682101"/>
                  <a:pt x="6133647" y="6682101"/>
                  <a:pt x="6131078" y="6682736"/>
                </a:cubicBezTo>
                <a:cubicBezTo>
                  <a:pt x="6123373" y="6684958"/>
                  <a:pt x="6116630" y="6689086"/>
                  <a:pt x="6120162" y="6699246"/>
                </a:cubicBezTo>
                <a:cubicBezTo>
                  <a:pt x="6122409" y="6708453"/>
                  <a:pt x="6129152" y="6710358"/>
                  <a:pt x="6136536" y="6708771"/>
                </a:cubicBezTo>
                <a:cubicBezTo>
                  <a:pt x="6140389" y="6707818"/>
                  <a:pt x="6142637" y="6706231"/>
                  <a:pt x="6145205" y="6703373"/>
                </a:cubicBezTo>
                <a:cubicBezTo>
                  <a:pt x="6145205" y="6703373"/>
                  <a:pt x="6145205" y="6703373"/>
                  <a:pt x="6143279" y="6697658"/>
                </a:cubicBezTo>
                <a:cubicBezTo>
                  <a:pt x="6143279" y="6697658"/>
                  <a:pt x="6143279" y="6697658"/>
                  <a:pt x="6142316" y="6697658"/>
                </a:cubicBezTo>
                <a:cubicBezTo>
                  <a:pt x="6142637" y="6701468"/>
                  <a:pt x="6139105" y="6704961"/>
                  <a:pt x="6136215" y="6705596"/>
                </a:cubicBezTo>
                <a:cubicBezTo>
                  <a:pt x="6131399" y="6706548"/>
                  <a:pt x="6126583" y="6703056"/>
                  <a:pt x="6126262" y="6698293"/>
                </a:cubicBezTo>
                <a:cubicBezTo>
                  <a:pt x="6126262" y="6698293"/>
                  <a:pt x="6126262" y="6698293"/>
                  <a:pt x="6138784" y="6695436"/>
                </a:cubicBezTo>
                <a:cubicBezTo>
                  <a:pt x="6138784" y="6695436"/>
                  <a:pt x="6138784" y="6695436"/>
                  <a:pt x="6139747" y="6696388"/>
                </a:cubicBezTo>
                <a:cubicBezTo>
                  <a:pt x="6139747" y="6696388"/>
                  <a:pt x="6139747" y="6696388"/>
                  <a:pt x="6141031" y="6696071"/>
                </a:cubicBezTo>
                <a:cubicBezTo>
                  <a:pt x="6141031" y="6696071"/>
                  <a:pt x="6141031" y="6696071"/>
                  <a:pt x="6139747" y="6690356"/>
                </a:cubicBezTo>
                <a:cubicBezTo>
                  <a:pt x="6139747" y="6690356"/>
                  <a:pt x="6139747" y="6690356"/>
                  <a:pt x="6138463" y="6690673"/>
                </a:cubicBezTo>
                <a:cubicBezTo>
                  <a:pt x="6138463" y="6690673"/>
                  <a:pt x="6138463" y="6690673"/>
                  <a:pt x="6137500" y="6692896"/>
                </a:cubicBezTo>
                <a:cubicBezTo>
                  <a:pt x="6137500" y="6692896"/>
                  <a:pt x="6137500" y="6692896"/>
                  <a:pt x="6124978" y="6695436"/>
                </a:cubicBezTo>
                <a:cubicBezTo>
                  <a:pt x="6123694" y="6691626"/>
                  <a:pt x="6126262" y="6686863"/>
                  <a:pt x="6130436" y="6685593"/>
                </a:cubicBezTo>
                <a:cubicBezTo>
                  <a:pt x="6133326" y="6684958"/>
                  <a:pt x="6136215" y="6685593"/>
                  <a:pt x="6137821" y="6687816"/>
                </a:cubicBezTo>
                <a:cubicBezTo>
                  <a:pt x="6137821" y="6687816"/>
                  <a:pt x="6137821" y="6687816"/>
                  <a:pt x="6139105" y="6687181"/>
                </a:cubicBezTo>
                <a:cubicBezTo>
                  <a:pt x="6139105" y="6687181"/>
                  <a:pt x="6139105" y="6687181"/>
                  <a:pt x="6137500" y="6681783"/>
                </a:cubicBezTo>
                <a:close/>
                <a:moveTo>
                  <a:pt x="6053130" y="6672258"/>
                </a:moveTo>
                <a:lnTo>
                  <a:pt x="6051542" y="6673846"/>
                </a:lnTo>
                <a:lnTo>
                  <a:pt x="6053130" y="6675433"/>
                </a:lnTo>
                <a:lnTo>
                  <a:pt x="6038842" y="6691308"/>
                </a:lnTo>
                <a:lnTo>
                  <a:pt x="6037255" y="6689721"/>
                </a:lnTo>
                <a:lnTo>
                  <a:pt x="6035668" y="6691308"/>
                </a:lnTo>
                <a:lnTo>
                  <a:pt x="6042018" y="6694483"/>
                </a:lnTo>
                <a:lnTo>
                  <a:pt x="6042018" y="6692896"/>
                </a:lnTo>
                <a:lnTo>
                  <a:pt x="6051542" y="6680196"/>
                </a:lnTo>
                <a:lnTo>
                  <a:pt x="6049955" y="6699246"/>
                </a:lnTo>
                <a:lnTo>
                  <a:pt x="6053130" y="6700833"/>
                </a:lnTo>
                <a:lnTo>
                  <a:pt x="6065830" y="6684958"/>
                </a:lnTo>
                <a:lnTo>
                  <a:pt x="6064243" y="6700833"/>
                </a:lnTo>
                <a:lnTo>
                  <a:pt x="6062656" y="6702421"/>
                </a:lnTo>
                <a:lnTo>
                  <a:pt x="6061068" y="6704008"/>
                </a:lnTo>
                <a:lnTo>
                  <a:pt x="6069005" y="6707183"/>
                </a:lnTo>
                <a:lnTo>
                  <a:pt x="6069005" y="6705596"/>
                </a:lnTo>
                <a:lnTo>
                  <a:pt x="6067418" y="6704008"/>
                </a:lnTo>
                <a:lnTo>
                  <a:pt x="6070593" y="6681783"/>
                </a:lnTo>
                <a:lnTo>
                  <a:pt x="6072180" y="6681783"/>
                </a:lnTo>
                <a:lnTo>
                  <a:pt x="6072180" y="6680196"/>
                </a:lnTo>
                <a:lnTo>
                  <a:pt x="6065830" y="6677021"/>
                </a:lnTo>
                <a:lnTo>
                  <a:pt x="6064243" y="6678608"/>
                </a:lnTo>
                <a:lnTo>
                  <a:pt x="6065830" y="6678608"/>
                </a:lnTo>
                <a:lnTo>
                  <a:pt x="6056306" y="6689721"/>
                </a:lnTo>
                <a:lnTo>
                  <a:pt x="6057893" y="6673846"/>
                </a:lnTo>
                <a:close/>
                <a:moveTo>
                  <a:pt x="6175023" y="6664321"/>
                </a:moveTo>
                <a:cubicBezTo>
                  <a:pt x="6154730" y="6675963"/>
                  <a:pt x="6154730" y="6675963"/>
                  <a:pt x="6154730" y="6675963"/>
                </a:cubicBezTo>
                <a:cubicBezTo>
                  <a:pt x="6155052" y="6677221"/>
                  <a:pt x="6155052" y="6677221"/>
                  <a:pt x="6155052" y="6677221"/>
                </a:cubicBezTo>
                <a:cubicBezTo>
                  <a:pt x="6156985" y="6677221"/>
                  <a:pt x="6156985" y="6677221"/>
                  <a:pt x="6156985" y="6677221"/>
                </a:cubicBezTo>
                <a:cubicBezTo>
                  <a:pt x="6166970" y="6696414"/>
                  <a:pt x="6166970" y="6696414"/>
                  <a:pt x="6166970" y="6696414"/>
                </a:cubicBezTo>
                <a:cubicBezTo>
                  <a:pt x="6166326" y="6697988"/>
                  <a:pt x="6166326" y="6697988"/>
                  <a:pt x="6166326" y="6697988"/>
                </a:cubicBezTo>
                <a:lnTo>
                  <a:pt x="6167292" y="6699246"/>
                </a:lnTo>
                <a:cubicBezTo>
                  <a:pt x="6174378" y="6695471"/>
                  <a:pt x="6174378" y="6695471"/>
                  <a:pt x="6174378" y="6695471"/>
                </a:cubicBezTo>
                <a:cubicBezTo>
                  <a:pt x="6173734" y="6694841"/>
                  <a:pt x="6173734" y="6694841"/>
                  <a:pt x="6173734" y="6694841"/>
                </a:cubicBezTo>
                <a:cubicBezTo>
                  <a:pt x="6171802" y="6694527"/>
                  <a:pt x="6171802" y="6694527"/>
                  <a:pt x="6171802" y="6694527"/>
                </a:cubicBezTo>
                <a:cubicBezTo>
                  <a:pt x="6166970" y="6684458"/>
                  <a:pt x="6166970" y="6684458"/>
                  <a:pt x="6166970" y="6684458"/>
                </a:cubicBezTo>
                <a:cubicBezTo>
                  <a:pt x="6166970" y="6684458"/>
                  <a:pt x="6170835" y="6681626"/>
                  <a:pt x="6173734" y="6680997"/>
                </a:cubicBezTo>
                <a:cubicBezTo>
                  <a:pt x="6175023" y="6680997"/>
                  <a:pt x="6176955" y="6680997"/>
                  <a:pt x="6176955" y="6680997"/>
                </a:cubicBezTo>
                <a:cubicBezTo>
                  <a:pt x="6174378" y="6675963"/>
                  <a:pt x="6174378" y="6675963"/>
                  <a:pt x="6174378" y="6675963"/>
                </a:cubicBezTo>
                <a:cubicBezTo>
                  <a:pt x="6174378" y="6675963"/>
                  <a:pt x="6173412" y="6677536"/>
                  <a:pt x="6172446" y="6678165"/>
                </a:cubicBezTo>
                <a:cubicBezTo>
                  <a:pt x="6170513" y="6680053"/>
                  <a:pt x="6165360" y="6681626"/>
                  <a:pt x="6165360" y="6681626"/>
                </a:cubicBezTo>
                <a:cubicBezTo>
                  <a:pt x="6161816" y="6674704"/>
                  <a:pt x="6161816" y="6674704"/>
                  <a:pt x="6161816" y="6674704"/>
                </a:cubicBezTo>
                <a:cubicBezTo>
                  <a:pt x="6161816" y="6674704"/>
                  <a:pt x="6166648" y="6671243"/>
                  <a:pt x="6169869" y="6670299"/>
                </a:cubicBezTo>
                <a:cubicBezTo>
                  <a:pt x="6170835" y="6669985"/>
                  <a:pt x="6173090" y="6669670"/>
                  <a:pt x="6173090" y="6669670"/>
                </a:cubicBezTo>
                <a:cubicBezTo>
                  <a:pt x="6173090" y="6669670"/>
                  <a:pt x="6173090" y="6668097"/>
                  <a:pt x="6173412" y="6667468"/>
                </a:cubicBezTo>
                <a:cubicBezTo>
                  <a:pt x="6173734" y="6666209"/>
                  <a:pt x="6175023" y="6664321"/>
                  <a:pt x="6175023" y="6664321"/>
                </a:cubicBezTo>
                <a:close/>
                <a:moveTo>
                  <a:pt x="6030390" y="6663090"/>
                </a:moveTo>
                <a:cubicBezTo>
                  <a:pt x="6032518" y="6661940"/>
                  <a:pt x="6034976" y="6661463"/>
                  <a:pt x="6037104" y="6663368"/>
                </a:cubicBezTo>
                <a:cubicBezTo>
                  <a:pt x="6037761" y="6664003"/>
                  <a:pt x="6037761" y="6664003"/>
                  <a:pt x="6037761" y="6664003"/>
                </a:cubicBezTo>
                <a:cubicBezTo>
                  <a:pt x="6042019" y="6668131"/>
                  <a:pt x="6036449" y="6675116"/>
                  <a:pt x="6035139" y="6676386"/>
                </a:cubicBezTo>
                <a:cubicBezTo>
                  <a:pt x="6034157" y="6677021"/>
                  <a:pt x="6030880" y="6680196"/>
                  <a:pt x="6027605" y="6680196"/>
                </a:cubicBezTo>
                <a:cubicBezTo>
                  <a:pt x="6025966" y="6680196"/>
                  <a:pt x="6024656" y="6679879"/>
                  <a:pt x="6023674" y="6678609"/>
                </a:cubicBezTo>
                <a:cubicBezTo>
                  <a:pt x="6023347" y="6678291"/>
                  <a:pt x="6023347" y="6678291"/>
                  <a:pt x="6023347" y="6678291"/>
                </a:cubicBezTo>
                <a:cubicBezTo>
                  <a:pt x="6022035" y="6677339"/>
                  <a:pt x="6021709" y="6676386"/>
                  <a:pt x="6021381" y="6675116"/>
                </a:cubicBezTo>
                <a:cubicBezTo>
                  <a:pt x="6021381" y="6672259"/>
                  <a:pt x="6024001" y="6668766"/>
                  <a:pt x="6025640" y="6666861"/>
                </a:cubicBezTo>
                <a:cubicBezTo>
                  <a:pt x="6026459" y="6666067"/>
                  <a:pt x="6028260" y="6664241"/>
                  <a:pt x="6030390" y="6663090"/>
                </a:cubicBezTo>
                <a:close/>
                <a:moveTo>
                  <a:pt x="6030111" y="6659872"/>
                </a:moveTo>
                <a:cubicBezTo>
                  <a:pt x="6026346" y="6660186"/>
                  <a:pt x="6022895" y="6662383"/>
                  <a:pt x="6020698" y="6665835"/>
                </a:cubicBezTo>
                <a:cubicBezTo>
                  <a:pt x="6016617" y="6670856"/>
                  <a:pt x="6016617" y="6677446"/>
                  <a:pt x="6021324" y="6682153"/>
                </a:cubicBezTo>
                <a:cubicBezTo>
                  <a:pt x="6021324" y="6682153"/>
                  <a:pt x="6021324" y="6682153"/>
                  <a:pt x="6021324" y="6682467"/>
                </a:cubicBezTo>
                <a:cubicBezTo>
                  <a:pt x="6021324" y="6682467"/>
                  <a:pt x="6021324" y="6682467"/>
                  <a:pt x="6021639" y="6682467"/>
                </a:cubicBezTo>
                <a:cubicBezTo>
                  <a:pt x="6026659" y="6686546"/>
                  <a:pt x="6033250" y="6686546"/>
                  <a:pt x="6038270" y="6682153"/>
                </a:cubicBezTo>
                <a:cubicBezTo>
                  <a:pt x="6041409" y="6679642"/>
                  <a:pt x="6042978" y="6676190"/>
                  <a:pt x="6043292" y="6672425"/>
                </a:cubicBezTo>
                <a:cubicBezTo>
                  <a:pt x="6043605" y="6668973"/>
                  <a:pt x="6042664" y="6665835"/>
                  <a:pt x="6040467" y="6663638"/>
                </a:cubicBezTo>
                <a:cubicBezTo>
                  <a:pt x="6040154" y="6663010"/>
                  <a:pt x="6040154" y="6663010"/>
                  <a:pt x="6040154" y="6663010"/>
                </a:cubicBezTo>
                <a:cubicBezTo>
                  <a:pt x="6039840" y="6662696"/>
                  <a:pt x="6039840" y="6662696"/>
                  <a:pt x="6039840" y="6662696"/>
                </a:cubicBezTo>
                <a:cubicBezTo>
                  <a:pt x="6039526" y="6662383"/>
                  <a:pt x="6039526" y="6662383"/>
                  <a:pt x="6039526" y="6662383"/>
                </a:cubicBezTo>
                <a:cubicBezTo>
                  <a:pt x="6037015" y="6660186"/>
                  <a:pt x="6033877" y="6659558"/>
                  <a:pt x="6030111" y="6659872"/>
                </a:cubicBezTo>
                <a:close/>
                <a:moveTo>
                  <a:pt x="6187938" y="6653208"/>
                </a:moveTo>
                <a:cubicBezTo>
                  <a:pt x="6186092" y="6654812"/>
                  <a:pt x="6184553" y="6655774"/>
                  <a:pt x="6183014" y="6657377"/>
                </a:cubicBezTo>
                <a:cubicBezTo>
                  <a:pt x="6177474" y="6662829"/>
                  <a:pt x="6173780" y="6669885"/>
                  <a:pt x="6180859" y="6677582"/>
                </a:cubicBezTo>
                <a:cubicBezTo>
                  <a:pt x="6187323" y="6684958"/>
                  <a:pt x="6194094" y="6683034"/>
                  <a:pt x="6199634" y="6677582"/>
                </a:cubicBezTo>
                <a:cubicBezTo>
                  <a:pt x="6202404" y="6675016"/>
                  <a:pt x="6203635" y="6672771"/>
                  <a:pt x="6203943" y="6668602"/>
                </a:cubicBezTo>
                <a:cubicBezTo>
                  <a:pt x="6203943" y="6668602"/>
                  <a:pt x="6203943" y="6668602"/>
                  <a:pt x="6200558" y="6664112"/>
                </a:cubicBezTo>
                <a:cubicBezTo>
                  <a:pt x="6200558" y="6664112"/>
                  <a:pt x="6200558" y="6664112"/>
                  <a:pt x="6199634" y="6664754"/>
                </a:cubicBezTo>
                <a:cubicBezTo>
                  <a:pt x="6201173" y="6668281"/>
                  <a:pt x="6199942" y="6673092"/>
                  <a:pt x="6197480" y="6675337"/>
                </a:cubicBezTo>
                <a:cubicBezTo>
                  <a:pt x="6194094" y="6678865"/>
                  <a:pt x="6188246" y="6677903"/>
                  <a:pt x="6186092" y="6673734"/>
                </a:cubicBezTo>
                <a:cubicBezTo>
                  <a:pt x="6186092" y="6673734"/>
                  <a:pt x="6186092" y="6673734"/>
                  <a:pt x="6195325" y="6664433"/>
                </a:cubicBezTo>
                <a:cubicBezTo>
                  <a:pt x="6195325" y="6664433"/>
                  <a:pt x="6195325" y="6664433"/>
                  <a:pt x="6196864" y="6664754"/>
                </a:cubicBezTo>
                <a:cubicBezTo>
                  <a:pt x="6196864" y="6664754"/>
                  <a:pt x="6196864" y="6664754"/>
                  <a:pt x="6197788" y="6663792"/>
                </a:cubicBezTo>
                <a:cubicBezTo>
                  <a:pt x="6197788" y="6663792"/>
                  <a:pt x="6197788" y="6663792"/>
                  <a:pt x="6193786" y="6659622"/>
                </a:cubicBezTo>
                <a:cubicBezTo>
                  <a:pt x="6193786" y="6659622"/>
                  <a:pt x="6193786" y="6659622"/>
                  <a:pt x="6193171" y="6660585"/>
                </a:cubicBezTo>
                <a:cubicBezTo>
                  <a:pt x="6193171" y="6660585"/>
                  <a:pt x="6193171" y="6660585"/>
                  <a:pt x="6193171" y="6663150"/>
                </a:cubicBezTo>
                <a:cubicBezTo>
                  <a:pt x="6193171" y="6663150"/>
                  <a:pt x="6193171" y="6663150"/>
                  <a:pt x="6183937" y="6671489"/>
                </a:cubicBezTo>
                <a:cubicBezTo>
                  <a:pt x="6180859" y="6668602"/>
                  <a:pt x="6180552" y="6663150"/>
                  <a:pt x="6183937" y="6660264"/>
                </a:cubicBezTo>
                <a:cubicBezTo>
                  <a:pt x="6185784" y="6658340"/>
                  <a:pt x="6188554" y="6657698"/>
                  <a:pt x="6191324" y="6658660"/>
                </a:cubicBezTo>
                <a:cubicBezTo>
                  <a:pt x="6191324" y="6658660"/>
                  <a:pt x="6191324" y="6658660"/>
                  <a:pt x="6191940" y="6657377"/>
                </a:cubicBezTo>
                <a:cubicBezTo>
                  <a:pt x="6191940" y="6657377"/>
                  <a:pt x="6191940" y="6657377"/>
                  <a:pt x="6187938" y="6653208"/>
                </a:cubicBezTo>
                <a:close/>
                <a:moveTo>
                  <a:pt x="6196845" y="6642096"/>
                </a:moveTo>
                <a:cubicBezTo>
                  <a:pt x="6191242" y="6649399"/>
                  <a:pt x="6191242" y="6649399"/>
                  <a:pt x="6191242" y="6649399"/>
                </a:cubicBezTo>
                <a:cubicBezTo>
                  <a:pt x="6192799" y="6650351"/>
                  <a:pt x="6192799" y="6650351"/>
                  <a:pt x="6192799" y="6650351"/>
                </a:cubicBezTo>
                <a:cubicBezTo>
                  <a:pt x="6194355" y="6649399"/>
                  <a:pt x="6194355" y="6649399"/>
                  <a:pt x="6194355" y="6649399"/>
                </a:cubicBezTo>
                <a:cubicBezTo>
                  <a:pt x="6210230" y="6662734"/>
                  <a:pt x="6210230" y="6662734"/>
                  <a:pt x="6210230" y="6662734"/>
                </a:cubicBezTo>
                <a:cubicBezTo>
                  <a:pt x="6209919" y="6664639"/>
                  <a:pt x="6209919" y="6664639"/>
                  <a:pt x="6209919" y="6664639"/>
                </a:cubicBezTo>
                <a:lnTo>
                  <a:pt x="6210541" y="6665909"/>
                </a:lnTo>
                <a:cubicBezTo>
                  <a:pt x="6222992" y="6651304"/>
                  <a:pt x="6222992" y="6651304"/>
                  <a:pt x="6222992" y="6651304"/>
                </a:cubicBezTo>
                <a:cubicBezTo>
                  <a:pt x="6220191" y="6644319"/>
                  <a:pt x="6220191" y="6644319"/>
                  <a:pt x="6220191" y="6644319"/>
                </a:cubicBezTo>
                <a:cubicBezTo>
                  <a:pt x="6218323" y="6646224"/>
                  <a:pt x="6218323" y="6646224"/>
                  <a:pt x="6218323" y="6646224"/>
                </a:cubicBezTo>
                <a:cubicBezTo>
                  <a:pt x="6218323" y="6646224"/>
                  <a:pt x="6218946" y="6649081"/>
                  <a:pt x="6218946" y="6650669"/>
                </a:cubicBezTo>
                <a:cubicBezTo>
                  <a:pt x="6218323" y="6654162"/>
                  <a:pt x="6213654" y="6658607"/>
                  <a:pt x="6213654" y="6658607"/>
                </a:cubicBezTo>
                <a:cubicBezTo>
                  <a:pt x="6197468" y="6644954"/>
                  <a:pt x="6197468" y="6644954"/>
                  <a:pt x="6197468" y="6644954"/>
                </a:cubicBezTo>
                <a:cubicBezTo>
                  <a:pt x="6198090" y="6643049"/>
                  <a:pt x="6198090" y="6643049"/>
                  <a:pt x="6198090" y="6643049"/>
                </a:cubicBezTo>
                <a:cubicBezTo>
                  <a:pt x="6196845" y="6642096"/>
                  <a:pt x="6196845" y="6642096"/>
                  <a:pt x="6196845" y="6642096"/>
                </a:cubicBezTo>
                <a:close/>
                <a:moveTo>
                  <a:pt x="6013443" y="6635746"/>
                </a:moveTo>
                <a:lnTo>
                  <a:pt x="6013443" y="6637334"/>
                </a:lnTo>
                <a:lnTo>
                  <a:pt x="5995980" y="6650034"/>
                </a:lnTo>
                <a:lnTo>
                  <a:pt x="5994393" y="6648446"/>
                </a:lnTo>
                <a:lnTo>
                  <a:pt x="5992806" y="6650034"/>
                </a:lnTo>
                <a:lnTo>
                  <a:pt x="5997568" y="6654797"/>
                </a:lnTo>
                <a:lnTo>
                  <a:pt x="5999156" y="6654797"/>
                </a:lnTo>
                <a:lnTo>
                  <a:pt x="5999156" y="6651621"/>
                </a:lnTo>
                <a:lnTo>
                  <a:pt x="6011855" y="6643684"/>
                </a:lnTo>
                <a:lnTo>
                  <a:pt x="6005506" y="6665909"/>
                </a:lnTo>
                <a:lnTo>
                  <a:pt x="6008680" y="6669084"/>
                </a:lnTo>
                <a:lnTo>
                  <a:pt x="6024555" y="6653209"/>
                </a:lnTo>
                <a:lnTo>
                  <a:pt x="6026143" y="6651621"/>
                </a:lnTo>
                <a:lnTo>
                  <a:pt x="6027731" y="6651621"/>
                </a:lnTo>
                <a:lnTo>
                  <a:pt x="6024555" y="6646859"/>
                </a:lnTo>
                <a:lnTo>
                  <a:pt x="6022968" y="6648446"/>
                </a:lnTo>
                <a:lnTo>
                  <a:pt x="6022968" y="6650034"/>
                </a:lnTo>
                <a:lnTo>
                  <a:pt x="6011855" y="6661147"/>
                </a:lnTo>
                <a:lnTo>
                  <a:pt x="6016618" y="6638921"/>
                </a:lnTo>
                <a:lnTo>
                  <a:pt x="6015031" y="6635746"/>
                </a:lnTo>
                <a:close/>
                <a:moveTo>
                  <a:pt x="5999458" y="6630479"/>
                </a:moveTo>
                <a:cubicBezTo>
                  <a:pt x="5998324" y="6631200"/>
                  <a:pt x="5997567" y="6633004"/>
                  <a:pt x="5998324" y="6634809"/>
                </a:cubicBezTo>
                <a:cubicBezTo>
                  <a:pt x="5999079" y="6636613"/>
                  <a:pt x="6001348" y="6637334"/>
                  <a:pt x="6003237" y="6636613"/>
                </a:cubicBezTo>
                <a:cubicBezTo>
                  <a:pt x="6004749" y="6635891"/>
                  <a:pt x="6005506" y="6633726"/>
                  <a:pt x="6004749" y="6632283"/>
                </a:cubicBezTo>
                <a:cubicBezTo>
                  <a:pt x="6003616" y="6630479"/>
                  <a:pt x="6001348" y="6629396"/>
                  <a:pt x="5999458" y="6630479"/>
                </a:cubicBezTo>
                <a:close/>
                <a:moveTo>
                  <a:pt x="6207117" y="6626221"/>
                </a:moveTo>
                <a:lnTo>
                  <a:pt x="6203942" y="6632571"/>
                </a:lnTo>
                <a:lnTo>
                  <a:pt x="6203942" y="6634159"/>
                </a:lnTo>
                <a:lnTo>
                  <a:pt x="6207117" y="6632571"/>
                </a:lnTo>
                <a:lnTo>
                  <a:pt x="6224580" y="6643684"/>
                </a:lnTo>
                <a:lnTo>
                  <a:pt x="6224580" y="6645271"/>
                </a:lnTo>
                <a:lnTo>
                  <a:pt x="6226168" y="6645271"/>
                </a:lnTo>
                <a:lnTo>
                  <a:pt x="6230930" y="6637334"/>
                </a:lnTo>
                <a:lnTo>
                  <a:pt x="6229343" y="6637334"/>
                </a:lnTo>
                <a:lnTo>
                  <a:pt x="6227755" y="6638921"/>
                </a:lnTo>
                <a:lnTo>
                  <a:pt x="6207117" y="6627809"/>
                </a:lnTo>
                <a:lnTo>
                  <a:pt x="6208705" y="6626221"/>
                </a:lnTo>
                <a:close/>
                <a:moveTo>
                  <a:pt x="6002331" y="6615108"/>
                </a:moveTo>
                <a:lnTo>
                  <a:pt x="6002331" y="6616696"/>
                </a:lnTo>
                <a:lnTo>
                  <a:pt x="5983280" y="6626221"/>
                </a:lnTo>
                <a:lnTo>
                  <a:pt x="5981693" y="6624634"/>
                </a:lnTo>
                <a:lnTo>
                  <a:pt x="5980106" y="6624634"/>
                </a:lnTo>
                <a:lnTo>
                  <a:pt x="5983280" y="6632571"/>
                </a:lnTo>
                <a:lnTo>
                  <a:pt x="5984868" y="6632571"/>
                </a:lnTo>
                <a:lnTo>
                  <a:pt x="5984868" y="6630984"/>
                </a:lnTo>
                <a:lnTo>
                  <a:pt x="6003918" y="6621458"/>
                </a:lnTo>
                <a:lnTo>
                  <a:pt x="6005507" y="6623046"/>
                </a:lnTo>
                <a:lnTo>
                  <a:pt x="6007094" y="6621458"/>
                </a:lnTo>
                <a:lnTo>
                  <a:pt x="6003918" y="6615108"/>
                </a:lnTo>
                <a:close/>
                <a:moveTo>
                  <a:pt x="6217912" y="6602408"/>
                </a:moveTo>
                <a:cubicBezTo>
                  <a:pt x="6216642" y="6604272"/>
                  <a:pt x="6215690" y="6605514"/>
                  <a:pt x="6214737" y="6607999"/>
                </a:cubicBezTo>
                <a:cubicBezTo>
                  <a:pt x="6211562" y="6615143"/>
                  <a:pt x="6210292" y="6622908"/>
                  <a:pt x="6219817" y="6626945"/>
                </a:cubicBezTo>
                <a:cubicBezTo>
                  <a:pt x="6229660" y="6630983"/>
                  <a:pt x="6235058" y="6626324"/>
                  <a:pt x="6238550" y="6619802"/>
                </a:cubicBezTo>
                <a:cubicBezTo>
                  <a:pt x="6240138" y="6616075"/>
                  <a:pt x="6240455" y="6613279"/>
                  <a:pt x="6239503" y="6609241"/>
                </a:cubicBezTo>
                <a:cubicBezTo>
                  <a:pt x="6239503" y="6609241"/>
                  <a:pt x="6239503" y="6609241"/>
                  <a:pt x="6234423" y="6607067"/>
                </a:cubicBezTo>
                <a:cubicBezTo>
                  <a:pt x="6234423" y="6607067"/>
                  <a:pt x="6234423" y="6607067"/>
                  <a:pt x="6233470" y="6607999"/>
                </a:cubicBezTo>
                <a:cubicBezTo>
                  <a:pt x="6236328" y="6610794"/>
                  <a:pt x="6236963" y="6614832"/>
                  <a:pt x="6235693" y="6617628"/>
                </a:cubicBezTo>
                <a:cubicBezTo>
                  <a:pt x="6233470" y="6621976"/>
                  <a:pt x="6225215" y="6622908"/>
                  <a:pt x="6221722" y="6620112"/>
                </a:cubicBezTo>
                <a:cubicBezTo>
                  <a:pt x="6217912" y="6617317"/>
                  <a:pt x="6214737" y="6613900"/>
                  <a:pt x="6216642" y="6609863"/>
                </a:cubicBezTo>
                <a:cubicBezTo>
                  <a:pt x="6217912" y="6607378"/>
                  <a:pt x="6220135" y="6605825"/>
                  <a:pt x="6222992" y="6605825"/>
                </a:cubicBezTo>
                <a:cubicBezTo>
                  <a:pt x="6222992" y="6605825"/>
                  <a:pt x="6222992" y="6605825"/>
                  <a:pt x="6223310" y="6604272"/>
                </a:cubicBezTo>
                <a:cubicBezTo>
                  <a:pt x="6223310" y="6604272"/>
                  <a:pt x="6223310" y="6604272"/>
                  <a:pt x="6217912" y="6602408"/>
                </a:cubicBezTo>
                <a:close/>
                <a:moveTo>
                  <a:pt x="6129330" y="6599233"/>
                </a:moveTo>
                <a:cubicBezTo>
                  <a:pt x="6133335" y="6599233"/>
                  <a:pt x="6143192" y="6599233"/>
                  <a:pt x="6149968" y="6599233"/>
                </a:cubicBezTo>
                <a:cubicBezTo>
                  <a:pt x="6142884" y="6614711"/>
                  <a:pt x="6135799" y="6628900"/>
                  <a:pt x="6129330" y="6640508"/>
                </a:cubicBezTo>
                <a:cubicBezTo>
                  <a:pt x="6129330" y="6625353"/>
                  <a:pt x="6129330" y="6604393"/>
                  <a:pt x="6129330" y="6599233"/>
                </a:cubicBezTo>
                <a:close/>
                <a:moveTo>
                  <a:pt x="6065830" y="6599233"/>
                </a:moveTo>
                <a:cubicBezTo>
                  <a:pt x="6073348" y="6599233"/>
                  <a:pt x="6083480" y="6599233"/>
                  <a:pt x="6088055" y="6599233"/>
                </a:cubicBezTo>
                <a:cubicBezTo>
                  <a:pt x="6088055" y="6604393"/>
                  <a:pt x="6088055" y="6625353"/>
                  <a:pt x="6088055" y="6640508"/>
                </a:cubicBezTo>
                <a:cubicBezTo>
                  <a:pt x="6080866" y="6628900"/>
                  <a:pt x="6073348" y="6614711"/>
                  <a:pt x="6065830" y="6599233"/>
                </a:cubicBezTo>
                <a:close/>
                <a:moveTo>
                  <a:pt x="5985060" y="6592919"/>
                </a:moveTo>
                <a:cubicBezTo>
                  <a:pt x="5975325" y="6595487"/>
                  <a:pt x="5973756" y="6602551"/>
                  <a:pt x="5975325" y="6609935"/>
                </a:cubicBezTo>
                <a:cubicBezTo>
                  <a:pt x="5976267" y="6613788"/>
                  <a:pt x="5977838" y="6616036"/>
                  <a:pt x="5980978" y="6618283"/>
                </a:cubicBezTo>
                <a:cubicBezTo>
                  <a:pt x="5980978" y="6618283"/>
                  <a:pt x="5980978" y="6618283"/>
                  <a:pt x="5986630" y="6616999"/>
                </a:cubicBezTo>
                <a:cubicBezTo>
                  <a:pt x="5986630" y="6616999"/>
                  <a:pt x="5986630" y="6616999"/>
                  <a:pt x="5986630" y="6616036"/>
                </a:cubicBezTo>
                <a:cubicBezTo>
                  <a:pt x="5982862" y="6615715"/>
                  <a:pt x="5979094" y="6612183"/>
                  <a:pt x="5978465" y="6609293"/>
                </a:cubicBezTo>
                <a:cubicBezTo>
                  <a:pt x="5977523" y="6604477"/>
                  <a:pt x="5980978" y="6599661"/>
                  <a:pt x="5985688" y="6599340"/>
                </a:cubicBezTo>
                <a:cubicBezTo>
                  <a:pt x="5985688" y="6599340"/>
                  <a:pt x="5985688" y="6599340"/>
                  <a:pt x="5988828" y="6611862"/>
                </a:cubicBezTo>
                <a:cubicBezTo>
                  <a:pt x="5988828" y="6611862"/>
                  <a:pt x="5988828" y="6611862"/>
                  <a:pt x="5987886" y="6613146"/>
                </a:cubicBezTo>
                <a:cubicBezTo>
                  <a:pt x="5987886" y="6613146"/>
                  <a:pt x="5987886" y="6613146"/>
                  <a:pt x="5988200" y="6614430"/>
                </a:cubicBezTo>
                <a:cubicBezTo>
                  <a:pt x="5988200" y="6614430"/>
                  <a:pt x="5988200" y="6614430"/>
                  <a:pt x="5994166" y="6612825"/>
                </a:cubicBezTo>
                <a:cubicBezTo>
                  <a:pt x="5994166" y="6612825"/>
                  <a:pt x="5994166" y="6612825"/>
                  <a:pt x="5993538" y="6611541"/>
                </a:cubicBezTo>
                <a:cubicBezTo>
                  <a:pt x="5993538" y="6611541"/>
                  <a:pt x="5993538" y="6611541"/>
                  <a:pt x="5991340" y="6610578"/>
                </a:cubicBezTo>
                <a:cubicBezTo>
                  <a:pt x="5991340" y="6610578"/>
                  <a:pt x="5991340" y="6610578"/>
                  <a:pt x="5988828" y="6598377"/>
                </a:cubicBezTo>
                <a:cubicBezTo>
                  <a:pt x="5992597" y="6596772"/>
                  <a:pt x="5997307" y="6599019"/>
                  <a:pt x="5998249" y="6603193"/>
                </a:cubicBezTo>
                <a:cubicBezTo>
                  <a:pt x="5998877" y="6606083"/>
                  <a:pt x="5998249" y="6608972"/>
                  <a:pt x="5996365" y="6610899"/>
                </a:cubicBezTo>
                <a:cubicBezTo>
                  <a:pt x="5996365" y="6610899"/>
                  <a:pt x="5996365" y="6610899"/>
                  <a:pt x="5996992" y="6611862"/>
                </a:cubicBezTo>
                <a:cubicBezTo>
                  <a:pt x="5996992" y="6611862"/>
                  <a:pt x="5996992" y="6611862"/>
                  <a:pt x="6002330" y="6610257"/>
                </a:cubicBezTo>
                <a:cubicBezTo>
                  <a:pt x="6002017" y="6608009"/>
                  <a:pt x="6002017" y="6606404"/>
                  <a:pt x="6001388" y="6603835"/>
                </a:cubicBezTo>
                <a:cubicBezTo>
                  <a:pt x="5999190" y="6596130"/>
                  <a:pt x="5994794" y="6589708"/>
                  <a:pt x="5985060" y="6592919"/>
                </a:cubicBezTo>
                <a:close/>
                <a:moveTo>
                  <a:pt x="6218230" y="6591296"/>
                </a:moveTo>
                <a:lnTo>
                  <a:pt x="6216642" y="6599234"/>
                </a:lnTo>
                <a:lnTo>
                  <a:pt x="6218230" y="6599234"/>
                </a:lnTo>
                <a:lnTo>
                  <a:pt x="6219817" y="6597646"/>
                </a:lnTo>
                <a:lnTo>
                  <a:pt x="6240455" y="6600821"/>
                </a:lnTo>
                <a:lnTo>
                  <a:pt x="6240455" y="6602409"/>
                </a:lnTo>
                <a:lnTo>
                  <a:pt x="6242043" y="6603996"/>
                </a:lnTo>
                <a:lnTo>
                  <a:pt x="6243630" y="6594471"/>
                </a:lnTo>
                <a:lnTo>
                  <a:pt x="6242043" y="6596059"/>
                </a:lnTo>
                <a:lnTo>
                  <a:pt x="6219817" y="6592884"/>
                </a:lnTo>
                <a:lnTo>
                  <a:pt x="6219817" y="6591296"/>
                </a:lnTo>
                <a:close/>
                <a:moveTo>
                  <a:pt x="4811421" y="6570659"/>
                </a:moveTo>
                <a:cubicBezTo>
                  <a:pt x="4812046" y="6570659"/>
                  <a:pt x="4812046" y="6570659"/>
                  <a:pt x="4812359" y="6570659"/>
                </a:cubicBezTo>
                <a:cubicBezTo>
                  <a:pt x="4813298" y="6570659"/>
                  <a:pt x="4813298" y="6570987"/>
                  <a:pt x="4813298" y="6572952"/>
                </a:cubicBezTo>
                <a:lnTo>
                  <a:pt x="4813298" y="6576883"/>
                </a:lnTo>
                <a:cubicBezTo>
                  <a:pt x="4813298" y="6581797"/>
                  <a:pt x="4812673" y="6584090"/>
                  <a:pt x="4810796" y="6586056"/>
                </a:cubicBezTo>
                <a:cubicBezTo>
                  <a:pt x="4807980" y="6589332"/>
                  <a:pt x="4803602" y="6591297"/>
                  <a:pt x="4800166" y="6591297"/>
                </a:cubicBezTo>
                <a:cubicBezTo>
                  <a:pt x="4795787" y="6591297"/>
                  <a:pt x="4792659" y="6588349"/>
                  <a:pt x="4792659" y="6583763"/>
                </a:cubicBezTo>
                <a:cubicBezTo>
                  <a:pt x="4792659" y="6579832"/>
                  <a:pt x="4794536" y="6577211"/>
                  <a:pt x="4797977" y="6574918"/>
                </a:cubicBezTo>
                <a:cubicBezTo>
                  <a:pt x="4800789" y="6573280"/>
                  <a:pt x="4802978" y="6572625"/>
                  <a:pt x="4810169" y="6570987"/>
                </a:cubicBezTo>
                <a:cubicBezTo>
                  <a:pt x="4810169" y="6570987"/>
                  <a:pt x="4810169" y="6570987"/>
                  <a:pt x="4811421" y="6570659"/>
                </a:cubicBezTo>
                <a:close/>
                <a:moveTo>
                  <a:pt x="5974078" y="6569071"/>
                </a:moveTo>
                <a:cubicBezTo>
                  <a:pt x="5994394" y="6569721"/>
                  <a:pt x="5994394" y="6569721"/>
                  <a:pt x="5994394" y="6569721"/>
                </a:cubicBezTo>
                <a:cubicBezTo>
                  <a:pt x="5994072" y="6571994"/>
                  <a:pt x="5994394" y="6573293"/>
                  <a:pt x="5993749" y="6575566"/>
                </a:cubicBezTo>
                <a:cubicBezTo>
                  <a:pt x="5993103" y="6578488"/>
                  <a:pt x="5989557" y="6582710"/>
                  <a:pt x="5985364" y="6583035"/>
                </a:cubicBezTo>
                <a:cubicBezTo>
                  <a:pt x="5979237" y="6583359"/>
                  <a:pt x="5974400" y="6578164"/>
                  <a:pt x="5974078" y="6574267"/>
                </a:cubicBezTo>
                <a:cubicBezTo>
                  <a:pt x="5973756" y="6570045"/>
                  <a:pt x="5974078" y="6569071"/>
                  <a:pt x="5974078" y="6569071"/>
                </a:cubicBezTo>
                <a:close/>
                <a:moveTo>
                  <a:pt x="5970895" y="6561133"/>
                </a:moveTo>
                <a:cubicBezTo>
                  <a:pt x="5970895" y="6574627"/>
                  <a:pt x="5970895" y="6574627"/>
                  <a:pt x="5970895" y="6574627"/>
                </a:cubicBezTo>
                <a:cubicBezTo>
                  <a:pt x="5970581" y="6580732"/>
                  <a:pt x="5976858" y="6588121"/>
                  <a:pt x="5985016" y="6588121"/>
                </a:cubicBezTo>
                <a:cubicBezTo>
                  <a:pt x="5992548" y="6587479"/>
                  <a:pt x="5996313" y="6580089"/>
                  <a:pt x="5996628" y="6573342"/>
                </a:cubicBezTo>
                <a:cubicBezTo>
                  <a:pt x="5997568" y="6561776"/>
                  <a:pt x="5997568" y="6561776"/>
                  <a:pt x="5997568" y="6561776"/>
                </a:cubicBezTo>
                <a:lnTo>
                  <a:pt x="5996000" y="6561776"/>
                </a:lnTo>
                <a:cubicBezTo>
                  <a:pt x="5995058" y="6563382"/>
                  <a:pt x="5995058" y="6563382"/>
                  <a:pt x="5995058" y="6563382"/>
                </a:cubicBezTo>
                <a:cubicBezTo>
                  <a:pt x="5973718" y="6563061"/>
                  <a:pt x="5973718" y="6563061"/>
                  <a:pt x="5973718" y="6563061"/>
                </a:cubicBezTo>
                <a:cubicBezTo>
                  <a:pt x="5972463" y="6561133"/>
                  <a:pt x="5972463" y="6561133"/>
                  <a:pt x="5972463" y="6561133"/>
                </a:cubicBezTo>
                <a:cubicBezTo>
                  <a:pt x="5970895" y="6561133"/>
                  <a:pt x="5970895" y="6561133"/>
                  <a:pt x="5970895" y="6561133"/>
                </a:cubicBezTo>
                <a:close/>
                <a:moveTo>
                  <a:pt x="6218230" y="6559546"/>
                </a:moveTo>
                <a:cubicBezTo>
                  <a:pt x="6218230" y="6559546"/>
                  <a:pt x="6218230" y="6559546"/>
                  <a:pt x="6220070" y="6564826"/>
                </a:cubicBezTo>
                <a:cubicBezTo>
                  <a:pt x="6220070" y="6564826"/>
                  <a:pt x="6220070" y="6564826"/>
                  <a:pt x="6219764" y="6584394"/>
                </a:cubicBezTo>
                <a:lnTo>
                  <a:pt x="6218537" y="6588121"/>
                </a:lnTo>
                <a:cubicBezTo>
                  <a:pt x="6218537" y="6588121"/>
                  <a:pt x="6218537" y="6588121"/>
                  <a:pt x="6224364" y="6584394"/>
                </a:cubicBezTo>
                <a:cubicBezTo>
                  <a:pt x="6223751" y="6584394"/>
                  <a:pt x="6223137" y="6584083"/>
                  <a:pt x="6223137" y="6583773"/>
                </a:cubicBezTo>
                <a:cubicBezTo>
                  <a:pt x="6222524" y="6583152"/>
                  <a:pt x="6222830" y="6579735"/>
                  <a:pt x="6222830" y="6577561"/>
                </a:cubicBezTo>
                <a:cubicBezTo>
                  <a:pt x="6222830" y="6577561"/>
                  <a:pt x="6222830" y="6577561"/>
                  <a:pt x="6243685" y="6577250"/>
                </a:cubicBezTo>
                <a:cubicBezTo>
                  <a:pt x="6243685" y="6577250"/>
                  <a:pt x="6243685" y="6577250"/>
                  <a:pt x="6244605" y="6578803"/>
                </a:cubicBezTo>
                <a:cubicBezTo>
                  <a:pt x="6244605" y="6578803"/>
                  <a:pt x="6244605" y="6578803"/>
                  <a:pt x="6245218" y="6579114"/>
                </a:cubicBezTo>
                <a:cubicBezTo>
                  <a:pt x="6245218" y="6579114"/>
                  <a:pt x="6245218" y="6579114"/>
                  <a:pt x="6245218" y="6571349"/>
                </a:cubicBezTo>
                <a:cubicBezTo>
                  <a:pt x="6245218" y="6571349"/>
                  <a:pt x="6245218" y="6571349"/>
                  <a:pt x="6243992" y="6571349"/>
                </a:cubicBezTo>
                <a:cubicBezTo>
                  <a:pt x="6243992" y="6571349"/>
                  <a:pt x="6243992" y="6571349"/>
                  <a:pt x="6243685" y="6572281"/>
                </a:cubicBezTo>
                <a:cubicBezTo>
                  <a:pt x="6243685" y="6572281"/>
                  <a:pt x="6243685" y="6572281"/>
                  <a:pt x="6222524" y="6572591"/>
                </a:cubicBezTo>
                <a:cubicBezTo>
                  <a:pt x="6222524" y="6568243"/>
                  <a:pt x="6222524" y="6565137"/>
                  <a:pt x="6223444" y="6564516"/>
                </a:cubicBezTo>
                <a:cubicBezTo>
                  <a:pt x="6223751" y="6564205"/>
                  <a:pt x="6224364" y="6563895"/>
                  <a:pt x="6224977" y="6563895"/>
                </a:cubicBezTo>
                <a:cubicBezTo>
                  <a:pt x="6224977" y="6563895"/>
                  <a:pt x="6224977" y="6563895"/>
                  <a:pt x="6218230" y="6559546"/>
                </a:cubicBezTo>
                <a:close/>
                <a:moveTo>
                  <a:pt x="5983809" y="6552364"/>
                </a:moveTo>
                <a:cubicBezTo>
                  <a:pt x="5982298" y="6553120"/>
                  <a:pt x="5981692" y="6555010"/>
                  <a:pt x="5982298" y="6556900"/>
                </a:cubicBezTo>
                <a:cubicBezTo>
                  <a:pt x="5982902" y="6558790"/>
                  <a:pt x="5984717" y="6559546"/>
                  <a:pt x="5985926" y="6558790"/>
                </a:cubicBezTo>
                <a:cubicBezTo>
                  <a:pt x="5987437" y="6557278"/>
                  <a:pt x="5988043" y="6555388"/>
                  <a:pt x="5987437" y="6553498"/>
                </a:cubicBezTo>
                <a:cubicBezTo>
                  <a:pt x="5986834" y="6551986"/>
                  <a:pt x="5985018" y="6551608"/>
                  <a:pt x="5983809" y="6552364"/>
                </a:cubicBezTo>
                <a:close/>
                <a:moveTo>
                  <a:pt x="5026508" y="6543672"/>
                </a:moveTo>
                <a:cubicBezTo>
                  <a:pt x="5036386" y="6543672"/>
                  <a:pt x="5043486" y="6554080"/>
                  <a:pt x="5043486" y="6568904"/>
                </a:cubicBezTo>
                <a:cubicBezTo>
                  <a:pt x="5043486" y="6581520"/>
                  <a:pt x="5036696" y="6591297"/>
                  <a:pt x="5027743" y="6591297"/>
                </a:cubicBezTo>
                <a:cubicBezTo>
                  <a:pt x="5017557" y="6591297"/>
                  <a:pt x="5010148" y="6580889"/>
                  <a:pt x="5010148" y="6566696"/>
                </a:cubicBezTo>
                <a:cubicBezTo>
                  <a:pt x="5010148" y="6553450"/>
                  <a:pt x="5017248" y="6543672"/>
                  <a:pt x="5026508" y="6543672"/>
                </a:cubicBezTo>
                <a:close/>
                <a:moveTo>
                  <a:pt x="4954742" y="6543672"/>
                </a:moveTo>
                <a:cubicBezTo>
                  <a:pt x="4963220" y="6543672"/>
                  <a:pt x="4968873" y="6552679"/>
                  <a:pt x="4968873" y="6566831"/>
                </a:cubicBezTo>
                <a:cubicBezTo>
                  <a:pt x="4968873" y="6581627"/>
                  <a:pt x="4961336" y="6592885"/>
                  <a:pt x="4951602" y="6592885"/>
                </a:cubicBezTo>
                <a:cubicBezTo>
                  <a:pt x="4947520" y="6592885"/>
                  <a:pt x="4943121" y="6590312"/>
                  <a:pt x="4941867" y="6587739"/>
                </a:cubicBezTo>
                <a:cubicBezTo>
                  <a:pt x="4940924" y="6585166"/>
                  <a:pt x="4940297" y="6581627"/>
                  <a:pt x="4940297" y="6571334"/>
                </a:cubicBezTo>
                <a:cubicBezTo>
                  <a:pt x="4940297" y="6562971"/>
                  <a:pt x="4940924" y="6557503"/>
                  <a:pt x="4942494" y="6553965"/>
                </a:cubicBezTo>
                <a:cubicBezTo>
                  <a:pt x="4944692" y="6547532"/>
                  <a:pt x="4949718" y="6543672"/>
                  <a:pt x="4954742" y="6543672"/>
                </a:cubicBezTo>
                <a:close/>
                <a:moveTo>
                  <a:pt x="5178611" y="6542084"/>
                </a:moveTo>
                <a:cubicBezTo>
                  <a:pt x="5183202" y="6542084"/>
                  <a:pt x="5187465" y="6544624"/>
                  <a:pt x="5189759" y="6548752"/>
                </a:cubicBezTo>
                <a:cubicBezTo>
                  <a:pt x="5191727" y="6552562"/>
                  <a:pt x="5192710" y="6557959"/>
                  <a:pt x="5192710" y="6566214"/>
                </a:cubicBezTo>
                <a:cubicBezTo>
                  <a:pt x="5192710" y="6582089"/>
                  <a:pt x="5188121" y="6589709"/>
                  <a:pt x="5178611" y="6589709"/>
                </a:cubicBezTo>
                <a:cubicBezTo>
                  <a:pt x="5169104" y="6589709"/>
                  <a:pt x="5162548" y="6579549"/>
                  <a:pt x="5162548" y="6564944"/>
                </a:cubicBezTo>
                <a:cubicBezTo>
                  <a:pt x="5162548" y="6551609"/>
                  <a:pt x="5169104" y="6542084"/>
                  <a:pt x="5178611" y="6542084"/>
                </a:cubicBezTo>
                <a:close/>
                <a:moveTo>
                  <a:pt x="4872968" y="6542084"/>
                </a:moveTo>
                <a:cubicBezTo>
                  <a:pt x="4877312" y="6542084"/>
                  <a:pt x="4881351" y="6544624"/>
                  <a:pt x="4883528" y="6548752"/>
                </a:cubicBezTo>
                <a:cubicBezTo>
                  <a:pt x="4885388" y="6552562"/>
                  <a:pt x="4886321" y="6557959"/>
                  <a:pt x="4886321" y="6566214"/>
                </a:cubicBezTo>
                <a:cubicBezTo>
                  <a:pt x="4886321" y="6582089"/>
                  <a:pt x="4881972" y="6589709"/>
                  <a:pt x="4872968" y="6589709"/>
                </a:cubicBezTo>
                <a:cubicBezTo>
                  <a:pt x="4863959" y="6589709"/>
                  <a:pt x="4857745" y="6579549"/>
                  <a:pt x="4857745" y="6564944"/>
                </a:cubicBezTo>
                <a:cubicBezTo>
                  <a:pt x="4857745" y="6551609"/>
                  <a:pt x="4863959" y="6542084"/>
                  <a:pt x="4872968" y="6542084"/>
                </a:cubicBezTo>
                <a:close/>
                <a:moveTo>
                  <a:pt x="5579869" y="6540496"/>
                </a:moveTo>
                <a:cubicBezTo>
                  <a:pt x="5583002" y="6540496"/>
                  <a:pt x="5585823" y="6541819"/>
                  <a:pt x="5587389" y="6544134"/>
                </a:cubicBezTo>
                <a:cubicBezTo>
                  <a:pt x="5588642" y="6546119"/>
                  <a:pt x="5589582" y="6549426"/>
                  <a:pt x="5589582" y="6551741"/>
                </a:cubicBezTo>
                <a:cubicBezTo>
                  <a:pt x="5589582" y="6553395"/>
                  <a:pt x="5588957" y="6554387"/>
                  <a:pt x="5587077" y="6554387"/>
                </a:cubicBezTo>
                <a:cubicBezTo>
                  <a:pt x="5584571" y="6554718"/>
                  <a:pt x="5578303" y="6555379"/>
                  <a:pt x="5576110" y="6555710"/>
                </a:cubicBezTo>
                <a:cubicBezTo>
                  <a:pt x="5576110" y="6555710"/>
                  <a:pt x="5576110" y="6555710"/>
                  <a:pt x="5570157" y="6556041"/>
                </a:cubicBezTo>
                <a:lnTo>
                  <a:pt x="5567337" y="6556371"/>
                </a:lnTo>
                <a:cubicBezTo>
                  <a:pt x="5566084" y="6556371"/>
                  <a:pt x="5565771" y="6555710"/>
                  <a:pt x="5565771" y="6554718"/>
                </a:cubicBezTo>
                <a:cubicBezTo>
                  <a:pt x="5565771" y="6552402"/>
                  <a:pt x="5567024" y="6548434"/>
                  <a:pt x="5569217" y="6545788"/>
                </a:cubicBezTo>
                <a:cubicBezTo>
                  <a:pt x="5571410" y="6542481"/>
                  <a:pt x="5575482" y="6540496"/>
                  <a:pt x="5579869" y="6540496"/>
                </a:cubicBezTo>
                <a:close/>
                <a:moveTo>
                  <a:pt x="6129330" y="6537321"/>
                </a:moveTo>
                <a:cubicBezTo>
                  <a:pt x="6173780" y="6537321"/>
                  <a:pt x="6173780" y="6537321"/>
                  <a:pt x="6173780" y="6537321"/>
                </a:cubicBezTo>
                <a:cubicBezTo>
                  <a:pt x="6171604" y="6544512"/>
                  <a:pt x="6169428" y="6552029"/>
                  <a:pt x="6166631" y="6559546"/>
                </a:cubicBezTo>
                <a:cubicBezTo>
                  <a:pt x="6158549" y="6559546"/>
                  <a:pt x="6135236" y="6559546"/>
                  <a:pt x="6129330" y="6559546"/>
                </a:cubicBezTo>
                <a:cubicBezTo>
                  <a:pt x="6129330" y="6554971"/>
                  <a:pt x="6129330" y="6543858"/>
                  <a:pt x="6129330" y="6537321"/>
                </a:cubicBezTo>
                <a:close/>
                <a:moveTo>
                  <a:pt x="6096878" y="6537321"/>
                </a:moveTo>
                <a:cubicBezTo>
                  <a:pt x="6108373" y="6537321"/>
                  <a:pt x="6108373" y="6537321"/>
                  <a:pt x="6108373" y="6537321"/>
                </a:cubicBezTo>
                <a:cubicBezTo>
                  <a:pt x="6119869" y="6537321"/>
                  <a:pt x="6119869" y="6537321"/>
                  <a:pt x="6119869" y="6537321"/>
                </a:cubicBezTo>
                <a:cubicBezTo>
                  <a:pt x="6119869" y="6568512"/>
                  <a:pt x="6119869" y="6568512"/>
                  <a:pt x="6119869" y="6568512"/>
                </a:cubicBezTo>
                <a:cubicBezTo>
                  <a:pt x="6164255" y="6568512"/>
                  <a:pt x="6164255" y="6568512"/>
                  <a:pt x="6164255" y="6568512"/>
                </a:cubicBezTo>
                <a:cubicBezTo>
                  <a:pt x="6163936" y="6569466"/>
                  <a:pt x="6163297" y="6570739"/>
                  <a:pt x="6162659" y="6572012"/>
                </a:cubicBezTo>
                <a:cubicBezTo>
                  <a:pt x="6160423" y="6578060"/>
                  <a:pt x="6157549" y="6584107"/>
                  <a:pt x="6154995" y="6590154"/>
                </a:cubicBezTo>
                <a:cubicBezTo>
                  <a:pt x="6124659" y="6590154"/>
                  <a:pt x="6124659" y="6590154"/>
                  <a:pt x="6124659" y="6590154"/>
                </a:cubicBezTo>
                <a:cubicBezTo>
                  <a:pt x="6119869" y="6590154"/>
                  <a:pt x="6119869" y="6590154"/>
                  <a:pt x="6119869" y="6590154"/>
                </a:cubicBezTo>
                <a:cubicBezTo>
                  <a:pt x="6119869" y="6655080"/>
                  <a:pt x="6119869" y="6655080"/>
                  <a:pt x="6119869" y="6655080"/>
                </a:cubicBezTo>
                <a:cubicBezTo>
                  <a:pt x="6116676" y="6659854"/>
                  <a:pt x="6113483" y="6663992"/>
                  <a:pt x="6110928" y="6666538"/>
                </a:cubicBezTo>
                <a:cubicBezTo>
                  <a:pt x="6110289" y="6667493"/>
                  <a:pt x="6109012" y="6668448"/>
                  <a:pt x="6108373" y="6669084"/>
                </a:cubicBezTo>
                <a:cubicBezTo>
                  <a:pt x="6107735" y="6668448"/>
                  <a:pt x="6106777" y="6667493"/>
                  <a:pt x="6105819" y="6666538"/>
                </a:cubicBezTo>
                <a:cubicBezTo>
                  <a:pt x="6103264" y="6663992"/>
                  <a:pt x="6100390" y="6659854"/>
                  <a:pt x="6096878" y="6655080"/>
                </a:cubicBezTo>
                <a:cubicBezTo>
                  <a:pt x="6096878" y="6590154"/>
                  <a:pt x="6096878" y="6590154"/>
                  <a:pt x="6096878" y="6590154"/>
                </a:cubicBezTo>
                <a:cubicBezTo>
                  <a:pt x="6092407" y="6590154"/>
                  <a:pt x="6092407" y="6590154"/>
                  <a:pt x="6092407" y="6590154"/>
                </a:cubicBezTo>
                <a:cubicBezTo>
                  <a:pt x="6062391" y="6590154"/>
                  <a:pt x="6062391" y="6590154"/>
                  <a:pt x="6062391" y="6590154"/>
                </a:cubicBezTo>
                <a:cubicBezTo>
                  <a:pt x="6059517" y="6584107"/>
                  <a:pt x="6056962" y="6578060"/>
                  <a:pt x="6054727" y="6572012"/>
                </a:cubicBezTo>
                <a:cubicBezTo>
                  <a:pt x="6054088" y="6570739"/>
                  <a:pt x="6053769" y="6569466"/>
                  <a:pt x="6053130" y="6568512"/>
                </a:cubicBezTo>
                <a:cubicBezTo>
                  <a:pt x="6096878" y="6568512"/>
                  <a:pt x="6096878" y="6568512"/>
                  <a:pt x="6096878" y="6568512"/>
                </a:cubicBezTo>
                <a:cubicBezTo>
                  <a:pt x="6096878" y="6537321"/>
                  <a:pt x="6096878" y="6537321"/>
                  <a:pt x="6096878" y="6537321"/>
                </a:cubicBezTo>
                <a:close/>
                <a:moveTo>
                  <a:pt x="6042017" y="6537321"/>
                </a:moveTo>
                <a:cubicBezTo>
                  <a:pt x="6088055" y="6537321"/>
                  <a:pt x="6088055" y="6537321"/>
                  <a:pt x="6088055" y="6537321"/>
                </a:cubicBezTo>
                <a:cubicBezTo>
                  <a:pt x="6088055" y="6543858"/>
                  <a:pt x="6088055" y="6554971"/>
                  <a:pt x="6088055" y="6559546"/>
                </a:cubicBezTo>
                <a:cubicBezTo>
                  <a:pt x="6081571" y="6559546"/>
                  <a:pt x="6057580" y="6559546"/>
                  <a:pt x="6049150" y="6559546"/>
                </a:cubicBezTo>
                <a:cubicBezTo>
                  <a:pt x="6046232" y="6552029"/>
                  <a:pt x="6043963" y="6544512"/>
                  <a:pt x="6042017" y="6537321"/>
                </a:cubicBezTo>
                <a:close/>
                <a:moveTo>
                  <a:pt x="5089323" y="6532559"/>
                </a:moveTo>
                <a:cubicBezTo>
                  <a:pt x="5089323" y="6532559"/>
                  <a:pt x="5088378" y="6532877"/>
                  <a:pt x="5087120" y="6532877"/>
                </a:cubicBezTo>
                <a:cubicBezTo>
                  <a:pt x="5087120" y="6532877"/>
                  <a:pt x="5087120" y="6532877"/>
                  <a:pt x="5067916" y="6534782"/>
                </a:cubicBezTo>
                <a:cubicBezTo>
                  <a:pt x="5066342" y="6535099"/>
                  <a:pt x="5065710" y="6535099"/>
                  <a:pt x="5065710" y="6536687"/>
                </a:cubicBezTo>
                <a:cubicBezTo>
                  <a:pt x="5065710" y="6536687"/>
                  <a:pt x="5065710" y="6536687"/>
                  <a:pt x="5065710" y="6538909"/>
                </a:cubicBezTo>
                <a:cubicBezTo>
                  <a:pt x="5065710" y="6540497"/>
                  <a:pt x="5066342" y="6540814"/>
                  <a:pt x="5069489" y="6541132"/>
                </a:cubicBezTo>
                <a:cubicBezTo>
                  <a:pt x="5074527" y="6541767"/>
                  <a:pt x="5074842" y="6543037"/>
                  <a:pt x="5074842" y="6558277"/>
                </a:cubicBezTo>
                <a:cubicBezTo>
                  <a:pt x="5074842" y="6558277"/>
                  <a:pt x="5074842" y="6558277"/>
                  <a:pt x="5074842" y="6570025"/>
                </a:cubicBezTo>
                <a:cubicBezTo>
                  <a:pt x="5074842" y="6570025"/>
                  <a:pt x="5074842" y="6570025"/>
                  <a:pt x="5074842" y="6577010"/>
                </a:cubicBezTo>
                <a:cubicBezTo>
                  <a:pt x="5074842" y="6579232"/>
                  <a:pt x="5074842" y="6581455"/>
                  <a:pt x="5074842" y="6582725"/>
                </a:cubicBezTo>
                <a:cubicBezTo>
                  <a:pt x="5074842" y="6589710"/>
                  <a:pt x="5076731" y="6594472"/>
                  <a:pt x="5080824" y="6597012"/>
                </a:cubicBezTo>
                <a:cubicBezTo>
                  <a:pt x="5084286" y="6599235"/>
                  <a:pt x="5089323" y="6600505"/>
                  <a:pt x="5094046" y="6600505"/>
                </a:cubicBezTo>
                <a:cubicBezTo>
                  <a:pt x="5100972" y="6600505"/>
                  <a:pt x="5103490" y="6598917"/>
                  <a:pt x="5112304" y="6590980"/>
                </a:cubicBezTo>
                <a:cubicBezTo>
                  <a:pt x="5113880" y="6589075"/>
                  <a:pt x="5114508" y="6588757"/>
                  <a:pt x="5115138" y="6588757"/>
                </a:cubicBezTo>
                <a:cubicBezTo>
                  <a:pt x="5115768" y="6588757"/>
                  <a:pt x="5116082" y="6589710"/>
                  <a:pt x="5116398" y="6591615"/>
                </a:cubicBezTo>
                <a:cubicBezTo>
                  <a:pt x="5117027" y="6600822"/>
                  <a:pt x="5117027" y="6600822"/>
                  <a:pt x="5118599" y="6600822"/>
                </a:cubicBezTo>
                <a:cubicBezTo>
                  <a:pt x="5118917" y="6600822"/>
                  <a:pt x="5119546" y="6600505"/>
                  <a:pt x="5120489" y="6600505"/>
                </a:cubicBezTo>
                <a:cubicBezTo>
                  <a:pt x="5120489" y="6600505"/>
                  <a:pt x="5120489" y="6600505"/>
                  <a:pt x="5138120" y="6597965"/>
                </a:cubicBezTo>
                <a:cubicBezTo>
                  <a:pt x="5139694" y="6597965"/>
                  <a:pt x="5140322" y="6597330"/>
                  <a:pt x="5140322" y="6595742"/>
                </a:cubicBezTo>
                <a:cubicBezTo>
                  <a:pt x="5140322" y="6595742"/>
                  <a:pt x="5140322" y="6595742"/>
                  <a:pt x="5140322" y="6594155"/>
                </a:cubicBezTo>
                <a:cubicBezTo>
                  <a:pt x="5140322" y="6592567"/>
                  <a:pt x="5139694" y="6592250"/>
                  <a:pt x="5137805" y="6591932"/>
                </a:cubicBezTo>
                <a:cubicBezTo>
                  <a:pt x="5132767" y="6591297"/>
                  <a:pt x="5131509" y="6590345"/>
                  <a:pt x="5131195" y="6586535"/>
                </a:cubicBezTo>
                <a:cubicBezTo>
                  <a:pt x="5130880" y="6584312"/>
                  <a:pt x="5130565" y="6577010"/>
                  <a:pt x="5130565" y="6564627"/>
                </a:cubicBezTo>
                <a:lnTo>
                  <a:pt x="5130565" y="6555419"/>
                </a:lnTo>
                <a:cubicBezTo>
                  <a:pt x="5130565" y="6552244"/>
                  <a:pt x="5130565" y="6549387"/>
                  <a:pt x="5130565" y="6546847"/>
                </a:cubicBezTo>
                <a:cubicBezTo>
                  <a:pt x="5130880" y="6541132"/>
                  <a:pt x="5130880" y="6541132"/>
                  <a:pt x="5130880" y="6537639"/>
                </a:cubicBezTo>
                <a:cubicBezTo>
                  <a:pt x="5130880" y="6537639"/>
                  <a:pt x="5130880" y="6537639"/>
                  <a:pt x="5131195" y="6534147"/>
                </a:cubicBezTo>
                <a:cubicBezTo>
                  <a:pt x="5131195" y="6532877"/>
                  <a:pt x="5130565" y="6532559"/>
                  <a:pt x="5129304" y="6532559"/>
                </a:cubicBezTo>
                <a:cubicBezTo>
                  <a:pt x="5128990" y="6532559"/>
                  <a:pt x="5128044" y="6532559"/>
                  <a:pt x="5127416" y="6532877"/>
                </a:cubicBezTo>
                <a:cubicBezTo>
                  <a:pt x="5127416" y="6532877"/>
                  <a:pt x="5127416" y="6532877"/>
                  <a:pt x="5108842" y="6534782"/>
                </a:cubicBezTo>
                <a:cubicBezTo>
                  <a:pt x="5106954" y="6534782"/>
                  <a:pt x="5106638" y="6535099"/>
                  <a:pt x="5106638" y="6536687"/>
                </a:cubicBezTo>
                <a:cubicBezTo>
                  <a:pt x="5106638" y="6536687"/>
                  <a:pt x="5106638" y="6536687"/>
                  <a:pt x="5106638" y="6538909"/>
                </a:cubicBezTo>
                <a:cubicBezTo>
                  <a:pt x="5106638" y="6540497"/>
                  <a:pt x="5107268" y="6540814"/>
                  <a:pt x="5110102" y="6541132"/>
                </a:cubicBezTo>
                <a:cubicBezTo>
                  <a:pt x="5113564" y="6541449"/>
                  <a:pt x="5114825" y="6542402"/>
                  <a:pt x="5115138" y="6544942"/>
                </a:cubicBezTo>
                <a:cubicBezTo>
                  <a:pt x="5115453" y="6546212"/>
                  <a:pt x="5115768" y="6553197"/>
                  <a:pt x="5115768" y="6558277"/>
                </a:cubicBezTo>
                <a:cubicBezTo>
                  <a:pt x="5115768" y="6558277"/>
                  <a:pt x="5115768" y="6558277"/>
                  <a:pt x="5115768" y="6564627"/>
                </a:cubicBezTo>
                <a:cubicBezTo>
                  <a:pt x="5115768" y="6575105"/>
                  <a:pt x="5115453" y="6578280"/>
                  <a:pt x="5113564" y="6581455"/>
                </a:cubicBezTo>
                <a:cubicBezTo>
                  <a:pt x="5111359" y="6585900"/>
                  <a:pt x="5106009" y="6588757"/>
                  <a:pt x="5100026" y="6588757"/>
                </a:cubicBezTo>
                <a:cubicBezTo>
                  <a:pt x="5096249" y="6588757"/>
                  <a:pt x="5093416" y="6587487"/>
                  <a:pt x="5091842" y="6585265"/>
                </a:cubicBezTo>
                <a:cubicBezTo>
                  <a:pt x="5089954" y="6582407"/>
                  <a:pt x="5089639" y="6580502"/>
                  <a:pt x="5089639" y="6568437"/>
                </a:cubicBezTo>
                <a:cubicBezTo>
                  <a:pt x="5089639" y="6568437"/>
                  <a:pt x="5089639" y="6568437"/>
                  <a:pt x="5089639" y="6557959"/>
                </a:cubicBezTo>
                <a:cubicBezTo>
                  <a:pt x="5089639" y="6551609"/>
                  <a:pt x="5089954" y="6543354"/>
                  <a:pt x="5090582" y="6537004"/>
                </a:cubicBezTo>
                <a:cubicBezTo>
                  <a:pt x="5090582" y="6535734"/>
                  <a:pt x="5090582" y="6534782"/>
                  <a:pt x="5090582" y="6534147"/>
                </a:cubicBezTo>
                <a:cubicBezTo>
                  <a:pt x="5090582" y="6533194"/>
                  <a:pt x="5090268" y="6532559"/>
                  <a:pt x="5089323" y="6532559"/>
                </a:cubicBezTo>
                <a:close/>
                <a:moveTo>
                  <a:pt x="5027612" y="6532559"/>
                </a:moveTo>
                <a:cubicBezTo>
                  <a:pt x="5017451" y="6532559"/>
                  <a:pt x="5009832" y="6535749"/>
                  <a:pt x="5003796" y="6542129"/>
                </a:cubicBezTo>
                <a:cubicBezTo>
                  <a:pt x="4997764" y="6548828"/>
                  <a:pt x="4994273" y="6558078"/>
                  <a:pt x="4994273" y="6568605"/>
                </a:cubicBezTo>
                <a:cubicBezTo>
                  <a:pt x="4994273" y="6588382"/>
                  <a:pt x="5006339" y="6600822"/>
                  <a:pt x="5025071" y="6600822"/>
                </a:cubicBezTo>
                <a:cubicBezTo>
                  <a:pt x="5036184" y="6600822"/>
                  <a:pt x="5045073" y="6596994"/>
                  <a:pt x="5051107" y="6589658"/>
                </a:cubicBezTo>
                <a:cubicBezTo>
                  <a:pt x="5056187" y="6583278"/>
                  <a:pt x="5059361" y="6574027"/>
                  <a:pt x="5059361" y="6565096"/>
                </a:cubicBezTo>
                <a:cubicBezTo>
                  <a:pt x="5059361" y="6558078"/>
                  <a:pt x="5057457" y="6551698"/>
                  <a:pt x="5054599" y="6546276"/>
                </a:cubicBezTo>
                <a:cubicBezTo>
                  <a:pt x="5049520" y="6537344"/>
                  <a:pt x="5039677" y="6532559"/>
                  <a:pt x="5027612" y="6532559"/>
                </a:cubicBezTo>
                <a:close/>
                <a:moveTo>
                  <a:pt x="4803177" y="6532559"/>
                </a:moveTo>
                <a:cubicBezTo>
                  <a:pt x="4798465" y="6532559"/>
                  <a:pt x="4791238" y="6533525"/>
                  <a:pt x="4786838" y="6534491"/>
                </a:cubicBezTo>
                <a:cubicBezTo>
                  <a:pt x="4782755" y="6535778"/>
                  <a:pt x="4781810" y="6536744"/>
                  <a:pt x="4781497" y="6540285"/>
                </a:cubicBezTo>
                <a:lnTo>
                  <a:pt x="4780556" y="6547366"/>
                </a:lnTo>
                <a:cubicBezTo>
                  <a:pt x="4780556" y="6547366"/>
                  <a:pt x="4780556" y="6547366"/>
                  <a:pt x="4780556" y="6548010"/>
                </a:cubicBezTo>
                <a:cubicBezTo>
                  <a:pt x="4780556" y="6549297"/>
                  <a:pt x="4780870" y="6549619"/>
                  <a:pt x="4781497" y="6549619"/>
                </a:cubicBezTo>
                <a:cubicBezTo>
                  <a:pt x="4781810" y="6549619"/>
                  <a:pt x="4782440" y="6549619"/>
                  <a:pt x="4783384" y="6548976"/>
                </a:cubicBezTo>
                <a:cubicBezTo>
                  <a:pt x="4788409" y="6546079"/>
                  <a:pt x="4795636" y="6543825"/>
                  <a:pt x="4801291" y="6543825"/>
                </a:cubicBezTo>
                <a:cubicBezTo>
                  <a:pt x="4809776" y="6543825"/>
                  <a:pt x="4812916" y="6547366"/>
                  <a:pt x="4812916" y="6556379"/>
                </a:cubicBezTo>
                <a:cubicBezTo>
                  <a:pt x="4812916" y="6556379"/>
                  <a:pt x="4812916" y="6556379"/>
                  <a:pt x="4812916" y="6558632"/>
                </a:cubicBezTo>
                <a:cubicBezTo>
                  <a:pt x="4812916" y="6562817"/>
                  <a:pt x="4812288" y="6563461"/>
                  <a:pt x="4804747" y="6565070"/>
                </a:cubicBezTo>
                <a:cubicBezTo>
                  <a:pt x="4804747" y="6565070"/>
                  <a:pt x="4804747" y="6565070"/>
                  <a:pt x="4787782" y="6568611"/>
                </a:cubicBezTo>
                <a:cubicBezTo>
                  <a:pt x="4781185" y="6569898"/>
                  <a:pt x="4780870" y="6569898"/>
                  <a:pt x="4779927" y="6571508"/>
                </a:cubicBezTo>
                <a:cubicBezTo>
                  <a:pt x="4778041" y="6574405"/>
                  <a:pt x="4776786" y="6579877"/>
                  <a:pt x="4776786" y="6584705"/>
                </a:cubicBezTo>
                <a:cubicBezTo>
                  <a:pt x="4776786" y="6594040"/>
                  <a:pt x="4783069" y="6601444"/>
                  <a:pt x="4791238" y="6601444"/>
                </a:cubicBezTo>
                <a:cubicBezTo>
                  <a:pt x="4795636" y="6601444"/>
                  <a:pt x="4800350" y="6600156"/>
                  <a:pt x="4804120" y="6597903"/>
                </a:cubicBezTo>
                <a:cubicBezTo>
                  <a:pt x="4805690" y="6596937"/>
                  <a:pt x="4811032" y="6593074"/>
                  <a:pt x="4811661" y="6592109"/>
                </a:cubicBezTo>
                <a:cubicBezTo>
                  <a:pt x="4812288" y="6592109"/>
                  <a:pt x="4812602" y="6591787"/>
                  <a:pt x="4812602" y="6591787"/>
                </a:cubicBezTo>
                <a:cubicBezTo>
                  <a:pt x="4813231" y="6591787"/>
                  <a:pt x="4813545" y="6592753"/>
                  <a:pt x="4813545" y="6595328"/>
                </a:cubicBezTo>
                <a:cubicBezTo>
                  <a:pt x="4813545" y="6596293"/>
                  <a:pt x="4813859" y="6599512"/>
                  <a:pt x="4814174" y="6600478"/>
                </a:cubicBezTo>
                <a:cubicBezTo>
                  <a:pt x="4814488" y="6602087"/>
                  <a:pt x="4815117" y="6602409"/>
                  <a:pt x="4816372" y="6602409"/>
                </a:cubicBezTo>
                <a:cubicBezTo>
                  <a:pt x="4817630" y="6602409"/>
                  <a:pt x="4818573" y="6602409"/>
                  <a:pt x="4819200" y="6602409"/>
                </a:cubicBezTo>
                <a:cubicBezTo>
                  <a:pt x="4819200" y="6602409"/>
                  <a:pt x="4819200" y="6602409"/>
                  <a:pt x="4834596" y="6599512"/>
                </a:cubicBezTo>
                <a:cubicBezTo>
                  <a:pt x="4836794" y="6598868"/>
                  <a:pt x="4837109" y="6598868"/>
                  <a:pt x="4837109" y="6597259"/>
                </a:cubicBezTo>
                <a:cubicBezTo>
                  <a:pt x="4837109" y="6597259"/>
                  <a:pt x="4837109" y="6597259"/>
                  <a:pt x="4837109" y="6595328"/>
                </a:cubicBezTo>
                <a:cubicBezTo>
                  <a:pt x="4837109" y="6593718"/>
                  <a:pt x="4836480" y="6593074"/>
                  <a:pt x="4833968" y="6593074"/>
                </a:cubicBezTo>
                <a:cubicBezTo>
                  <a:pt x="4830825" y="6592753"/>
                  <a:pt x="4829570" y="6592109"/>
                  <a:pt x="4828312" y="6591465"/>
                </a:cubicBezTo>
                <a:cubicBezTo>
                  <a:pt x="4826740" y="6589856"/>
                  <a:pt x="4826740" y="6589856"/>
                  <a:pt x="4826740" y="6576336"/>
                </a:cubicBezTo>
                <a:cubicBezTo>
                  <a:pt x="4826740" y="6576336"/>
                  <a:pt x="4826740" y="6576336"/>
                  <a:pt x="4827371" y="6551551"/>
                </a:cubicBezTo>
                <a:cubicBezTo>
                  <a:pt x="4827371" y="6538675"/>
                  <a:pt x="4819828" y="6532559"/>
                  <a:pt x="4803177" y="6532559"/>
                </a:cubicBezTo>
                <a:close/>
                <a:moveTo>
                  <a:pt x="6236007" y="6532558"/>
                </a:moveTo>
                <a:cubicBezTo>
                  <a:pt x="6236007" y="6532558"/>
                  <a:pt x="6236007" y="6532558"/>
                  <a:pt x="6230040" y="6533843"/>
                </a:cubicBezTo>
                <a:cubicBezTo>
                  <a:pt x="6230040" y="6533843"/>
                  <a:pt x="6230040" y="6533843"/>
                  <a:pt x="6230040" y="6534806"/>
                </a:cubicBezTo>
                <a:cubicBezTo>
                  <a:pt x="6234349" y="6535448"/>
                  <a:pt x="6237995" y="6538659"/>
                  <a:pt x="6238658" y="6541869"/>
                </a:cubicBezTo>
                <a:cubicBezTo>
                  <a:pt x="6239653" y="6546364"/>
                  <a:pt x="6236007" y="6551501"/>
                  <a:pt x="6231035" y="6551822"/>
                </a:cubicBezTo>
                <a:cubicBezTo>
                  <a:pt x="6231035" y="6551822"/>
                  <a:pt x="6231035" y="6551822"/>
                  <a:pt x="6227720" y="6538980"/>
                </a:cubicBezTo>
                <a:cubicBezTo>
                  <a:pt x="6227720" y="6538980"/>
                  <a:pt x="6227720" y="6538980"/>
                  <a:pt x="6228714" y="6537374"/>
                </a:cubicBezTo>
                <a:cubicBezTo>
                  <a:pt x="6228714" y="6537374"/>
                  <a:pt x="6228714" y="6537374"/>
                  <a:pt x="6228383" y="6536411"/>
                </a:cubicBezTo>
                <a:cubicBezTo>
                  <a:pt x="6228383" y="6536411"/>
                  <a:pt x="6228383" y="6536411"/>
                  <a:pt x="6222417" y="6538016"/>
                </a:cubicBezTo>
                <a:cubicBezTo>
                  <a:pt x="6222417" y="6538016"/>
                  <a:pt x="6222417" y="6538016"/>
                  <a:pt x="6222748" y="6539301"/>
                </a:cubicBezTo>
                <a:cubicBezTo>
                  <a:pt x="6222748" y="6539301"/>
                  <a:pt x="6222748" y="6539301"/>
                  <a:pt x="6225068" y="6540264"/>
                </a:cubicBezTo>
                <a:cubicBezTo>
                  <a:pt x="6225068" y="6540264"/>
                  <a:pt x="6225068" y="6540264"/>
                  <a:pt x="6227720" y="6552785"/>
                </a:cubicBezTo>
                <a:cubicBezTo>
                  <a:pt x="6223743" y="6554391"/>
                  <a:pt x="6218771" y="6551822"/>
                  <a:pt x="6217776" y="6547648"/>
                </a:cubicBezTo>
                <a:cubicBezTo>
                  <a:pt x="6217113" y="6544759"/>
                  <a:pt x="6217776" y="6541869"/>
                  <a:pt x="6220096" y="6539943"/>
                </a:cubicBezTo>
                <a:cubicBezTo>
                  <a:pt x="6220096" y="6539943"/>
                  <a:pt x="6220096" y="6539943"/>
                  <a:pt x="6219102" y="6538980"/>
                </a:cubicBezTo>
                <a:cubicBezTo>
                  <a:pt x="6219102" y="6538980"/>
                  <a:pt x="6219102" y="6538980"/>
                  <a:pt x="6213467" y="6540264"/>
                </a:cubicBezTo>
                <a:cubicBezTo>
                  <a:pt x="6213799" y="6542832"/>
                  <a:pt x="6214130" y="6544438"/>
                  <a:pt x="6214793" y="6547006"/>
                </a:cubicBezTo>
                <a:cubicBezTo>
                  <a:pt x="6216782" y="6554712"/>
                  <a:pt x="6221422" y="6561133"/>
                  <a:pt x="6231698" y="6558244"/>
                </a:cubicBezTo>
                <a:cubicBezTo>
                  <a:pt x="6241641" y="6555675"/>
                  <a:pt x="6243630" y="6548612"/>
                  <a:pt x="6241973" y="6541227"/>
                </a:cubicBezTo>
                <a:cubicBezTo>
                  <a:pt x="6240979" y="6537374"/>
                  <a:pt x="6239321" y="6535127"/>
                  <a:pt x="6236007" y="6532558"/>
                </a:cubicBezTo>
                <a:close/>
                <a:moveTo>
                  <a:pt x="5837231" y="6532558"/>
                </a:moveTo>
                <a:cubicBezTo>
                  <a:pt x="5836278" y="6532558"/>
                  <a:pt x="5835644" y="6533195"/>
                  <a:pt x="5835644" y="6534151"/>
                </a:cubicBezTo>
                <a:cubicBezTo>
                  <a:pt x="5835644" y="6534151"/>
                  <a:pt x="5835644" y="6534151"/>
                  <a:pt x="5835644" y="6536381"/>
                </a:cubicBezTo>
                <a:cubicBezTo>
                  <a:pt x="5835644" y="6537974"/>
                  <a:pt x="5835961" y="6538293"/>
                  <a:pt x="5836915" y="6538612"/>
                </a:cubicBezTo>
                <a:cubicBezTo>
                  <a:pt x="5839771" y="6539567"/>
                  <a:pt x="5840406" y="6539886"/>
                  <a:pt x="5841676" y="6543072"/>
                </a:cubicBezTo>
                <a:cubicBezTo>
                  <a:pt x="5843581" y="6547532"/>
                  <a:pt x="5845486" y="6552311"/>
                  <a:pt x="5847074" y="6555816"/>
                </a:cubicBezTo>
                <a:cubicBezTo>
                  <a:pt x="5851518" y="6566330"/>
                  <a:pt x="5855963" y="6576843"/>
                  <a:pt x="5860408" y="6587357"/>
                </a:cubicBezTo>
                <a:cubicBezTo>
                  <a:pt x="5863901" y="6596278"/>
                  <a:pt x="5863901" y="6596597"/>
                  <a:pt x="5865488" y="6597234"/>
                </a:cubicBezTo>
                <a:cubicBezTo>
                  <a:pt x="5865806" y="6597552"/>
                  <a:pt x="5866123" y="6597871"/>
                  <a:pt x="5866123" y="6598190"/>
                </a:cubicBezTo>
                <a:cubicBezTo>
                  <a:pt x="5865806" y="6598827"/>
                  <a:pt x="5865488" y="6599783"/>
                  <a:pt x="5865171" y="6600738"/>
                </a:cubicBezTo>
                <a:cubicBezTo>
                  <a:pt x="5863266" y="6607748"/>
                  <a:pt x="5858503" y="6611571"/>
                  <a:pt x="5851518" y="6611571"/>
                </a:cubicBezTo>
                <a:cubicBezTo>
                  <a:pt x="5848026" y="6611571"/>
                  <a:pt x="5845168" y="6610934"/>
                  <a:pt x="5841358" y="6609978"/>
                </a:cubicBezTo>
                <a:cubicBezTo>
                  <a:pt x="5841041" y="6609978"/>
                  <a:pt x="5840724" y="6609978"/>
                  <a:pt x="5840406" y="6609978"/>
                </a:cubicBezTo>
                <a:cubicBezTo>
                  <a:pt x="5839455" y="6609978"/>
                  <a:pt x="5839136" y="6610296"/>
                  <a:pt x="5839136" y="6611889"/>
                </a:cubicBezTo>
                <a:cubicBezTo>
                  <a:pt x="5839136" y="6611889"/>
                  <a:pt x="5839136" y="6611889"/>
                  <a:pt x="5839136" y="6614119"/>
                </a:cubicBezTo>
                <a:cubicBezTo>
                  <a:pt x="5838818" y="6615075"/>
                  <a:pt x="5838818" y="6616031"/>
                  <a:pt x="5838818" y="6617305"/>
                </a:cubicBezTo>
                <a:cubicBezTo>
                  <a:pt x="5838818" y="6623996"/>
                  <a:pt x="5840088" y="6624633"/>
                  <a:pt x="5850566" y="6624633"/>
                </a:cubicBezTo>
                <a:cubicBezTo>
                  <a:pt x="5855646" y="6624633"/>
                  <a:pt x="5861043" y="6622403"/>
                  <a:pt x="5864218" y="6618898"/>
                </a:cubicBezTo>
                <a:cubicBezTo>
                  <a:pt x="5867711" y="6615075"/>
                  <a:pt x="5868346" y="6613482"/>
                  <a:pt x="5874696" y="6596597"/>
                </a:cubicBezTo>
                <a:cubicBezTo>
                  <a:pt x="5877554" y="6589269"/>
                  <a:pt x="5880094" y="6582578"/>
                  <a:pt x="5882634" y="6575569"/>
                </a:cubicBezTo>
                <a:cubicBezTo>
                  <a:pt x="5882634" y="6575569"/>
                  <a:pt x="5882634" y="6575569"/>
                  <a:pt x="5889619" y="6558046"/>
                </a:cubicBezTo>
                <a:cubicBezTo>
                  <a:pt x="5890889" y="6554860"/>
                  <a:pt x="5892159" y="6551674"/>
                  <a:pt x="5893429" y="6548170"/>
                </a:cubicBezTo>
                <a:cubicBezTo>
                  <a:pt x="5896287" y="6540205"/>
                  <a:pt x="5896604" y="6539886"/>
                  <a:pt x="5899461" y="6538612"/>
                </a:cubicBezTo>
                <a:cubicBezTo>
                  <a:pt x="5900731" y="6537974"/>
                  <a:pt x="5900731" y="6537656"/>
                  <a:pt x="5900731" y="6536381"/>
                </a:cubicBezTo>
                <a:lnTo>
                  <a:pt x="5900731" y="6534151"/>
                </a:lnTo>
                <a:cubicBezTo>
                  <a:pt x="5900731" y="6533195"/>
                  <a:pt x="5900414" y="6532558"/>
                  <a:pt x="5899144" y="6532558"/>
                </a:cubicBezTo>
                <a:cubicBezTo>
                  <a:pt x="5898827" y="6532558"/>
                  <a:pt x="5898509" y="6532558"/>
                  <a:pt x="5897874" y="6532877"/>
                </a:cubicBezTo>
                <a:cubicBezTo>
                  <a:pt x="5895651" y="6532877"/>
                  <a:pt x="5893111" y="6532877"/>
                  <a:pt x="5890254" y="6532877"/>
                </a:cubicBezTo>
                <a:cubicBezTo>
                  <a:pt x="5886761" y="6532877"/>
                  <a:pt x="5883269" y="6532877"/>
                  <a:pt x="5880729" y="6532558"/>
                </a:cubicBezTo>
                <a:cubicBezTo>
                  <a:pt x="5880729" y="6532558"/>
                  <a:pt x="5880729" y="6532558"/>
                  <a:pt x="5879459" y="6532558"/>
                </a:cubicBezTo>
                <a:cubicBezTo>
                  <a:pt x="5878506" y="6532558"/>
                  <a:pt x="5878189" y="6532877"/>
                  <a:pt x="5878189" y="6534151"/>
                </a:cubicBezTo>
                <a:cubicBezTo>
                  <a:pt x="5878189" y="6534151"/>
                  <a:pt x="5878189" y="6534151"/>
                  <a:pt x="5878189" y="6536381"/>
                </a:cubicBezTo>
                <a:cubicBezTo>
                  <a:pt x="5878189" y="6538293"/>
                  <a:pt x="5878189" y="6538293"/>
                  <a:pt x="5881364" y="6538930"/>
                </a:cubicBezTo>
                <a:cubicBezTo>
                  <a:pt x="5883904" y="6539567"/>
                  <a:pt x="5885174" y="6540842"/>
                  <a:pt x="5885174" y="6542753"/>
                </a:cubicBezTo>
                <a:cubicBezTo>
                  <a:pt x="5885174" y="6545302"/>
                  <a:pt x="5874061" y="6580985"/>
                  <a:pt x="5873109" y="6580985"/>
                </a:cubicBezTo>
                <a:cubicBezTo>
                  <a:pt x="5873109" y="6580985"/>
                  <a:pt x="5872791" y="6580348"/>
                  <a:pt x="5871840" y="6578118"/>
                </a:cubicBezTo>
                <a:cubicBezTo>
                  <a:pt x="5870886" y="6575569"/>
                  <a:pt x="5869299" y="6571427"/>
                  <a:pt x="5868346" y="6569197"/>
                </a:cubicBezTo>
                <a:cubicBezTo>
                  <a:pt x="5868346" y="6569197"/>
                  <a:pt x="5868346" y="6569197"/>
                  <a:pt x="5866441" y="6563781"/>
                </a:cubicBezTo>
                <a:cubicBezTo>
                  <a:pt x="5866441" y="6563781"/>
                  <a:pt x="5866441" y="6563781"/>
                  <a:pt x="5862313" y="6552949"/>
                </a:cubicBezTo>
                <a:cubicBezTo>
                  <a:pt x="5861678" y="6550718"/>
                  <a:pt x="5860726" y="6548488"/>
                  <a:pt x="5860091" y="6546258"/>
                </a:cubicBezTo>
                <a:cubicBezTo>
                  <a:pt x="5859456" y="6545302"/>
                  <a:pt x="5859138" y="6544028"/>
                  <a:pt x="5859138" y="6543391"/>
                </a:cubicBezTo>
                <a:cubicBezTo>
                  <a:pt x="5859138" y="6541479"/>
                  <a:pt x="5860726" y="6540205"/>
                  <a:pt x="5863266" y="6539567"/>
                </a:cubicBezTo>
                <a:cubicBezTo>
                  <a:pt x="5868028" y="6538293"/>
                  <a:pt x="5868028" y="6538293"/>
                  <a:pt x="5868028" y="6536381"/>
                </a:cubicBezTo>
                <a:cubicBezTo>
                  <a:pt x="5868028" y="6536381"/>
                  <a:pt x="5868028" y="6536381"/>
                  <a:pt x="5868028" y="6534151"/>
                </a:cubicBezTo>
                <a:cubicBezTo>
                  <a:pt x="5868028" y="6533195"/>
                  <a:pt x="5867393" y="6532558"/>
                  <a:pt x="5866441" y="6532558"/>
                </a:cubicBezTo>
                <a:cubicBezTo>
                  <a:pt x="5866441" y="6532558"/>
                  <a:pt x="5866441" y="6532558"/>
                  <a:pt x="5865171" y="6532558"/>
                </a:cubicBezTo>
                <a:cubicBezTo>
                  <a:pt x="5862948" y="6532877"/>
                  <a:pt x="5856916" y="6532877"/>
                  <a:pt x="5853423" y="6532877"/>
                </a:cubicBezTo>
                <a:cubicBezTo>
                  <a:pt x="5850883" y="6532877"/>
                  <a:pt x="5839136" y="6532877"/>
                  <a:pt x="5838184" y="6532558"/>
                </a:cubicBezTo>
                <a:cubicBezTo>
                  <a:pt x="5838184" y="6532558"/>
                  <a:pt x="5838184" y="6532558"/>
                  <a:pt x="5837231" y="6532558"/>
                </a:cubicBezTo>
                <a:close/>
                <a:moveTo>
                  <a:pt x="5758711" y="6532558"/>
                </a:moveTo>
                <a:cubicBezTo>
                  <a:pt x="5758391" y="6532558"/>
                  <a:pt x="5758072" y="6532558"/>
                  <a:pt x="5757429" y="6532877"/>
                </a:cubicBezTo>
                <a:cubicBezTo>
                  <a:pt x="5757429" y="6532877"/>
                  <a:pt x="5757429" y="6532877"/>
                  <a:pt x="5756469" y="6532877"/>
                </a:cubicBezTo>
                <a:cubicBezTo>
                  <a:pt x="5756469" y="6532877"/>
                  <a:pt x="5756469" y="6532877"/>
                  <a:pt x="5737876" y="6534791"/>
                </a:cubicBezTo>
                <a:cubicBezTo>
                  <a:pt x="5735953" y="6535110"/>
                  <a:pt x="5735632" y="6535429"/>
                  <a:pt x="5735632" y="6536705"/>
                </a:cubicBezTo>
                <a:cubicBezTo>
                  <a:pt x="5735632" y="6536705"/>
                  <a:pt x="5735632" y="6536705"/>
                  <a:pt x="5735632" y="6539258"/>
                </a:cubicBezTo>
                <a:cubicBezTo>
                  <a:pt x="5735632" y="6540534"/>
                  <a:pt x="5736274" y="6540853"/>
                  <a:pt x="5739159" y="6541172"/>
                </a:cubicBezTo>
                <a:cubicBezTo>
                  <a:pt x="5744608" y="6541810"/>
                  <a:pt x="5744929" y="6542767"/>
                  <a:pt x="5744929" y="6558399"/>
                </a:cubicBezTo>
                <a:lnTo>
                  <a:pt x="5744929" y="6569245"/>
                </a:lnTo>
                <a:cubicBezTo>
                  <a:pt x="5744929" y="6578178"/>
                  <a:pt x="5744608" y="6584239"/>
                  <a:pt x="5744608" y="6587430"/>
                </a:cubicBezTo>
                <a:cubicBezTo>
                  <a:pt x="5744286" y="6590301"/>
                  <a:pt x="5743647" y="6590939"/>
                  <a:pt x="5739478" y="6592534"/>
                </a:cubicBezTo>
                <a:cubicBezTo>
                  <a:pt x="5735632" y="6593810"/>
                  <a:pt x="5735632" y="6593810"/>
                  <a:pt x="5735632" y="6595405"/>
                </a:cubicBezTo>
                <a:cubicBezTo>
                  <a:pt x="5735632" y="6595405"/>
                  <a:pt x="5735632" y="6595405"/>
                  <a:pt x="5735632" y="6597638"/>
                </a:cubicBezTo>
                <a:cubicBezTo>
                  <a:pt x="5735632" y="6598914"/>
                  <a:pt x="5735632" y="6599233"/>
                  <a:pt x="5736913" y="6599233"/>
                </a:cubicBezTo>
                <a:cubicBezTo>
                  <a:pt x="5736913" y="6599233"/>
                  <a:pt x="5736913" y="6599233"/>
                  <a:pt x="5737876" y="6599233"/>
                </a:cubicBezTo>
                <a:cubicBezTo>
                  <a:pt x="5741081" y="6599233"/>
                  <a:pt x="5747493" y="6598914"/>
                  <a:pt x="5752302" y="6598914"/>
                </a:cubicBezTo>
                <a:cubicBezTo>
                  <a:pt x="5757429" y="6598914"/>
                  <a:pt x="5763199" y="6599233"/>
                  <a:pt x="5766726" y="6599233"/>
                </a:cubicBezTo>
                <a:cubicBezTo>
                  <a:pt x="5766726" y="6599233"/>
                  <a:pt x="5766726" y="6599233"/>
                  <a:pt x="5767687" y="6599233"/>
                </a:cubicBezTo>
                <a:cubicBezTo>
                  <a:pt x="5768649" y="6599233"/>
                  <a:pt x="5768969" y="6598914"/>
                  <a:pt x="5768969" y="6597638"/>
                </a:cubicBezTo>
                <a:cubicBezTo>
                  <a:pt x="5768969" y="6597638"/>
                  <a:pt x="5768969" y="6597638"/>
                  <a:pt x="5768969" y="6595405"/>
                </a:cubicBezTo>
                <a:cubicBezTo>
                  <a:pt x="5768969" y="6593810"/>
                  <a:pt x="5768969" y="6593491"/>
                  <a:pt x="5765124" y="6592534"/>
                </a:cubicBezTo>
                <a:cubicBezTo>
                  <a:pt x="5761276" y="6591258"/>
                  <a:pt x="5760314" y="6590301"/>
                  <a:pt x="5759994" y="6587430"/>
                </a:cubicBezTo>
                <a:cubicBezTo>
                  <a:pt x="5759994" y="6584239"/>
                  <a:pt x="5759994" y="6577221"/>
                  <a:pt x="5759994" y="6569245"/>
                </a:cubicBezTo>
                <a:cubicBezTo>
                  <a:pt x="5759994" y="6569245"/>
                  <a:pt x="5759994" y="6569245"/>
                  <a:pt x="5759994" y="6562865"/>
                </a:cubicBezTo>
                <a:cubicBezTo>
                  <a:pt x="5759994" y="6555528"/>
                  <a:pt x="5759994" y="6542448"/>
                  <a:pt x="5759994" y="6540215"/>
                </a:cubicBezTo>
                <a:cubicBezTo>
                  <a:pt x="5760314" y="6535429"/>
                  <a:pt x="5760314" y="6535429"/>
                  <a:pt x="5760314" y="6535110"/>
                </a:cubicBezTo>
                <a:cubicBezTo>
                  <a:pt x="5760314" y="6533515"/>
                  <a:pt x="5759675" y="6532558"/>
                  <a:pt x="5758711" y="6532558"/>
                </a:cubicBezTo>
                <a:close/>
                <a:moveTo>
                  <a:pt x="5705788" y="6532558"/>
                </a:moveTo>
                <a:cubicBezTo>
                  <a:pt x="5689595" y="6532558"/>
                  <a:pt x="5680070" y="6540214"/>
                  <a:pt x="5680070" y="6553292"/>
                </a:cubicBezTo>
                <a:cubicBezTo>
                  <a:pt x="5680070" y="6563181"/>
                  <a:pt x="5684197" y="6567647"/>
                  <a:pt x="5701025" y="6575621"/>
                </a:cubicBezTo>
                <a:cubicBezTo>
                  <a:pt x="5708327" y="6578811"/>
                  <a:pt x="5710233" y="6581044"/>
                  <a:pt x="5710233" y="6584872"/>
                </a:cubicBezTo>
                <a:cubicBezTo>
                  <a:pt x="5710233" y="6589976"/>
                  <a:pt x="5705470" y="6593804"/>
                  <a:pt x="5699119" y="6593804"/>
                </a:cubicBezTo>
                <a:cubicBezTo>
                  <a:pt x="5692770" y="6593804"/>
                  <a:pt x="5687055" y="6590295"/>
                  <a:pt x="5686102" y="6585829"/>
                </a:cubicBezTo>
                <a:cubicBezTo>
                  <a:pt x="5685150" y="6582320"/>
                  <a:pt x="5685150" y="6582320"/>
                  <a:pt x="5683880" y="6582320"/>
                </a:cubicBezTo>
                <a:cubicBezTo>
                  <a:pt x="5683880" y="6582320"/>
                  <a:pt x="5683880" y="6582320"/>
                  <a:pt x="5681657" y="6582320"/>
                </a:cubicBezTo>
                <a:cubicBezTo>
                  <a:pt x="5680070" y="6582320"/>
                  <a:pt x="5679434" y="6582958"/>
                  <a:pt x="5679434" y="6584553"/>
                </a:cubicBezTo>
                <a:cubicBezTo>
                  <a:pt x="5679434" y="6584553"/>
                  <a:pt x="5679434" y="6584553"/>
                  <a:pt x="5678483" y="6593485"/>
                </a:cubicBezTo>
                <a:cubicBezTo>
                  <a:pt x="5678483" y="6595717"/>
                  <a:pt x="5678800" y="6596355"/>
                  <a:pt x="5680705" y="6597312"/>
                </a:cubicBezTo>
                <a:cubicBezTo>
                  <a:pt x="5684832" y="6599545"/>
                  <a:pt x="5691500" y="6600821"/>
                  <a:pt x="5697533" y="6600821"/>
                </a:cubicBezTo>
                <a:cubicBezTo>
                  <a:pt x="5714043" y="6600821"/>
                  <a:pt x="5724521" y="6592847"/>
                  <a:pt x="5724521" y="6580725"/>
                </a:cubicBezTo>
                <a:cubicBezTo>
                  <a:pt x="5724521" y="6573388"/>
                  <a:pt x="5719757" y="6567009"/>
                  <a:pt x="5711185" y="6562862"/>
                </a:cubicBezTo>
                <a:cubicBezTo>
                  <a:pt x="5702613" y="6559034"/>
                  <a:pt x="5702613" y="6559034"/>
                  <a:pt x="5699755" y="6557439"/>
                </a:cubicBezTo>
                <a:cubicBezTo>
                  <a:pt x="5694675" y="6554249"/>
                  <a:pt x="5692770" y="6552016"/>
                  <a:pt x="5692770" y="6548508"/>
                </a:cubicBezTo>
                <a:cubicBezTo>
                  <a:pt x="5692770" y="6543085"/>
                  <a:pt x="5696897" y="6539895"/>
                  <a:pt x="5703248" y="6539895"/>
                </a:cubicBezTo>
                <a:cubicBezTo>
                  <a:pt x="5708963" y="6539895"/>
                  <a:pt x="5712773" y="6541809"/>
                  <a:pt x="5714360" y="6545318"/>
                </a:cubicBezTo>
                <a:cubicBezTo>
                  <a:pt x="5715630" y="6548827"/>
                  <a:pt x="5715630" y="6548827"/>
                  <a:pt x="5716901" y="6548827"/>
                </a:cubicBezTo>
                <a:cubicBezTo>
                  <a:pt x="5716901" y="6548827"/>
                  <a:pt x="5716901" y="6548827"/>
                  <a:pt x="5719123" y="6548827"/>
                </a:cubicBezTo>
                <a:cubicBezTo>
                  <a:pt x="5720393" y="6548827"/>
                  <a:pt x="5720710" y="6548508"/>
                  <a:pt x="5720710" y="6546275"/>
                </a:cubicBezTo>
                <a:lnTo>
                  <a:pt x="5721663" y="6538300"/>
                </a:lnTo>
                <a:cubicBezTo>
                  <a:pt x="5721663" y="6538300"/>
                  <a:pt x="5721663" y="6538300"/>
                  <a:pt x="5721663" y="6537981"/>
                </a:cubicBezTo>
                <a:cubicBezTo>
                  <a:pt x="5721663" y="6536386"/>
                  <a:pt x="5721027" y="6535748"/>
                  <a:pt x="5719123" y="6534791"/>
                </a:cubicBezTo>
                <a:cubicBezTo>
                  <a:pt x="5715947" y="6533515"/>
                  <a:pt x="5710550" y="6532558"/>
                  <a:pt x="5705788" y="6532558"/>
                </a:cubicBezTo>
                <a:close/>
                <a:moveTo>
                  <a:pt x="5638758" y="6532558"/>
                </a:moveTo>
                <a:cubicBezTo>
                  <a:pt x="5638436" y="6532558"/>
                  <a:pt x="5638114" y="6532558"/>
                  <a:pt x="5637794" y="6532877"/>
                </a:cubicBezTo>
                <a:cubicBezTo>
                  <a:pt x="5637794" y="6532877"/>
                  <a:pt x="5637794" y="6532877"/>
                  <a:pt x="5636508" y="6532877"/>
                </a:cubicBezTo>
                <a:cubicBezTo>
                  <a:pt x="5636508" y="6532877"/>
                  <a:pt x="5636508" y="6532877"/>
                  <a:pt x="5617231" y="6535748"/>
                </a:cubicBezTo>
                <a:cubicBezTo>
                  <a:pt x="5615304" y="6536067"/>
                  <a:pt x="5614983" y="6536386"/>
                  <a:pt x="5614983" y="6538301"/>
                </a:cubicBezTo>
                <a:lnTo>
                  <a:pt x="5614983" y="6540853"/>
                </a:lnTo>
                <a:cubicBezTo>
                  <a:pt x="5614983" y="6542129"/>
                  <a:pt x="5615304" y="6542448"/>
                  <a:pt x="5618196" y="6542448"/>
                </a:cubicBezTo>
                <a:cubicBezTo>
                  <a:pt x="5622371" y="6542767"/>
                  <a:pt x="5624300" y="6543724"/>
                  <a:pt x="5625585" y="6547233"/>
                </a:cubicBezTo>
                <a:cubicBezTo>
                  <a:pt x="5626870" y="6550742"/>
                  <a:pt x="5627833" y="6558399"/>
                  <a:pt x="5627833" y="6565098"/>
                </a:cubicBezTo>
                <a:cubicBezTo>
                  <a:pt x="5627833" y="6565098"/>
                  <a:pt x="5627833" y="6565098"/>
                  <a:pt x="5627833" y="6569245"/>
                </a:cubicBezTo>
                <a:cubicBezTo>
                  <a:pt x="5627833" y="6578178"/>
                  <a:pt x="5627833" y="6584239"/>
                  <a:pt x="5627512" y="6587430"/>
                </a:cubicBezTo>
                <a:cubicBezTo>
                  <a:pt x="5627191" y="6590301"/>
                  <a:pt x="5626548" y="6590939"/>
                  <a:pt x="5622693" y="6592534"/>
                </a:cubicBezTo>
                <a:cubicBezTo>
                  <a:pt x="5618516" y="6593810"/>
                  <a:pt x="5618516" y="6593810"/>
                  <a:pt x="5618516" y="6595405"/>
                </a:cubicBezTo>
                <a:cubicBezTo>
                  <a:pt x="5618516" y="6595405"/>
                  <a:pt x="5618516" y="6595405"/>
                  <a:pt x="5618516" y="6597638"/>
                </a:cubicBezTo>
                <a:cubicBezTo>
                  <a:pt x="5618516" y="6598914"/>
                  <a:pt x="5618838" y="6599233"/>
                  <a:pt x="5620123" y="6599233"/>
                </a:cubicBezTo>
                <a:cubicBezTo>
                  <a:pt x="5620123" y="6599233"/>
                  <a:pt x="5620123" y="6599233"/>
                  <a:pt x="5620765" y="6599233"/>
                </a:cubicBezTo>
                <a:cubicBezTo>
                  <a:pt x="5624300" y="6599233"/>
                  <a:pt x="5630404" y="6598914"/>
                  <a:pt x="5634581" y="6598914"/>
                </a:cubicBezTo>
                <a:cubicBezTo>
                  <a:pt x="5639721" y="6598914"/>
                  <a:pt x="5650323" y="6599233"/>
                  <a:pt x="5654178" y="6599233"/>
                </a:cubicBezTo>
                <a:cubicBezTo>
                  <a:pt x="5654178" y="6599233"/>
                  <a:pt x="5654178" y="6599233"/>
                  <a:pt x="5654821" y="6599233"/>
                </a:cubicBezTo>
                <a:cubicBezTo>
                  <a:pt x="5655785" y="6599233"/>
                  <a:pt x="5656427" y="6598595"/>
                  <a:pt x="5656427" y="6597319"/>
                </a:cubicBezTo>
                <a:cubicBezTo>
                  <a:pt x="5656427" y="6597319"/>
                  <a:pt x="5656427" y="6597319"/>
                  <a:pt x="5656427" y="6595405"/>
                </a:cubicBezTo>
                <a:cubicBezTo>
                  <a:pt x="5656427" y="6593491"/>
                  <a:pt x="5656427" y="6593491"/>
                  <a:pt x="5652251" y="6592534"/>
                </a:cubicBezTo>
                <a:cubicBezTo>
                  <a:pt x="5646468" y="6591258"/>
                  <a:pt x="5646468" y="6591258"/>
                  <a:pt x="5645504" y="6590939"/>
                </a:cubicBezTo>
                <a:cubicBezTo>
                  <a:pt x="5643576" y="6589982"/>
                  <a:pt x="5643255" y="6588706"/>
                  <a:pt x="5643255" y="6584239"/>
                </a:cubicBezTo>
                <a:cubicBezTo>
                  <a:pt x="5643255" y="6584239"/>
                  <a:pt x="5643255" y="6584239"/>
                  <a:pt x="5642934" y="6575945"/>
                </a:cubicBezTo>
                <a:cubicBezTo>
                  <a:pt x="5642934" y="6575945"/>
                  <a:pt x="5642934" y="6575945"/>
                  <a:pt x="5642934" y="6569883"/>
                </a:cubicBezTo>
                <a:cubicBezTo>
                  <a:pt x="5642934" y="6556804"/>
                  <a:pt x="5643576" y="6553933"/>
                  <a:pt x="5646468" y="6551061"/>
                </a:cubicBezTo>
                <a:cubicBezTo>
                  <a:pt x="5649038" y="6548828"/>
                  <a:pt x="5652894" y="6547233"/>
                  <a:pt x="5657712" y="6547233"/>
                </a:cubicBezTo>
                <a:cubicBezTo>
                  <a:pt x="5660604" y="6547233"/>
                  <a:pt x="5663496" y="6547552"/>
                  <a:pt x="5665102" y="6548190"/>
                </a:cubicBezTo>
                <a:cubicBezTo>
                  <a:pt x="5665744" y="6548190"/>
                  <a:pt x="5666066" y="6548509"/>
                  <a:pt x="5666387" y="6548509"/>
                </a:cubicBezTo>
                <a:cubicBezTo>
                  <a:pt x="5667352" y="6548509"/>
                  <a:pt x="5667994" y="6547552"/>
                  <a:pt x="5668315" y="6545000"/>
                </a:cubicBezTo>
                <a:cubicBezTo>
                  <a:pt x="5668315" y="6545000"/>
                  <a:pt x="5668315" y="6545000"/>
                  <a:pt x="5668636" y="6535748"/>
                </a:cubicBezTo>
                <a:cubicBezTo>
                  <a:pt x="5668636" y="6535748"/>
                  <a:pt x="5668636" y="6535748"/>
                  <a:pt x="5668636" y="6535429"/>
                </a:cubicBezTo>
                <a:cubicBezTo>
                  <a:pt x="5668958" y="6533515"/>
                  <a:pt x="5667352" y="6532558"/>
                  <a:pt x="5664138" y="6532558"/>
                </a:cubicBezTo>
                <a:cubicBezTo>
                  <a:pt x="5661567" y="6532558"/>
                  <a:pt x="5659640" y="6532877"/>
                  <a:pt x="5657712" y="6533515"/>
                </a:cubicBezTo>
                <a:cubicBezTo>
                  <a:pt x="5653858" y="6534153"/>
                  <a:pt x="5652571" y="6535110"/>
                  <a:pt x="5649038" y="6539258"/>
                </a:cubicBezTo>
                <a:cubicBezTo>
                  <a:pt x="5645825" y="6543086"/>
                  <a:pt x="5645825" y="6543086"/>
                  <a:pt x="5643898" y="6545319"/>
                </a:cubicBezTo>
                <a:cubicBezTo>
                  <a:pt x="5642934" y="6546276"/>
                  <a:pt x="5641649" y="6547233"/>
                  <a:pt x="5641327" y="6547233"/>
                </a:cubicBezTo>
                <a:cubicBezTo>
                  <a:pt x="5640364" y="6547233"/>
                  <a:pt x="5640042" y="6546276"/>
                  <a:pt x="5640042" y="6540853"/>
                </a:cubicBezTo>
                <a:cubicBezTo>
                  <a:pt x="5640042" y="6540853"/>
                  <a:pt x="5640042" y="6540853"/>
                  <a:pt x="5640364" y="6534791"/>
                </a:cubicBezTo>
                <a:cubicBezTo>
                  <a:pt x="5640364" y="6533515"/>
                  <a:pt x="5639721" y="6532558"/>
                  <a:pt x="5638758" y="6532558"/>
                </a:cubicBezTo>
                <a:close/>
                <a:moveTo>
                  <a:pt x="5580642" y="6532558"/>
                </a:moveTo>
                <a:cubicBezTo>
                  <a:pt x="5562120" y="6532558"/>
                  <a:pt x="5548308" y="6547870"/>
                  <a:pt x="5548308" y="6568604"/>
                </a:cubicBezTo>
                <a:cubicBezTo>
                  <a:pt x="5548308" y="6587743"/>
                  <a:pt x="5561180" y="6600821"/>
                  <a:pt x="5580013" y="6600821"/>
                </a:cubicBezTo>
                <a:cubicBezTo>
                  <a:pt x="5585350" y="6600821"/>
                  <a:pt x="5591315" y="6599545"/>
                  <a:pt x="5596022" y="6597631"/>
                </a:cubicBezTo>
                <a:cubicBezTo>
                  <a:pt x="5599475" y="6596355"/>
                  <a:pt x="5601047" y="6595398"/>
                  <a:pt x="5601360" y="6594761"/>
                </a:cubicBezTo>
                <a:cubicBezTo>
                  <a:pt x="5601673" y="6593804"/>
                  <a:pt x="5602929" y="6585191"/>
                  <a:pt x="5602929" y="6582958"/>
                </a:cubicBezTo>
                <a:cubicBezTo>
                  <a:pt x="5602929" y="6582320"/>
                  <a:pt x="5602302" y="6582001"/>
                  <a:pt x="5601987" y="6582001"/>
                </a:cubicBezTo>
                <a:cubicBezTo>
                  <a:pt x="5601987" y="6582001"/>
                  <a:pt x="5601673" y="6582001"/>
                  <a:pt x="5601360" y="6582320"/>
                </a:cubicBezTo>
                <a:cubicBezTo>
                  <a:pt x="5597278" y="6585829"/>
                  <a:pt x="5588174" y="6589019"/>
                  <a:pt x="5581583" y="6589019"/>
                </a:cubicBezTo>
                <a:cubicBezTo>
                  <a:pt x="5570596" y="6589019"/>
                  <a:pt x="5562748" y="6579449"/>
                  <a:pt x="5562748" y="6566690"/>
                </a:cubicBezTo>
                <a:cubicBezTo>
                  <a:pt x="5562748" y="6562224"/>
                  <a:pt x="5563062" y="6561905"/>
                  <a:pt x="5567770" y="6561905"/>
                </a:cubicBezTo>
                <a:lnTo>
                  <a:pt x="5597592" y="6561905"/>
                </a:lnTo>
                <a:cubicBezTo>
                  <a:pt x="5602616" y="6561905"/>
                  <a:pt x="5603870" y="6560629"/>
                  <a:pt x="5603870" y="6557120"/>
                </a:cubicBezTo>
                <a:cubicBezTo>
                  <a:pt x="5603870" y="6541490"/>
                  <a:pt x="5595709" y="6532558"/>
                  <a:pt x="5580642" y="6532558"/>
                </a:cubicBezTo>
                <a:close/>
                <a:moveTo>
                  <a:pt x="5480669" y="6532558"/>
                </a:moveTo>
                <a:cubicBezTo>
                  <a:pt x="5479091" y="6532558"/>
                  <a:pt x="5478458" y="6532874"/>
                  <a:pt x="5478458" y="6534138"/>
                </a:cubicBezTo>
                <a:cubicBezTo>
                  <a:pt x="5478458" y="6534138"/>
                  <a:pt x="5478458" y="6534138"/>
                  <a:pt x="5478458" y="6536666"/>
                </a:cubicBezTo>
                <a:cubicBezTo>
                  <a:pt x="5478458" y="6537614"/>
                  <a:pt x="5478775" y="6538562"/>
                  <a:pt x="5479722" y="6538878"/>
                </a:cubicBezTo>
                <a:cubicBezTo>
                  <a:pt x="5482566" y="6539826"/>
                  <a:pt x="5482882" y="6539826"/>
                  <a:pt x="5483831" y="6542038"/>
                </a:cubicBezTo>
                <a:cubicBezTo>
                  <a:pt x="5486042" y="6547410"/>
                  <a:pt x="5488570" y="6554046"/>
                  <a:pt x="5494572" y="6571110"/>
                </a:cubicBezTo>
                <a:cubicBezTo>
                  <a:pt x="5500576" y="6587541"/>
                  <a:pt x="5501839" y="6590385"/>
                  <a:pt x="5503420" y="6594809"/>
                </a:cubicBezTo>
                <a:cubicBezTo>
                  <a:pt x="5504998" y="6599233"/>
                  <a:pt x="5504998" y="6599233"/>
                  <a:pt x="5506262" y="6599233"/>
                </a:cubicBezTo>
                <a:cubicBezTo>
                  <a:pt x="5506578" y="6599233"/>
                  <a:pt x="5507211" y="6599233"/>
                  <a:pt x="5507842" y="6599233"/>
                </a:cubicBezTo>
                <a:cubicBezTo>
                  <a:pt x="5512266" y="6598285"/>
                  <a:pt x="5512582" y="6598285"/>
                  <a:pt x="5513845" y="6598285"/>
                </a:cubicBezTo>
                <a:cubicBezTo>
                  <a:pt x="5515426" y="6597969"/>
                  <a:pt x="5516057" y="6597653"/>
                  <a:pt x="5516373" y="6597021"/>
                </a:cubicBezTo>
                <a:cubicBezTo>
                  <a:pt x="5517006" y="6596073"/>
                  <a:pt x="5517006" y="6596073"/>
                  <a:pt x="5518269" y="6592913"/>
                </a:cubicBezTo>
                <a:cubicBezTo>
                  <a:pt x="5518900" y="6590385"/>
                  <a:pt x="5519849" y="6588173"/>
                  <a:pt x="5523957" y="6577746"/>
                </a:cubicBezTo>
                <a:cubicBezTo>
                  <a:pt x="5535015" y="6550570"/>
                  <a:pt x="5535015" y="6550570"/>
                  <a:pt x="5536595" y="6546778"/>
                </a:cubicBezTo>
                <a:cubicBezTo>
                  <a:pt x="5538808" y="6541090"/>
                  <a:pt x="5539438" y="6539826"/>
                  <a:pt x="5541019" y="6539194"/>
                </a:cubicBezTo>
                <a:cubicBezTo>
                  <a:pt x="5543547" y="6538562"/>
                  <a:pt x="5543547" y="6538562"/>
                  <a:pt x="5543547" y="6536666"/>
                </a:cubicBezTo>
                <a:lnTo>
                  <a:pt x="5543547" y="6534138"/>
                </a:lnTo>
                <a:cubicBezTo>
                  <a:pt x="5543547" y="6532874"/>
                  <a:pt x="5543230" y="6532558"/>
                  <a:pt x="5542282" y="6532558"/>
                </a:cubicBezTo>
                <a:cubicBezTo>
                  <a:pt x="5542282" y="6532558"/>
                  <a:pt x="5542282" y="6532558"/>
                  <a:pt x="5541019" y="6532558"/>
                </a:cubicBezTo>
                <a:cubicBezTo>
                  <a:pt x="5538174" y="6532874"/>
                  <a:pt x="5535331" y="6532874"/>
                  <a:pt x="5533119" y="6532874"/>
                </a:cubicBezTo>
                <a:cubicBezTo>
                  <a:pt x="5530277" y="6532874"/>
                  <a:pt x="5525222" y="6532874"/>
                  <a:pt x="5523640" y="6532874"/>
                </a:cubicBezTo>
                <a:cubicBezTo>
                  <a:pt x="5523010" y="6532558"/>
                  <a:pt x="5522692" y="6532558"/>
                  <a:pt x="5522060" y="6532558"/>
                </a:cubicBezTo>
                <a:cubicBezTo>
                  <a:pt x="5521113" y="6532558"/>
                  <a:pt x="5520482" y="6533190"/>
                  <a:pt x="5520482" y="6534138"/>
                </a:cubicBezTo>
                <a:cubicBezTo>
                  <a:pt x="5520482" y="6534138"/>
                  <a:pt x="5520482" y="6534138"/>
                  <a:pt x="5520482" y="6536666"/>
                </a:cubicBezTo>
                <a:cubicBezTo>
                  <a:pt x="5520482" y="6537930"/>
                  <a:pt x="5521113" y="6538246"/>
                  <a:pt x="5522692" y="6538562"/>
                </a:cubicBezTo>
                <a:cubicBezTo>
                  <a:pt x="5525852" y="6539194"/>
                  <a:pt x="5527748" y="6540774"/>
                  <a:pt x="5527748" y="6542354"/>
                </a:cubicBezTo>
                <a:cubicBezTo>
                  <a:pt x="5527748" y="6543618"/>
                  <a:pt x="5526800" y="6547410"/>
                  <a:pt x="5522692" y="6558786"/>
                </a:cubicBezTo>
                <a:cubicBezTo>
                  <a:pt x="5522692" y="6558786"/>
                  <a:pt x="5522692" y="6558786"/>
                  <a:pt x="5518900" y="6568898"/>
                </a:cubicBezTo>
                <a:cubicBezTo>
                  <a:pt x="5518269" y="6572058"/>
                  <a:pt x="5517321" y="6574270"/>
                  <a:pt x="5516690" y="6576482"/>
                </a:cubicBezTo>
                <a:cubicBezTo>
                  <a:pt x="5516690" y="6576482"/>
                  <a:pt x="5516690" y="6576482"/>
                  <a:pt x="5515426" y="6579958"/>
                </a:cubicBezTo>
                <a:cubicBezTo>
                  <a:pt x="5515426" y="6579958"/>
                  <a:pt x="5515426" y="6579958"/>
                  <a:pt x="5515109" y="6581854"/>
                </a:cubicBezTo>
                <a:cubicBezTo>
                  <a:pt x="5514793" y="6582801"/>
                  <a:pt x="5514793" y="6583433"/>
                  <a:pt x="5514478" y="6583433"/>
                </a:cubicBezTo>
                <a:cubicBezTo>
                  <a:pt x="5514162" y="6583433"/>
                  <a:pt x="5511634" y="6575218"/>
                  <a:pt x="5507526" y="6561946"/>
                </a:cubicBezTo>
                <a:cubicBezTo>
                  <a:pt x="5507526" y="6561946"/>
                  <a:pt x="5507526" y="6561946"/>
                  <a:pt x="5504367" y="6551518"/>
                </a:cubicBezTo>
                <a:cubicBezTo>
                  <a:pt x="5503735" y="6549622"/>
                  <a:pt x="5503104" y="6547726"/>
                  <a:pt x="5502471" y="6545514"/>
                </a:cubicBezTo>
                <a:cubicBezTo>
                  <a:pt x="5502156" y="6544566"/>
                  <a:pt x="5502156" y="6543618"/>
                  <a:pt x="5502156" y="6542986"/>
                </a:cubicBezTo>
                <a:cubicBezTo>
                  <a:pt x="5502156" y="6541090"/>
                  <a:pt x="5503420" y="6540142"/>
                  <a:pt x="5507211" y="6539194"/>
                </a:cubicBezTo>
                <a:cubicBezTo>
                  <a:pt x="5510686" y="6538246"/>
                  <a:pt x="5510686" y="6538246"/>
                  <a:pt x="5510686" y="6536666"/>
                </a:cubicBezTo>
                <a:cubicBezTo>
                  <a:pt x="5510686" y="6536666"/>
                  <a:pt x="5510686" y="6536666"/>
                  <a:pt x="5510686" y="6534138"/>
                </a:cubicBezTo>
                <a:cubicBezTo>
                  <a:pt x="5510686" y="6532874"/>
                  <a:pt x="5510371" y="6532558"/>
                  <a:pt x="5509106" y="6532558"/>
                </a:cubicBezTo>
                <a:cubicBezTo>
                  <a:pt x="5509106" y="6532558"/>
                  <a:pt x="5509106" y="6532558"/>
                  <a:pt x="5507526" y="6532558"/>
                </a:cubicBezTo>
                <a:cubicBezTo>
                  <a:pt x="5503735" y="6532874"/>
                  <a:pt x="5499944" y="6532874"/>
                  <a:pt x="5493624" y="6532874"/>
                </a:cubicBezTo>
                <a:cubicBezTo>
                  <a:pt x="5490781" y="6532874"/>
                  <a:pt x="5488253" y="6532874"/>
                  <a:pt x="5486989" y="6532874"/>
                </a:cubicBezTo>
                <a:cubicBezTo>
                  <a:pt x="5480986" y="6532558"/>
                  <a:pt x="5480986" y="6532558"/>
                  <a:pt x="5480669" y="6532558"/>
                </a:cubicBezTo>
                <a:close/>
                <a:moveTo>
                  <a:pt x="5463439" y="6532558"/>
                </a:moveTo>
                <a:cubicBezTo>
                  <a:pt x="5463117" y="6532558"/>
                  <a:pt x="5462797" y="6532558"/>
                  <a:pt x="5462477" y="6532877"/>
                </a:cubicBezTo>
                <a:cubicBezTo>
                  <a:pt x="5462477" y="6532877"/>
                  <a:pt x="5462477" y="6532877"/>
                  <a:pt x="5461194" y="6532877"/>
                </a:cubicBezTo>
                <a:cubicBezTo>
                  <a:pt x="5461194" y="6532877"/>
                  <a:pt x="5461194" y="6532877"/>
                  <a:pt x="5442603" y="6534791"/>
                </a:cubicBezTo>
                <a:cubicBezTo>
                  <a:pt x="5440679" y="6535110"/>
                  <a:pt x="5440359" y="6535429"/>
                  <a:pt x="5440359" y="6536705"/>
                </a:cubicBezTo>
                <a:cubicBezTo>
                  <a:pt x="5440359" y="6536705"/>
                  <a:pt x="5440359" y="6536705"/>
                  <a:pt x="5440359" y="6539258"/>
                </a:cubicBezTo>
                <a:cubicBezTo>
                  <a:pt x="5440359" y="6540534"/>
                  <a:pt x="5440999" y="6540853"/>
                  <a:pt x="5444205" y="6541172"/>
                </a:cubicBezTo>
                <a:cubicBezTo>
                  <a:pt x="5449334" y="6541810"/>
                  <a:pt x="5449654" y="6542767"/>
                  <a:pt x="5449654" y="6558399"/>
                </a:cubicBezTo>
                <a:lnTo>
                  <a:pt x="5449654" y="6569245"/>
                </a:lnTo>
                <a:cubicBezTo>
                  <a:pt x="5449654" y="6578178"/>
                  <a:pt x="5449654" y="6584239"/>
                  <a:pt x="5449334" y="6587430"/>
                </a:cubicBezTo>
                <a:cubicBezTo>
                  <a:pt x="5449334" y="6590301"/>
                  <a:pt x="5448373" y="6590939"/>
                  <a:pt x="5444526" y="6592534"/>
                </a:cubicBezTo>
                <a:cubicBezTo>
                  <a:pt x="5440359" y="6593810"/>
                  <a:pt x="5440359" y="6593810"/>
                  <a:pt x="5440359" y="6595405"/>
                </a:cubicBezTo>
                <a:cubicBezTo>
                  <a:pt x="5440359" y="6595405"/>
                  <a:pt x="5440359" y="6595405"/>
                  <a:pt x="5440359" y="6597638"/>
                </a:cubicBezTo>
                <a:cubicBezTo>
                  <a:pt x="5440359" y="6598914"/>
                  <a:pt x="5440679" y="6599233"/>
                  <a:pt x="5441961" y="6599233"/>
                </a:cubicBezTo>
                <a:cubicBezTo>
                  <a:pt x="5441961" y="6599233"/>
                  <a:pt x="5441961" y="6599233"/>
                  <a:pt x="5442923" y="6599233"/>
                </a:cubicBezTo>
                <a:cubicBezTo>
                  <a:pt x="5446128" y="6599233"/>
                  <a:pt x="5452220" y="6598914"/>
                  <a:pt x="5457348" y="6598914"/>
                </a:cubicBezTo>
                <a:cubicBezTo>
                  <a:pt x="5462157" y="6598914"/>
                  <a:pt x="5468247" y="6599233"/>
                  <a:pt x="5471452" y="6599233"/>
                </a:cubicBezTo>
                <a:cubicBezTo>
                  <a:pt x="5471452" y="6599233"/>
                  <a:pt x="5471452" y="6599233"/>
                  <a:pt x="5472414" y="6599233"/>
                </a:cubicBezTo>
                <a:cubicBezTo>
                  <a:pt x="5473376" y="6599233"/>
                  <a:pt x="5473697" y="6598914"/>
                  <a:pt x="5473697" y="6597638"/>
                </a:cubicBezTo>
                <a:cubicBezTo>
                  <a:pt x="5473697" y="6597638"/>
                  <a:pt x="5473697" y="6597638"/>
                  <a:pt x="5473697" y="6595405"/>
                </a:cubicBezTo>
                <a:cubicBezTo>
                  <a:pt x="5473697" y="6593810"/>
                  <a:pt x="5473697" y="6593491"/>
                  <a:pt x="5469850" y="6592534"/>
                </a:cubicBezTo>
                <a:cubicBezTo>
                  <a:pt x="5466002" y="6591258"/>
                  <a:pt x="5465362" y="6590301"/>
                  <a:pt x="5465042" y="6587430"/>
                </a:cubicBezTo>
                <a:cubicBezTo>
                  <a:pt x="5464721" y="6584239"/>
                  <a:pt x="5464721" y="6577221"/>
                  <a:pt x="5464721" y="6569245"/>
                </a:cubicBezTo>
                <a:cubicBezTo>
                  <a:pt x="5464721" y="6569245"/>
                  <a:pt x="5464721" y="6569245"/>
                  <a:pt x="5464721" y="6562865"/>
                </a:cubicBezTo>
                <a:cubicBezTo>
                  <a:pt x="5464721" y="6555528"/>
                  <a:pt x="5464721" y="6542448"/>
                  <a:pt x="5465042" y="6540215"/>
                </a:cubicBezTo>
                <a:cubicBezTo>
                  <a:pt x="5465042" y="6535429"/>
                  <a:pt x="5465042" y="6535429"/>
                  <a:pt x="5465042" y="6535110"/>
                </a:cubicBezTo>
                <a:cubicBezTo>
                  <a:pt x="5465042" y="6533515"/>
                  <a:pt x="5464721" y="6532558"/>
                  <a:pt x="5463439" y="6532558"/>
                </a:cubicBezTo>
                <a:close/>
                <a:moveTo>
                  <a:pt x="5375310" y="6532558"/>
                </a:moveTo>
                <a:cubicBezTo>
                  <a:pt x="5374996" y="6532558"/>
                  <a:pt x="5374056" y="6532877"/>
                  <a:pt x="5373115" y="6532877"/>
                </a:cubicBezTo>
                <a:cubicBezTo>
                  <a:pt x="5373115" y="6532877"/>
                  <a:pt x="5373115" y="6532877"/>
                  <a:pt x="5354928" y="6535110"/>
                </a:cubicBezTo>
                <a:cubicBezTo>
                  <a:pt x="5353046" y="6535429"/>
                  <a:pt x="5353046" y="6535748"/>
                  <a:pt x="5353046" y="6537663"/>
                </a:cubicBezTo>
                <a:lnTo>
                  <a:pt x="5353046" y="6540534"/>
                </a:lnTo>
                <a:cubicBezTo>
                  <a:pt x="5353046" y="6541491"/>
                  <a:pt x="5353674" y="6541810"/>
                  <a:pt x="5356496" y="6542129"/>
                </a:cubicBezTo>
                <a:cubicBezTo>
                  <a:pt x="5360573" y="6542448"/>
                  <a:pt x="5361827" y="6543086"/>
                  <a:pt x="5362453" y="6545638"/>
                </a:cubicBezTo>
                <a:cubicBezTo>
                  <a:pt x="5363394" y="6547871"/>
                  <a:pt x="5364021" y="6558080"/>
                  <a:pt x="5364021" y="6564779"/>
                </a:cubicBezTo>
                <a:cubicBezTo>
                  <a:pt x="5364021" y="6564779"/>
                  <a:pt x="5364021" y="6564779"/>
                  <a:pt x="5364021" y="6569245"/>
                </a:cubicBezTo>
                <a:cubicBezTo>
                  <a:pt x="5364021" y="6577540"/>
                  <a:pt x="5364021" y="6584877"/>
                  <a:pt x="5363707" y="6587430"/>
                </a:cubicBezTo>
                <a:cubicBezTo>
                  <a:pt x="5363707" y="6590301"/>
                  <a:pt x="5362768" y="6591258"/>
                  <a:pt x="5359004" y="6592534"/>
                </a:cubicBezTo>
                <a:cubicBezTo>
                  <a:pt x="5355241" y="6593491"/>
                  <a:pt x="5354928" y="6593810"/>
                  <a:pt x="5354928" y="6595405"/>
                </a:cubicBezTo>
                <a:cubicBezTo>
                  <a:pt x="5354928" y="6595405"/>
                  <a:pt x="5354928" y="6595405"/>
                  <a:pt x="5354928" y="6597638"/>
                </a:cubicBezTo>
                <a:cubicBezTo>
                  <a:pt x="5354928" y="6598914"/>
                  <a:pt x="5355241" y="6599233"/>
                  <a:pt x="5356496" y="6599233"/>
                </a:cubicBezTo>
                <a:cubicBezTo>
                  <a:pt x="5356496" y="6599233"/>
                  <a:pt x="5356496" y="6599233"/>
                  <a:pt x="5357436" y="6599233"/>
                </a:cubicBezTo>
                <a:cubicBezTo>
                  <a:pt x="5360258" y="6599233"/>
                  <a:pt x="5366530" y="6598914"/>
                  <a:pt x="5371547" y="6598914"/>
                </a:cubicBezTo>
                <a:cubicBezTo>
                  <a:pt x="5376251" y="6598914"/>
                  <a:pt x="5382209" y="6599233"/>
                  <a:pt x="5385344" y="6599233"/>
                </a:cubicBezTo>
                <a:cubicBezTo>
                  <a:pt x="5385344" y="6599233"/>
                  <a:pt x="5385344" y="6599233"/>
                  <a:pt x="5386286" y="6599233"/>
                </a:cubicBezTo>
                <a:cubicBezTo>
                  <a:pt x="5387227" y="6599233"/>
                  <a:pt x="5387854" y="6598914"/>
                  <a:pt x="5387854" y="6597638"/>
                </a:cubicBezTo>
                <a:cubicBezTo>
                  <a:pt x="5387854" y="6597638"/>
                  <a:pt x="5387854" y="6597638"/>
                  <a:pt x="5387854" y="6595405"/>
                </a:cubicBezTo>
                <a:cubicBezTo>
                  <a:pt x="5387854" y="6593810"/>
                  <a:pt x="5387539" y="6593810"/>
                  <a:pt x="5383777" y="6592534"/>
                </a:cubicBezTo>
                <a:cubicBezTo>
                  <a:pt x="5380014" y="6591258"/>
                  <a:pt x="5379387" y="6590301"/>
                  <a:pt x="5379073" y="6587430"/>
                </a:cubicBezTo>
                <a:cubicBezTo>
                  <a:pt x="5379073" y="6584558"/>
                  <a:pt x="5378760" y="6577540"/>
                  <a:pt x="5378760" y="6569245"/>
                </a:cubicBezTo>
                <a:cubicBezTo>
                  <a:pt x="5378760" y="6569245"/>
                  <a:pt x="5378760" y="6569245"/>
                  <a:pt x="5378760" y="6566055"/>
                </a:cubicBezTo>
                <a:cubicBezTo>
                  <a:pt x="5378760" y="6557442"/>
                  <a:pt x="5379387" y="6554571"/>
                  <a:pt x="5381582" y="6551380"/>
                </a:cubicBezTo>
                <a:cubicBezTo>
                  <a:pt x="5384404" y="6547233"/>
                  <a:pt x="5389422" y="6544681"/>
                  <a:pt x="5394439" y="6544681"/>
                </a:cubicBezTo>
                <a:cubicBezTo>
                  <a:pt x="5399143" y="6544681"/>
                  <a:pt x="5402592" y="6546595"/>
                  <a:pt x="5404159" y="6550104"/>
                </a:cubicBezTo>
                <a:cubicBezTo>
                  <a:pt x="5405100" y="6552975"/>
                  <a:pt x="5405414" y="6556485"/>
                  <a:pt x="5405414" y="6565098"/>
                </a:cubicBezTo>
                <a:cubicBezTo>
                  <a:pt x="5405414" y="6565098"/>
                  <a:pt x="5405414" y="6565098"/>
                  <a:pt x="5405414" y="6569245"/>
                </a:cubicBezTo>
                <a:cubicBezTo>
                  <a:pt x="5405414" y="6577221"/>
                  <a:pt x="5405414" y="6584558"/>
                  <a:pt x="5405100" y="6587430"/>
                </a:cubicBezTo>
                <a:cubicBezTo>
                  <a:pt x="5405100" y="6590301"/>
                  <a:pt x="5404159" y="6591258"/>
                  <a:pt x="5400397" y="6592534"/>
                </a:cubicBezTo>
                <a:cubicBezTo>
                  <a:pt x="5396634" y="6593491"/>
                  <a:pt x="5396321" y="6593810"/>
                  <a:pt x="5396321" y="6595405"/>
                </a:cubicBezTo>
                <a:cubicBezTo>
                  <a:pt x="5396321" y="6595405"/>
                  <a:pt x="5396321" y="6595405"/>
                  <a:pt x="5396321" y="6597638"/>
                </a:cubicBezTo>
                <a:cubicBezTo>
                  <a:pt x="5396321" y="6598914"/>
                  <a:pt x="5396947" y="6599233"/>
                  <a:pt x="5397888" y="6599233"/>
                </a:cubicBezTo>
                <a:cubicBezTo>
                  <a:pt x="5397888" y="6599233"/>
                  <a:pt x="5397888" y="6599233"/>
                  <a:pt x="5398829" y="6599233"/>
                </a:cubicBezTo>
                <a:cubicBezTo>
                  <a:pt x="5401964" y="6599233"/>
                  <a:pt x="5407922" y="6598914"/>
                  <a:pt x="5412940" y="6598914"/>
                </a:cubicBezTo>
                <a:cubicBezTo>
                  <a:pt x="5417644" y="6598914"/>
                  <a:pt x="5423602" y="6599233"/>
                  <a:pt x="5427050" y="6599233"/>
                </a:cubicBezTo>
                <a:cubicBezTo>
                  <a:pt x="5427050" y="6599233"/>
                  <a:pt x="5427050" y="6599233"/>
                  <a:pt x="5427991" y="6599233"/>
                </a:cubicBezTo>
                <a:cubicBezTo>
                  <a:pt x="5428932" y="6599233"/>
                  <a:pt x="5429245" y="6598914"/>
                  <a:pt x="5429245" y="6597638"/>
                </a:cubicBezTo>
                <a:cubicBezTo>
                  <a:pt x="5429245" y="6597638"/>
                  <a:pt x="5429245" y="6597638"/>
                  <a:pt x="5429245" y="6595405"/>
                </a:cubicBezTo>
                <a:cubicBezTo>
                  <a:pt x="5429245" y="6593810"/>
                  <a:pt x="5429245" y="6593491"/>
                  <a:pt x="5425169" y="6592534"/>
                </a:cubicBezTo>
                <a:cubicBezTo>
                  <a:pt x="5421407" y="6591258"/>
                  <a:pt x="5420779" y="6590301"/>
                  <a:pt x="5420466" y="6587430"/>
                </a:cubicBezTo>
                <a:cubicBezTo>
                  <a:pt x="5420466" y="6584877"/>
                  <a:pt x="5420151" y="6577221"/>
                  <a:pt x="5420151" y="6569245"/>
                </a:cubicBezTo>
                <a:cubicBezTo>
                  <a:pt x="5420151" y="6569245"/>
                  <a:pt x="5420151" y="6569245"/>
                  <a:pt x="5420151" y="6565098"/>
                </a:cubicBezTo>
                <a:cubicBezTo>
                  <a:pt x="5420151" y="6545638"/>
                  <a:pt x="5420151" y="6545638"/>
                  <a:pt x="5418897" y="6542448"/>
                </a:cubicBezTo>
                <a:cubicBezTo>
                  <a:pt x="5416390" y="6536067"/>
                  <a:pt x="5409804" y="6532558"/>
                  <a:pt x="5400397" y="6532558"/>
                </a:cubicBezTo>
                <a:cubicBezTo>
                  <a:pt x="5393184" y="6532558"/>
                  <a:pt x="5390049" y="6534153"/>
                  <a:pt x="5383777" y="6540853"/>
                </a:cubicBezTo>
                <a:cubicBezTo>
                  <a:pt x="5383777" y="6540853"/>
                  <a:pt x="5383777" y="6540853"/>
                  <a:pt x="5381268" y="6543405"/>
                </a:cubicBezTo>
                <a:cubicBezTo>
                  <a:pt x="5381268" y="6543405"/>
                  <a:pt x="5381268" y="6543405"/>
                  <a:pt x="5380014" y="6545000"/>
                </a:cubicBezTo>
                <a:cubicBezTo>
                  <a:pt x="5379701" y="6545638"/>
                  <a:pt x="5379073" y="6545957"/>
                  <a:pt x="5378760" y="6545957"/>
                </a:cubicBezTo>
                <a:cubicBezTo>
                  <a:pt x="5378132" y="6545957"/>
                  <a:pt x="5377506" y="6544681"/>
                  <a:pt x="5377506" y="6543086"/>
                </a:cubicBezTo>
                <a:cubicBezTo>
                  <a:pt x="5377506" y="6542448"/>
                  <a:pt x="5377192" y="6536067"/>
                  <a:pt x="5376878" y="6535110"/>
                </a:cubicBezTo>
                <a:cubicBezTo>
                  <a:pt x="5376878" y="6533515"/>
                  <a:pt x="5376251" y="6532558"/>
                  <a:pt x="5375310" y="6532558"/>
                </a:cubicBezTo>
                <a:close/>
                <a:moveTo>
                  <a:pt x="5981693" y="6519858"/>
                </a:moveTo>
                <a:lnTo>
                  <a:pt x="5980106" y="6526208"/>
                </a:lnTo>
                <a:lnTo>
                  <a:pt x="5981693" y="6527796"/>
                </a:lnTo>
                <a:lnTo>
                  <a:pt x="5983280" y="6526208"/>
                </a:lnTo>
                <a:lnTo>
                  <a:pt x="5995980" y="6530971"/>
                </a:lnTo>
                <a:lnTo>
                  <a:pt x="5975343" y="6540496"/>
                </a:lnTo>
                <a:lnTo>
                  <a:pt x="5973755" y="6543671"/>
                </a:lnTo>
                <a:lnTo>
                  <a:pt x="5995980" y="6548434"/>
                </a:lnTo>
                <a:lnTo>
                  <a:pt x="5997568" y="6550021"/>
                </a:lnTo>
                <a:lnTo>
                  <a:pt x="5999156" y="6550021"/>
                </a:lnTo>
                <a:lnTo>
                  <a:pt x="5999156" y="6545259"/>
                </a:lnTo>
                <a:lnTo>
                  <a:pt x="5999156" y="6543671"/>
                </a:lnTo>
                <a:lnTo>
                  <a:pt x="5997568" y="6545259"/>
                </a:lnTo>
                <a:lnTo>
                  <a:pt x="5983280" y="6542084"/>
                </a:lnTo>
                <a:lnTo>
                  <a:pt x="6003918" y="6534146"/>
                </a:lnTo>
                <a:lnTo>
                  <a:pt x="6005506" y="6529383"/>
                </a:lnTo>
                <a:lnTo>
                  <a:pt x="6003918" y="6529383"/>
                </a:lnTo>
                <a:lnTo>
                  <a:pt x="6002330" y="6529383"/>
                </a:lnTo>
                <a:lnTo>
                  <a:pt x="5983280" y="6521446"/>
                </a:lnTo>
                <a:lnTo>
                  <a:pt x="5983280" y="6519858"/>
                </a:lnTo>
                <a:close/>
                <a:moveTo>
                  <a:pt x="6113455" y="6516683"/>
                </a:moveTo>
                <a:lnTo>
                  <a:pt x="6121393" y="6527796"/>
                </a:lnTo>
                <a:lnTo>
                  <a:pt x="6113455" y="6527796"/>
                </a:lnTo>
                <a:close/>
                <a:moveTo>
                  <a:pt x="6103930" y="6516683"/>
                </a:moveTo>
                <a:lnTo>
                  <a:pt x="6103930" y="6527796"/>
                </a:lnTo>
                <a:lnTo>
                  <a:pt x="6095992" y="6527796"/>
                </a:lnTo>
                <a:close/>
                <a:moveTo>
                  <a:pt x="4716822" y="6515097"/>
                </a:moveTo>
                <a:cubicBezTo>
                  <a:pt x="4721967" y="6515097"/>
                  <a:pt x="4725503" y="6515412"/>
                  <a:pt x="4728076" y="6516040"/>
                </a:cubicBezTo>
                <a:cubicBezTo>
                  <a:pt x="4734507" y="6517612"/>
                  <a:pt x="4738685" y="6523271"/>
                  <a:pt x="4738685" y="6530501"/>
                </a:cubicBezTo>
                <a:cubicBezTo>
                  <a:pt x="4738685" y="6535530"/>
                  <a:pt x="4736437" y="6540560"/>
                  <a:pt x="4732898" y="6543389"/>
                </a:cubicBezTo>
                <a:cubicBezTo>
                  <a:pt x="4729683" y="6545904"/>
                  <a:pt x="4724858" y="6546847"/>
                  <a:pt x="4716180" y="6546847"/>
                </a:cubicBezTo>
                <a:cubicBezTo>
                  <a:pt x="4713927" y="6546847"/>
                  <a:pt x="4713285" y="6546533"/>
                  <a:pt x="4713607" y="6543704"/>
                </a:cubicBezTo>
                <a:cubicBezTo>
                  <a:pt x="4713607" y="6543704"/>
                  <a:pt x="4713607" y="6543704"/>
                  <a:pt x="4713285" y="6540246"/>
                </a:cubicBezTo>
                <a:cubicBezTo>
                  <a:pt x="4713285" y="6540246"/>
                  <a:pt x="4713285" y="6540246"/>
                  <a:pt x="4713285" y="6535530"/>
                </a:cubicBezTo>
                <a:cubicBezTo>
                  <a:pt x="4713285" y="6535530"/>
                  <a:pt x="4713285" y="6535530"/>
                  <a:pt x="4713607" y="6519813"/>
                </a:cubicBezTo>
                <a:lnTo>
                  <a:pt x="4713607" y="6517298"/>
                </a:lnTo>
                <a:cubicBezTo>
                  <a:pt x="4713607" y="6515412"/>
                  <a:pt x="4713927" y="6515097"/>
                  <a:pt x="4716822" y="6515097"/>
                </a:cubicBezTo>
                <a:close/>
                <a:moveTo>
                  <a:pt x="6214308" y="6515096"/>
                </a:moveTo>
                <a:cubicBezTo>
                  <a:pt x="6220129" y="6513508"/>
                  <a:pt x="6223895" y="6518906"/>
                  <a:pt x="6224580" y="6523033"/>
                </a:cubicBezTo>
                <a:lnTo>
                  <a:pt x="6211226" y="6529383"/>
                </a:lnTo>
                <a:cubicBezTo>
                  <a:pt x="6208829" y="6524303"/>
                  <a:pt x="6207117" y="6516683"/>
                  <a:pt x="6214308" y="6515096"/>
                </a:cubicBezTo>
                <a:close/>
                <a:moveTo>
                  <a:pt x="6121392" y="6513508"/>
                </a:moveTo>
                <a:lnTo>
                  <a:pt x="6153142" y="6527796"/>
                </a:lnTo>
                <a:lnTo>
                  <a:pt x="6132505" y="6527796"/>
                </a:lnTo>
                <a:close/>
                <a:moveTo>
                  <a:pt x="6094405" y="6513508"/>
                </a:moveTo>
                <a:lnTo>
                  <a:pt x="6084881" y="6527796"/>
                </a:lnTo>
                <a:lnTo>
                  <a:pt x="6062656" y="6527796"/>
                </a:lnTo>
                <a:close/>
                <a:moveTo>
                  <a:pt x="5802498" y="6508746"/>
                </a:moveTo>
                <a:cubicBezTo>
                  <a:pt x="5802174" y="6508746"/>
                  <a:pt x="5802174" y="6508746"/>
                  <a:pt x="5799587" y="6509699"/>
                </a:cubicBezTo>
                <a:cubicBezTo>
                  <a:pt x="5799587" y="6509699"/>
                  <a:pt x="5799587" y="6509699"/>
                  <a:pt x="5791174" y="6512874"/>
                </a:cubicBezTo>
                <a:cubicBezTo>
                  <a:pt x="5788262" y="6513826"/>
                  <a:pt x="5787614" y="6514779"/>
                  <a:pt x="5787614" y="6517636"/>
                </a:cubicBezTo>
                <a:cubicBezTo>
                  <a:pt x="5787614" y="6519224"/>
                  <a:pt x="5787614" y="6521129"/>
                  <a:pt x="5787614" y="6523351"/>
                </a:cubicBezTo>
                <a:cubicBezTo>
                  <a:pt x="5787938" y="6527161"/>
                  <a:pt x="5788262" y="6531289"/>
                  <a:pt x="5788262" y="6531924"/>
                </a:cubicBezTo>
                <a:cubicBezTo>
                  <a:pt x="5788262" y="6533829"/>
                  <a:pt x="5787290" y="6534781"/>
                  <a:pt x="5784703" y="6534781"/>
                </a:cubicBezTo>
                <a:cubicBezTo>
                  <a:pt x="5784379" y="6534781"/>
                  <a:pt x="5783731" y="6534781"/>
                  <a:pt x="5783085" y="6534464"/>
                </a:cubicBezTo>
                <a:cubicBezTo>
                  <a:pt x="5781790" y="6534464"/>
                  <a:pt x="5780495" y="6534464"/>
                  <a:pt x="5780172" y="6534464"/>
                </a:cubicBezTo>
                <a:cubicBezTo>
                  <a:pt x="5778877" y="6534464"/>
                  <a:pt x="5778554" y="6534464"/>
                  <a:pt x="5777584" y="6537639"/>
                </a:cubicBezTo>
                <a:cubicBezTo>
                  <a:pt x="5777584" y="6537639"/>
                  <a:pt x="5777584" y="6537639"/>
                  <a:pt x="5775966" y="6541766"/>
                </a:cubicBezTo>
                <a:cubicBezTo>
                  <a:pt x="5775318" y="6542719"/>
                  <a:pt x="5775318" y="6543354"/>
                  <a:pt x="5775318" y="6543671"/>
                </a:cubicBezTo>
                <a:cubicBezTo>
                  <a:pt x="5775318" y="6543989"/>
                  <a:pt x="5775966" y="6544306"/>
                  <a:pt x="5776613" y="6544306"/>
                </a:cubicBezTo>
                <a:cubicBezTo>
                  <a:pt x="5776936" y="6544306"/>
                  <a:pt x="5777584" y="6544306"/>
                  <a:pt x="5778554" y="6544306"/>
                </a:cubicBezTo>
                <a:cubicBezTo>
                  <a:pt x="5778554" y="6544306"/>
                  <a:pt x="5778554" y="6544306"/>
                  <a:pt x="5782113" y="6544306"/>
                </a:cubicBezTo>
                <a:cubicBezTo>
                  <a:pt x="5784055" y="6543989"/>
                  <a:pt x="5784055" y="6543989"/>
                  <a:pt x="5784379" y="6543989"/>
                </a:cubicBezTo>
                <a:cubicBezTo>
                  <a:pt x="5787614" y="6543989"/>
                  <a:pt x="5787614" y="6544306"/>
                  <a:pt x="5787614" y="6551926"/>
                </a:cubicBezTo>
                <a:lnTo>
                  <a:pt x="5787614" y="6569706"/>
                </a:lnTo>
                <a:cubicBezTo>
                  <a:pt x="5787614" y="6571611"/>
                  <a:pt x="5787614" y="6574151"/>
                  <a:pt x="5787614" y="6577326"/>
                </a:cubicBezTo>
                <a:cubicBezTo>
                  <a:pt x="5787614" y="6577326"/>
                  <a:pt x="5787614" y="6577326"/>
                  <a:pt x="5787290" y="6584946"/>
                </a:cubicBezTo>
                <a:cubicBezTo>
                  <a:pt x="5787290" y="6596376"/>
                  <a:pt x="5793116" y="6600821"/>
                  <a:pt x="5808000" y="6600821"/>
                </a:cubicBezTo>
                <a:cubicBezTo>
                  <a:pt x="5814146" y="6600821"/>
                  <a:pt x="5823208" y="6599234"/>
                  <a:pt x="5824500" y="6597646"/>
                </a:cubicBezTo>
                <a:cubicBezTo>
                  <a:pt x="5824825" y="6597329"/>
                  <a:pt x="5825795" y="6590979"/>
                  <a:pt x="5825795" y="6589074"/>
                </a:cubicBezTo>
                <a:cubicBezTo>
                  <a:pt x="5825795" y="6588439"/>
                  <a:pt x="5825795" y="6588121"/>
                  <a:pt x="5825148" y="6588121"/>
                </a:cubicBezTo>
                <a:cubicBezTo>
                  <a:pt x="5824825" y="6588121"/>
                  <a:pt x="5824177" y="6588121"/>
                  <a:pt x="5823208" y="6588439"/>
                </a:cubicBezTo>
                <a:cubicBezTo>
                  <a:pt x="5818354" y="6589709"/>
                  <a:pt x="5815117" y="6590026"/>
                  <a:pt x="5812205" y="6590026"/>
                </a:cubicBezTo>
                <a:cubicBezTo>
                  <a:pt x="5808324" y="6590026"/>
                  <a:pt x="5805734" y="6588756"/>
                  <a:pt x="5804439" y="6586216"/>
                </a:cubicBezTo>
                <a:cubicBezTo>
                  <a:pt x="5803147" y="6583676"/>
                  <a:pt x="5802821" y="6580501"/>
                  <a:pt x="5802821" y="6569706"/>
                </a:cubicBezTo>
                <a:cubicBezTo>
                  <a:pt x="5802821" y="6569706"/>
                  <a:pt x="5802821" y="6569706"/>
                  <a:pt x="5802821" y="6549386"/>
                </a:cubicBezTo>
                <a:cubicBezTo>
                  <a:pt x="5802821" y="6543671"/>
                  <a:pt x="5802821" y="6543671"/>
                  <a:pt x="5807028" y="6543671"/>
                </a:cubicBezTo>
                <a:cubicBezTo>
                  <a:pt x="5808324" y="6543671"/>
                  <a:pt x="5809293" y="6543671"/>
                  <a:pt x="5812205" y="6543989"/>
                </a:cubicBezTo>
                <a:cubicBezTo>
                  <a:pt x="5814470" y="6543989"/>
                  <a:pt x="5816088" y="6543989"/>
                  <a:pt x="5817058" y="6543989"/>
                </a:cubicBezTo>
                <a:cubicBezTo>
                  <a:pt x="5820618" y="6544306"/>
                  <a:pt x="5820618" y="6544306"/>
                  <a:pt x="5820941" y="6544306"/>
                </a:cubicBezTo>
                <a:cubicBezTo>
                  <a:pt x="5823208" y="6544306"/>
                  <a:pt x="5823853" y="6543989"/>
                  <a:pt x="5824500" y="6541131"/>
                </a:cubicBezTo>
                <a:cubicBezTo>
                  <a:pt x="5825795" y="6537004"/>
                  <a:pt x="5826118" y="6535734"/>
                  <a:pt x="5826118" y="6535099"/>
                </a:cubicBezTo>
                <a:cubicBezTo>
                  <a:pt x="5826118" y="6534464"/>
                  <a:pt x="5825795" y="6533829"/>
                  <a:pt x="5825148" y="6533829"/>
                </a:cubicBezTo>
                <a:cubicBezTo>
                  <a:pt x="5825148" y="6533829"/>
                  <a:pt x="5825148" y="6533829"/>
                  <a:pt x="5824500" y="6533829"/>
                </a:cubicBezTo>
                <a:cubicBezTo>
                  <a:pt x="5822235" y="6534146"/>
                  <a:pt x="5820618" y="6534464"/>
                  <a:pt x="5817382" y="6534464"/>
                </a:cubicBezTo>
                <a:cubicBezTo>
                  <a:pt x="5817382" y="6534464"/>
                  <a:pt x="5817382" y="6534464"/>
                  <a:pt x="5806706" y="6534464"/>
                </a:cubicBezTo>
                <a:cubicBezTo>
                  <a:pt x="5802821" y="6534464"/>
                  <a:pt x="5802174" y="6533829"/>
                  <a:pt x="5802174" y="6531606"/>
                </a:cubicBezTo>
                <a:cubicBezTo>
                  <a:pt x="5802174" y="6529066"/>
                  <a:pt x="5803147" y="6517954"/>
                  <a:pt x="5803469" y="6514779"/>
                </a:cubicBezTo>
                <a:cubicBezTo>
                  <a:pt x="5803792" y="6513191"/>
                  <a:pt x="5803792" y="6511604"/>
                  <a:pt x="5803792" y="6510969"/>
                </a:cubicBezTo>
                <a:cubicBezTo>
                  <a:pt x="5803792" y="6509699"/>
                  <a:pt x="5803469" y="6508746"/>
                  <a:pt x="5802498" y="6508746"/>
                </a:cubicBezTo>
                <a:close/>
                <a:moveTo>
                  <a:pt x="5988043" y="6507158"/>
                </a:moveTo>
                <a:lnTo>
                  <a:pt x="5983280" y="6516683"/>
                </a:lnTo>
                <a:lnTo>
                  <a:pt x="5984868" y="6516683"/>
                </a:lnTo>
                <a:lnTo>
                  <a:pt x="5986456" y="6515096"/>
                </a:lnTo>
                <a:lnTo>
                  <a:pt x="6005506" y="6524621"/>
                </a:lnTo>
                <a:lnTo>
                  <a:pt x="6005506" y="6526209"/>
                </a:lnTo>
                <a:lnTo>
                  <a:pt x="6007094" y="6527796"/>
                </a:lnTo>
                <a:lnTo>
                  <a:pt x="6010268" y="6519859"/>
                </a:lnTo>
                <a:lnTo>
                  <a:pt x="6008681" y="6518271"/>
                </a:lnTo>
                <a:lnTo>
                  <a:pt x="6007094" y="6519859"/>
                </a:lnTo>
                <a:lnTo>
                  <a:pt x="5989630" y="6510333"/>
                </a:lnTo>
                <a:lnTo>
                  <a:pt x="5989630" y="6508746"/>
                </a:lnTo>
                <a:close/>
                <a:moveTo>
                  <a:pt x="4689454" y="6505572"/>
                </a:moveTo>
                <a:cubicBezTo>
                  <a:pt x="4688199" y="6505572"/>
                  <a:pt x="4687884" y="6506209"/>
                  <a:pt x="4687884" y="6507802"/>
                </a:cubicBezTo>
                <a:cubicBezTo>
                  <a:pt x="4687884" y="6507802"/>
                  <a:pt x="4687884" y="6507802"/>
                  <a:pt x="4687884" y="6510351"/>
                </a:cubicBezTo>
                <a:cubicBezTo>
                  <a:pt x="4687884" y="6512262"/>
                  <a:pt x="4688513" y="6512581"/>
                  <a:pt x="4691335" y="6513218"/>
                </a:cubicBezTo>
                <a:cubicBezTo>
                  <a:pt x="4695415" y="6514493"/>
                  <a:pt x="4696355" y="6515448"/>
                  <a:pt x="4696669" y="6518634"/>
                </a:cubicBezTo>
                <a:cubicBezTo>
                  <a:pt x="4696669" y="6524050"/>
                  <a:pt x="4696984" y="6533607"/>
                  <a:pt x="4696984" y="6541572"/>
                </a:cubicBezTo>
                <a:cubicBezTo>
                  <a:pt x="4696984" y="6541572"/>
                  <a:pt x="4696984" y="6541572"/>
                  <a:pt x="4696984" y="6563236"/>
                </a:cubicBezTo>
                <a:cubicBezTo>
                  <a:pt x="4696984" y="6571519"/>
                  <a:pt x="4696669" y="6581076"/>
                  <a:pt x="4696669" y="6586173"/>
                </a:cubicBezTo>
                <a:cubicBezTo>
                  <a:pt x="4696355" y="6589359"/>
                  <a:pt x="4695415" y="6590634"/>
                  <a:pt x="4691335" y="6591589"/>
                </a:cubicBezTo>
                <a:cubicBezTo>
                  <a:pt x="4688513" y="6592226"/>
                  <a:pt x="4687884" y="6592545"/>
                  <a:pt x="4687884" y="6594775"/>
                </a:cubicBezTo>
                <a:cubicBezTo>
                  <a:pt x="4687884" y="6594775"/>
                  <a:pt x="4687884" y="6594775"/>
                  <a:pt x="4687884" y="6597324"/>
                </a:cubicBezTo>
                <a:cubicBezTo>
                  <a:pt x="4687884" y="6598917"/>
                  <a:pt x="4688199" y="6599235"/>
                  <a:pt x="4689768" y="6599235"/>
                </a:cubicBezTo>
                <a:cubicBezTo>
                  <a:pt x="4690395" y="6599235"/>
                  <a:pt x="4692590" y="6599235"/>
                  <a:pt x="4694788" y="6599235"/>
                </a:cubicBezTo>
                <a:cubicBezTo>
                  <a:pt x="4697295" y="6598917"/>
                  <a:pt x="4700433" y="6598917"/>
                  <a:pt x="4705139" y="6598917"/>
                </a:cubicBezTo>
                <a:cubicBezTo>
                  <a:pt x="4709218" y="6598917"/>
                  <a:pt x="4712670" y="6598917"/>
                  <a:pt x="4715179" y="6599235"/>
                </a:cubicBezTo>
                <a:cubicBezTo>
                  <a:pt x="4717374" y="6599235"/>
                  <a:pt x="4719572" y="6599235"/>
                  <a:pt x="4720199" y="6599235"/>
                </a:cubicBezTo>
                <a:cubicBezTo>
                  <a:pt x="4721455" y="6599235"/>
                  <a:pt x="4722082" y="6598917"/>
                  <a:pt x="4722082" y="6597324"/>
                </a:cubicBezTo>
                <a:cubicBezTo>
                  <a:pt x="4722082" y="6597324"/>
                  <a:pt x="4722082" y="6597324"/>
                  <a:pt x="4722082" y="6594775"/>
                </a:cubicBezTo>
                <a:cubicBezTo>
                  <a:pt x="4722082" y="6592545"/>
                  <a:pt x="4721455" y="6592226"/>
                  <a:pt x="4718630" y="6591589"/>
                </a:cubicBezTo>
                <a:cubicBezTo>
                  <a:pt x="4714552" y="6590634"/>
                  <a:pt x="4713299" y="6589359"/>
                  <a:pt x="4713299" y="6586173"/>
                </a:cubicBezTo>
                <a:cubicBezTo>
                  <a:pt x="4713299" y="6582032"/>
                  <a:pt x="4712983" y="6570244"/>
                  <a:pt x="4712983" y="6563236"/>
                </a:cubicBezTo>
                <a:lnTo>
                  <a:pt x="4712983" y="6556864"/>
                </a:lnTo>
                <a:cubicBezTo>
                  <a:pt x="4712983" y="6555271"/>
                  <a:pt x="4713612" y="6554315"/>
                  <a:pt x="4714552" y="6554315"/>
                </a:cubicBezTo>
                <a:cubicBezTo>
                  <a:pt x="4714552" y="6554315"/>
                  <a:pt x="4714552" y="6554315"/>
                  <a:pt x="4716434" y="6554634"/>
                </a:cubicBezTo>
                <a:cubicBezTo>
                  <a:pt x="4716434" y="6554634"/>
                  <a:pt x="4716750" y="6554634"/>
                  <a:pt x="4717374" y="6554315"/>
                </a:cubicBezTo>
                <a:cubicBezTo>
                  <a:pt x="4717374" y="6554315"/>
                  <a:pt x="4717374" y="6554315"/>
                  <a:pt x="4718317" y="6554315"/>
                </a:cubicBezTo>
                <a:cubicBezTo>
                  <a:pt x="4721455" y="6554315"/>
                  <a:pt x="4721770" y="6554952"/>
                  <a:pt x="4723964" y="6559731"/>
                </a:cubicBezTo>
                <a:cubicBezTo>
                  <a:pt x="4728671" y="6569289"/>
                  <a:pt x="4737456" y="6588403"/>
                  <a:pt x="4738398" y="6591271"/>
                </a:cubicBezTo>
                <a:cubicBezTo>
                  <a:pt x="4741536" y="6599235"/>
                  <a:pt x="4741536" y="6599235"/>
                  <a:pt x="4744045" y="6599235"/>
                </a:cubicBezTo>
                <a:cubicBezTo>
                  <a:pt x="4744045" y="6599235"/>
                  <a:pt x="4744045" y="6599235"/>
                  <a:pt x="4746241" y="6599235"/>
                </a:cubicBezTo>
                <a:cubicBezTo>
                  <a:pt x="4749062" y="6599235"/>
                  <a:pt x="4751886" y="6599235"/>
                  <a:pt x="4753771" y="6599235"/>
                </a:cubicBezTo>
                <a:cubicBezTo>
                  <a:pt x="4756906" y="6599235"/>
                  <a:pt x="4761299" y="6599235"/>
                  <a:pt x="4764125" y="6599235"/>
                </a:cubicBezTo>
                <a:cubicBezTo>
                  <a:pt x="4764125" y="6599235"/>
                  <a:pt x="4764125" y="6599235"/>
                  <a:pt x="4765065" y="6599235"/>
                </a:cubicBezTo>
                <a:cubicBezTo>
                  <a:pt x="4766633" y="6599235"/>
                  <a:pt x="4767260" y="6598598"/>
                  <a:pt x="4767260" y="6597642"/>
                </a:cubicBezTo>
                <a:cubicBezTo>
                  <a:pt x="4767260" y="6597642"/>
                  <a:pt x="4767260" y="6597642"/>
                  <a:pt x="4767260" y="6595094"/>
                </a:cubicBezTo>
                <a:cubicBezTo>
                  <a:pt x="4767260" y="6593182"/>
                  <a:pt x="4767260" y="6592864"/>
                  <a:pt x="4764748" y="6592226"/>
                </a:cubicBezTo>
                <a:cubicBezTo>
                  <a:pt x="4760986" y="6591271"/>
                  <a:pt x="4759101" y="6589996"/>
                  <a:pt x="4755652" y="6584899"/>
                </a:cubicBezTo>
                <a:cubicBezTo>
                  <a:pt x="4751259" y="6578527"/>
                  <a:pt x="4742476" y="6562917"/>
                  <a:pt x="4739653" y="6556864"/>
                </a:cubicBezTo>
                <a:cubicBezTo>
                  <a:pt x="4739338" y="6555590"/>
                  <a:pt x="4738711" y="6554315"/>
                  <a:pt x="4737769" y="6552722"/>
                </a:cubicBezTo>
                <a:cubicBezTo>
                  <a:pt x="4737456" y="6552404"/>
                  <a:pt x="4737144" y="6552085"/>
                  <a:pt x="4737144" y="6551767"/>
                </a:cubicBezTo>
                <a:cubicBezTo>
                  <a:pt x="4737144" y="6551129"/>
                  <a:pt x="4737456" y="6551129"/>
                  <a:pt x="4740280" y="6550174"/>
                </a:cubicBezTo>
                <a:cubicBezTo>
                  <a:pt x="4748749" y="6547944"/>
                  <a:pt x="4755026" y="6538386"/>
                  <a:pt x="4755026" y="6528510"/>
                </a:cubicBezTo>
                <a:cubicBezTo>
                  <a:pt x="4755026" y="6522457"/>
                  <a:pt x="4752514" y="6516404"/>
                  <a:pt x="4748749" y="6512262"/>
                </a:cubicBezTo>
                <a:cubicBezTo>
                  <a:pt x="4744357" y="6507484"/>
                  <a:pt x="4738398" y="6505572"/>
                  <a:pt x="4729300" y="6505572"/>
                </a:cubicBezTo>
                <a:cubicBezTo>
                  <a:pt x="4727102" y="6505572"/>
                  <a:pt x="4724908" y="6505572"/>
                  <a:pt x="4722397" y="6505572"/>
                </a:cubicBezTo>
                <a:cubicBezTo>
                  <a:pt x="4710472" y="6506209"/>
                  <a:pt x="4710472" y="6506209"/>
                  <a:pt x="4704198" y="6506209"/>
                </a:cubicBezTo>
                <a:cubicBezTo>
                  <a:pt x="4700122" y="6506209"/>
                  <a:pt x="4696984" y="6505891"/>
                  <a:pt x="4694788" y="6505891"/>
                </a:cubicBezTo>
                <a:cubicBezTo>
                  <a:pt x="4692590" y="6505572"/>
                  <a:pt x="4690708" y="6505572"/>
                  <a:pt x="4689454" y="6505572"/>
                </a:cubicBezTo>
                <a:close/>
                <a:moveTo>
                  <a:pt x="6126155" y="6505571"/>
                </a:moveTo>
                <a:cubicBezTo>
                  <a:pt x="6143721" y="6508311"/>
                  <a:pt x="6169591" y="6512269"/>
                  <a:pt x="6180130" y="6513791"/>
                </a:cubicBezTo>
                <a:cubicBezTo>
                  <a:pt x="6179172" y="6518358"/>
                  <a:pt x="6177895" y="6522925"/>
                  <a:pt x="6176617" y="6527796"/>
                </a:cubicBezTo>
                <a:cubicBezTo>
                  <a:pt x="6126155" y="6505571"/>
                  <a:pt x="6126155" y="6505571"/>
                  <a:pt x="6126155" y="6505571"/>
                </a:cubicBezTo>
                <a:close/>
                <a:moveTo>
                  <a:pt x="6089642" y="6505571"/>
                </a:moveTo>
                <a:cubicBezTo>
                  <a:pt x="6039201" y="6527796"/>
                  <a:pt x="6039201" y="6527796"/>
                  <a:pt x="6039201" y="6527796"/>
                </a:cubicBezTo>
                <a:cubicBezTo>
                  <a:pt x="6037916" y="6522925"/>
                  <a:pt x="6036631" y="6518358"/>
                  <a:pt x="6035667" y="6513791"/>
                </a:cubicBezTo>
                <a:cubicBezTo>
                  <a:pt x="6046269" y="6512269"/>
                  <a:pt x="6071973" y="6508311"/>
                  <a:pt x="6089642" y="6505571"/>
                </a:cubicBezTo>
                <a:close/>
                <a:moveTo>
                  <a:pt x="5258126" y="6505571"/>
                </a:moveTo>
                <a:cubicBezTo>
                  <a:pt x="5256850" y="6505571"/>
                  <a:pt x="5256209" y="6506208"/>
                  <a:pt x="5256209" y="6507801"/>
                </a:cubicBezTo>
                <a:cubicBezTo>
                  <a:pt x="5256209" y="6507801"/>
                  <a:pt x="5256209" y="6507801"/>
                  <a:pt x="5256209" y="6510350"/>
                </a:cubicBezTo>
                <a:cubicBezTo>
                  <a:pt x="5256209" y="6512261"/>
                  <a:pt x="5256850" y="6512580"/>
                  <a:pt x="5259726" y="6513217"/>
                </a:cubicBezTo>
                <a:cubicBezTo>
                  <a:pt x="5264202" y="6514491"/>
                  <a:pt x="5265161" y="6515447"/>
                  <a:pt x="5265481" y="6518632"/>
                </a:cubicBezTo>
                <a:cubicBezTo>
                  <a:pt x="5265481" y="6524048"/>
                  <a:pt x="5265481" y="6533605"/>
                  <a:pt x="5265481" y="6541569"/>
                </a:cubicBezTo>
                <a:lnTo>
                  <a:pt x="5265481" y="6554948"/>
                </a:lnTo>
                <a:cubicBezTo>
                  <a:pt x="5265481" y="6574381"/>
                  <a:pt x="5266439" y="6580433"/>
                  <a:pt x="5268996" y="6586167"/>
                </a:cubicBezTo>
                <a:cubicBezTo>
                  <a:pt x="5273792" y="6595724"/>
                  <a:pt x="5285301" y="6600821"/>
                  <a:pt x="5301288" y="6600821"/>
                </a:cubicBezTo>
                <a:cubicBezTo>
                  <a:pt x="5322069" y="6600821"/>
                  <a:pt x="5334538" y="6593176"/>
                  <a:pt x="5337734" y="6578840"/>
                </a:cubicBezTo>
                <a:cubicBezTo>
                  <a:pt x="5339012" y="6574062"/>
                  <a:pt x="5339012" y="6570239"/>
                  <a:pt x="5339012" y="6554630"/>
                </a:cubicBezTo>
                <a:cubicBezTo>
                  <a:pt x="5339012" y="6554630"/>
                  <a:pt x="5339012" y="6554630"/>
                  <a:pt x="5339012" y="6541569"/>
                </a:cubicBezTo>
                <a:cubicBezTo>
                  <a:pt x="5339012" y="6534242"/>
                  <a:pt x="5339333" y="6523092"/>
                  <a:pt x="5339333" y="6518632"/>
                </a:cubicBezTo>
                <a:cubicBezTo>
                  <a:pt x="5339652" y="6515447"/>
                  <a:pt x="5340291" y="6514491"/>
                  <a:pt x="5344768" y="6513217"/>
                </a:cubicBezTo>
                <a:cubicBezTo>
                  <a:pt x="5347645" y="6512580"/>
                  <a:pt x="5348284" y="6512261"/>
                  <a:pt x="5348284" y="6510350"/>
                </a:cubicBezTo>
                <a:cubicBezTo>
                  <a:pt x="5348284" y="6510350"/>
                  <a:pt x="5348284" y="6510350"/>
                  <a:pt x="5348284" y="6507801"/>
                </a:cubicBezTo>
                <a:cubicBezTo>
                  <a:pt x="5348284" y="6506208"/>
                  <a:pt x="5347965" y="6505571"/>
                  <a:pt x="5346686" y="6505571"/>
                </a:cubicBezTo>
                <a:cubicBezTo>
                  <a:pt x="5345727" y="6505571"/>
                  <a:pt x="5343489" y="6505571"/>
                  <a:pt x="5341251" y="6505890"/>
                </a:cubicBezTo>
                <a:cubicBezTo>
                  <a:pt x="5338694" y="6505890"/>
                  <a:pt x="5336456" y="6506208"/>
                  <a:pt x="5333578" y="6506208"/>
                </a:cubicBezTo>
                <a:cubicBezTo>
                  <a:pt x="5331021" y="6506208"/>
                  <a:pt x="5328463" y="6505890"/>
                  <a:pt x="5326225" y="6505890"/>
                </a:cubicBezTo>
                <a:cubicBezTo>
                  <a:pt x="5323987" y="6505571"/>
                  <a:pt x="5321749" y="6505571"/>
                  <a:pt x="5320789" y="6505571"/>
                </a:cubicBezTo>
                <a:cubicBezTo>
                  <a:pt x="5319511" y="6505571"/>
                  <a:pt x="5319193" y="6506208"/>
                  <a:pt x="5319193" y="6507801"/>
                </a:cubicBezTo>
                <a:cubicBezTo>
                  <a:pt x="5319193" y="6507801"/>
                  <a:pt x="5319193" y="6507801"/>
                  <a:pt x="5319193" y="6510350"/>
                </a:cubicBezTo>
                <a:cubicBezTo>
                  <a:pt x="5319193" y="6512261"/>
                  <a:pt x="5319511" y="6512580"/>
                  <a:pt x="5322708" y="6513217"/>
                </a:cubicBezTo>
                <a:cubicBezTo>
                  <a:pt x="5326864" y="6514491"/>
                  <a:pt x="5327824" y="6515447"/>
                  <a:pt x="5328143" y="6518632"/>
                </a:cubicBezTo>
                <a:cubicBezTo>
                  <a:pt x="5328143" y="6523729"/>
                  <a:pt x="5328143" y="6533923"/>
                  <a:pt x="5328143" y="6541569"/>
                </a:cubicBezTo>
                <a:cubicBezTo>
                  <a:pt x="5328143" y="6541569"/>
                  <a:pt x="5328143" y="6541569"/>
                  <a:pt x="5328143" y="6554948"/>
                </a:cubicBezTo>
                <a:cubicBezTo>
                  <a:pt x="5328143" y="6571832"/>
                  <a:pt x="5328143" y="6573743"/>
                  <a:pt x="5326545" y="6578840"/>
                </a:cubicBezTo>
                <a:cubicBezTo>
                  <a:pt x="5323667" y="6586805"/>
                  <a:pt x="5315993" y="6591264"/>
                  <a:pt x="5304804" y="6591264"/>
                </a:cubicBezTo>
                <a:cubicBezTo>
                  <a:pt x="5295852" y="6591264"/>
                  <a:pt x="5288500" y="6587442"/>
                  <a:pt x="5284983" y="6581070"/>
                </a:cubicBezTo>
                <a:cubicBezTo>
                  <a:pt x="5282745" y="6576929"/>
                  <a:pt x="5282105" y="6570876"/>
                  <a:pt x="5282105" y="6555585"/>
                </a:cubicBezTo>
                <a:cubicBezTo>
                  <a:pt x="5282105" y="6555585"/>
                  <a:pt x="5282105" y="6555585"/>
                  <a:pt x="5282105" y="6541569"/>
                </a:cubicBezTo>
                <a:cubicBezTo>
                  <a:pt x="5282105" y="6534879"/>
                  <a:pt x="5282105" y="6523092"/>
                  <a:pt x="5282105" y="6518632"/>
                </a:cubicBezTo>
                <a:cubicBezTo>
                  <a:pt x="5282426" y="6515447"/>
                  <a:pt x="5283384" y="6514491"/>
                  <a:pt x="5287862" y="6513217"/>
                </a:cubicBezTo>
                <a:cubicBezTo>
                  <a:pt x="5290417" y="6512580"/>
                  <a:pt x="5291057" y="6512261"/>
                  <a:pt x="5291057" y="6510350"/>
                </a:cubicBezTo>
                <a:cubicBezTo>
                  <a:pt x="5291057" y="6510350"/>
                  <a:pt x="5291057" y="6510350"/>
                  <a:pt x="5291057" y="6507801"/>
                </a:cubicBezTo>
                <a:cubicBezTo>
                  <a:pt x="5291057" y="6506208"/>
                  <a:pt x="5290739" y="6505571"/>
                  <a:pt x="5289458" y="6505571"/>
                </a:cubicBezTo>
                <a:cubicBezTo>
                  <a:pt x="5288500" y="6505571"/>
                  <a:pt x="5286261" y="6505571"/>
                  <a:pt x="5284344" y="6505890"/>
                </a:cubicBezTo>
                <a:cubicBezTo>
                  <a:pt x="5281466" y="6505890"/>
                  <a:pt x="5278270" y="6506208"/>
                  <a:pt x="5273472" y="6506208"/>
                </a:cubicBezTo>
                <a:cubicBezTo>
                  <a:pt x="5269638" y="6506208"/>
                  <a:pt x="5265801" y="6505890"/>
                  <a:pt x="5263242" y="6505890"/>
                </a:cubicBezTo>
                <a:cubicBezTo>
                  <a:pt x="5261005" y="6505571"/>
                  <a:pt x="5258767" y="6505571"/>
                  <a:pt x="5258126" y="6505571"/>
                </a:cubicBezTo>
                <a:close/>
                <a:moveTo>
                  <a:pt x="5751804" y="6503983"/>
                </a:moveTo>
                <a:cubicBezTo>
                  <a:pt x="5745852" y="6503983"/>
                  <a:pt x="5741981" y="6507793"/>
                  <a:pt x="5741981" y="6513508"/>
                </a:cubicBezTo>
                <a:cubicBezTo>
                  <a:pt x="5741981" y="6518906"/>
                  <a:pt x="5746148" y="6523033"/>
                  <a:pt x="5751209" y="6523033"/>
                </a:cubicBezTo>
                <a:cubicBezTo>
                  <a:pt x="5756568" y="6523033"/>
                  <a:pt x="5761031" y="6518906"/>
                  <a:pt x="5761031" y="6513191"/>
                </a:cubicBezTo>
                <a:cubicBezTo>
                  <a:pt x="5761031" y="6507793"/>
                  <a:pt x="5757163" y="6503983"/>
                  <a:pt x="5751804" y="6503983"/>
                </a:cubicBezTo>
                <a:close/>
                <a:moveTo>
                  <a:pt x="5456085" y="6503983"/>
                </a:moveTo>
                <a:cubicBezTo>
                  <a:pt x="5449634" y="6503983"/>
                  <a:pt x="5445121" y="6507793"/>
                  <a:pt x="5445121" y="6513508"/>
                </a:cubicBezTo>
                <a:cubicBezTo>
                  <a:pt x="5445121" y="6518906"/>
                  <a:pt x="5449634" y="6523033"/>
                  <a:pt x="5455439" y="6523033"/>
                </a:cubicBezTo>
                <a:cubicBezTo>
                  <a:pt x="5461244" y="6523033"/>
                  <a:pt x="5465759" y="6518906"/>
                  <a:pt x="5465759" y="6513191"/>
                </a:cubicBezTo>
                <a:cubicBezTo>
                  <a:pt x="5465759" y="6507793"/>
                  <a:pt x="5461889" y="6503983"/>
                  <a:pt x="5456085" y="6503983"/>
                </a:cubicBezTo>
                <a:close/>
                <a:moveTo>
                  <a:pt x="6221722" y="6500808"/>
                </a:moveTo>
                <a:cubicBezTo>
                  <a:pt x="6221087" y="6501761"/>
                  <a:pt x="6221087" y="6501761"/>
                  <a:pt x="6221087" y="6501761"/>
                </a:cubicBezTo>
                <a:cubicBezTo>
                  <a:pt x="6221722" y="6503348"/>
                  <a:pt x="6222357" y="6503348"/>
                  <a:pt x="6222992" y="6505571"/>
                </a:cubicBezTo>
                <a:cubicBezTo>
                  <a:pt x="6223627" y="6509063"/>
                  <a:pt x="6223627" y="6511286"/>
                  <a:pt x="6222675" y="6514778"/>
                </a:cubicBezTo>
                <a:cubicBezTo>
                  <a:pt x="6221087" y="6511286"/>
                  <a:pt x="6216960" y="6509698"/>
                  <a:pt x="6212515" y="6510968"/>
                </a:cubicBezTo>
                <a:cubicBezTo>
                  <a:pt x="6207117" y="6512556"/>
                  <a:pt x="6203942" y="6518271"/>
                  <a:pt x="6206482" y="6523351"/>
                </a:cubicBezTo>
                <a:cubicBezTo>
                  <a:pt x="6211880" y="6535733"/>
                  <a:pt x="6211880" y="6535733"/>
                  <a:pt x="6211880" y="6535733"/>
                </a:cubicBezTo>
                <a:cubicBezTo>
                  <a:pt x="6213467" y="6534781"/>
                  <a:pt x="6213467" y="6534781"/>
                  <a:pt x="6213467" y="6534781"/>
                </a:cubicBezTo>
                <a:cubicBezTo>
                  <a:pt x="6214102" y="6533511"/>
                  <a:pt x="6214102" y="6533511"/>
                  <a:pt x="6214102" y="6533511"/>
                </a:cubicBezTo>
                <a:cubicBezTo>
                  <a:pt x="6233152" y="6523668"/>
                  <a:pt x="6233152" y="6523668"/>
                  <a:pt x="6233152" y="6523668"/>
                </a:cubicBezTo>
                <a:cubicBezTo>
                  <a:pt x="6234740" y="6524621"/>
                  <a:pt x="6234740" y="6524621"/>
                  <a:pt x="6234740" y="6524621"/>
                </a:cubicBezTo>
                <a:cubicBezTo>
                  <a:pt x="6235692" y="6524303"/>
                  <a:pt x="6235692" y="6524303"/>
                  <a:pt x="6235692" y="6524303"/>
                </a:cubicBezTo>
                <a:lnTo>
                  <a:pt x="6232835" y="6518588"/>
                </a:lnTo>
                <a:cubicBezTo>
                  <a:pt x="6226485" y="6521763"/>
                  <a:pt x="6226485" y="6521763"/>
                  <a:pt x="6226485" y="6521763"/>
                </a:cubicBezTo>
                <a:cubicBezTo>
                  <a:pt x="6226485" y="6517001"/>
                  <a:pt x="6227755" y="6511603"/>
                  <a:pt x="6227120" y="6508746"/>
                </a:cubicBezTo>
                <a:cubicBezTo>
                  <a:pt x="6226167" y="6504618"/>
                  <a:pt x="6225215" y="6503666"/>
                  <a:pt x="6221722" y="6500808"/>
                </a:cubicBezTo>
                <a:close/>
                <a:moveTo>
                  <a:pt x="5203940" y="6499222"/>
                </a:moveTo>
                <a:lnTo>
                  <a:pt x="5185064" y="6501778"/>
                </a:lnTo>
                <a:cubicBezTo>
                  <a:pt x="5183179" y="6502097"/>
                  <a:pt x="5182549" y="6502417"/>
                  <a:pt x="5182549" y="6503695"/>
                </a:cubicBezTo>
                <a:cubicBezTo>
                  <a:pt x="5182549" y="6503695"/>
                  <a:pt x="5182549" y="6503695"/>
                  <a:pt x="5182549" y="6506251"/>
                </a:cubicBezTo>
                <a:cubicBezTo>
                  <a:pt x="5182549" y="6508167"/>
                  <a:pt x="5183179" y="6508487"/>
                  <a:pt x="5185379" y="6508806"/>
                </a:cubicBezTo>
                <a:cubicBezTo>
                  <a:pt x="5191041" y="6509765"/>
                  <a:pt x="5191357" y="6510084"/>
                  <a:pt x="5191357" y="6517112"/>
                </a:cubicBezTo>
                <a:cubicBezTo>
                  <a:pt x="5191357" y="6517112"/>
                  <a:pt x="5191357" y="6517112"/>
                  <a:pt x="5191671" y="6531488"/>
                </a:cubicBezTo>
                <a:cubicBezTo>
                  <a:pt x="5191671" y="6533725"/>
                  <a:pt x="5191671" y="6533725"/>
                  <a:pt x="5191671" y="6533725"/>
                </a:cubicBezTo>
                <a:cubicBezTo>
                  <a:pt x="5191671" y="6534683"/>
                  <a:pt x="5191357" y="6535961"/>
                  <a:pt x="5190728" y="6535961"/>
                </a:cubicBezTo>
                <a:cubicBezTo>
                  <a:pt x="5190728" y="6535961"/>
                  <a:pt x="5190099" y="6535642"/>
                  <a:pt x="5189785" y="6535322"/>
                </a:cubicBezTo>
                <a:cubicBezTo>
                  <a:pt x="5188209" y="6534364"/>
                  <a:pt x="5181291" y="6532766"/>
                  <a:pt x="5177830" y="6532766"/>
                </a:cubicBezTo>
                <a:cubicBezTo>
                  <a:pt x="5160529" y="6532766"/>
                  <a:pt x="5148260" y="6547462"/>
                  <a:pt x="5148260" y="6569186"/>
                </a:cubicBezTo>
                <a:cubicBezTo>
                  <a:pt x="5148260" y="6587715"/>
                  <a:pt x="5158640" y="6601132"/>
                  <a:pt x="5172483" y="6601132"/>
                </a:cubicBezTo>
                <a:cubicBezTo>
                  <a:pt x="5176885" y="6601132"/>
                  <a:pt x="5180345" y="6600174"/>
                  <a:pt x="5184122" y="6597299"/>
                </a:cubicBezTo>
                <a:cubicBezTo>
                  <a:pt x="5186322" y="6595701"/>
                  <a:pt x="5189785" y="6592826"/>
                  <a:pt x="5190728" y="6591868"/>
                </a:cubicBezTo>
                <a:cubicBezTo>
                  <a:pt x="5191357" y="6591229"/>
                  <a:pt x="5191988" y="6591229"/>
                  <a:pt x="5191988" y="6591229"/>
                </a:cubicBezTo>
                <a:cubicBezTo>
                  <a:pt x="5192930" y="6591229"/>
                  <a:pt x="5192930" y="6591229"/>
                  <a:pt x="5193245" y="6594424"/>
                </a:cubicBezTo>
                <a:cubicBezTo>
                  <a:pt x="5193245" y="6594424"/>
                  <a:pt x="5193245" y="6594424"/>
                  <a:pt x="5193560" y="6600174"/>
                </a:cubicBezTo>
                <a:cubicBezTo>
                  <a:pt x="5193560" y="6601771"/>
                  <a:pt x="5194187" y="6602410"/>
                  <a:pt x="5195133" y="6602410"/>
                </a:cubicBezTo>
                <a:cubicBezTo>
                  <a:pt x="5195446" y="6602410"/>
                  <a:pt x="5196390" y="6602410"/>
                  <a:pt x="5197333" y="6602091"/>
                </a:cubicBezTo>
                <a:cubicBezTo>
                  <a:pt x="5197333" y="6602091"/>
                  <a:pt x="5197333" y="6602091"/>
                  <a:pt x="5214008" y="6598896"/>
                </a:cubicBezTo>
                <a:cubicBezTo>
                  <a:pt x="5216208" y="6598577"/>
                  <a:pt x="5216522" y="6597938"/>
                  <a:pt x="5216522" y="6596660"/>
                </a:cubicBezTo>
                <a:cubicBezTo>
                  <a:pt x="5216522" y="6596660"/>
                  <a:pt x="5216522" y="6596660"/>
                  <a:pt x="5216522" y="6594424"/>
                </a:cubicBezTo>
                <a:cubicBezTo>
                  <a:pt x="5216522" y="6593465"/>
                  <a:pt x="5215895" y="6592826"/>
                  <a:pt x="5214636" y="6592826"/>
                </a:cubicBezTo>
                <a:cubicBezTo>
                  <a:pt x="5209287" y="6592187"/>
                  <a:pt x="5208346" y="6591868"/>
                  <a:pt x="5207399" y="6589312"/>
                </a:cubicBezTo>
                <a:cubicBezTo>
                  <a:pt x="5206459" y="6587395"/>
                  <a:pt x="5206141" y="6583242"/>
                  <a:pt x="5206141" y="6565671"/>
                </a:cubicBezTo>
                <a:cubicBezTo>
                  <a:pt x="5206141" y="6565671"/>
                  <a:pt x="5206141" y="6565671"/>
                  <a:pt x="5206141" y="6542031"/>
                </a:cubicBezTo>
                <a:cubicBezTo>
                  <a:pt x="5206141" y="6542031"/>
                  <a:pt x="5206141" y="6542031"/>
                  <a:pt x="5207085" y="6501459"/>
                </a:cubicBezTo>
                <a:cubicBezTo>
                  <a:pt x="5207085" y="6499861"/>
                  <a:pt x="5206459" y="6499222"/>
                  <a:pt x="5205512" y="6499222"/>
                </a:cubicBezTo>
                <a:cubicBezTo>
                  <a:pt x="5205201" y="6499222"/>
                  <a:pt x="5204568" y="6499222"/>
                  <a:pt x="5203940" y="6499222"/>
                </a:cubicBezTo>
                <a:close/>
                <a:moveTo>
                  <a:pt x="4939540" y="6499222"/>
                </a:moveTo>
                <a:cubicBezTo>
                  <a:pt x="4939540" y="6499222"/>
                  <a:pt x="4939540" y="6499222"/>
                  <a:pt x="4937048" y="6499540"/>
                </a:cubicBezTo>
                <a:cubicBezTo>
                  <a:pt x="4937048" y="6499540"/>
                  <a:pt x="4937048" y="6499540"/>
                  <a:pt x="4918664" y="6502397"/>
                </a:cubicBezTo>
                <a:cubicBezTo>
                  <a:pt x="4916795" y="6502715"/>
                  <a:pt x="4916484" y="6503032"/>
                  <a:pt x="4916484" y="6504302"/>
                </a:cubicBezTo>
                <a:cubicBezTo>
                  <a:pt x="4916484" y="6504302"/>
                  <a:pt x="4916484" y="6504302"/>
                  <a:pt x="4916484" y="6506525"/>
                </a:cubicBezTo>
                <a:cubicBezTo>
                  <a:pt x="4916484" y="6508112"/>
                  <a:pt x="4917107" y="6508747"/>
                  <a:pt x="4920222" y="6508747"/>
                </a:cubicBezTo>
                <a:cubicBezTo>
                  <a:pt x="4923960" y="6509382"/>
                  <a:pt x="4925208" y="6510335"/>
                  <a:pt x="4925520" y="6513510"/>
                </a:cubicBezTo>
                <a:cubicBezTo>
                  <a:pt x="4925831" y="6516050"/>
                  <a:pt x="4925831" y="6529067"/>
                  <a:pt x="4925831" y="6540497"/>
                </a:cubicBezTo>
                <a:lnTo>
                  <a:pt x="4925831" y="6547800"/>
                </a:lnTo>
                <a:cubicBezTo>
                  <a:pt x="4925831" y="6563992"/>
                  <a:pt x="4925520" y="6577962"/>
                  <a:pt x="4925520" y="6589392"/>
                </a:cubicBezTo>
                <a:cubicBezTo>
                  <a:pt x="4925520" y="6589392"/>
                  <a:pt x="4925520" y="6589392"/>
                  <a:pt x="4925520" y="6590980"/>
                </a:cubicBezTo>
                <a:cubicBezTo>
                  <a:pt x="4925520" y="6593202"/>
                  <a:pt x="4926143" y="6594155"/>
                  <a:pt x="4927700" y="6595107"/>
                </a:cubicBezTo>
                <a:cubicBezTo>
                  <a:pt x="4932996" y="6598282"/>
                  <a:pt x="4942344" y="6600822"/>
                  <a:pt x="4949199" y="6600822"/>
                </a:cubicBezTo>
                <a:cubicBezTo>
                  <a:pt x="4969452" y="6600822"/>
                  <a:pt x="4983161" y="6585900"/>
                  <a:pt x="4983161" y="6563675"/>
                </a:cubicBezTo>
                <a:cubicBezTo>
                  <a:pt x="4983161" y="6544625"/>
                  <a:pt x="4973811" y="6532877"/>
                  <a:pt x="4959168" y="6532877"/>
                </a:cubicBezTo>
                <a:cubicBezTo>
                  <a:pt x="4952937" y="6532877"/>
                  <a:pt x="4949822" y="6534147"/>
                  <a:pt x="4945770" y="6538592"/>
                </a:cubicBezTo>
                <a:cubicBezTo>
                  <a:pt x="4942967" y="6541767"/>
                  <a:pt x="4941409" y="6543355"/>
                  <a:pt x="4940786" y="6543355"/>
                </a:cubicBezTo>
                <a:cubicBezTo>
                  <a:pt x="4940475" y="6543355"/>
                  <a:pt x="4940163" y="6543037"/>
                  <a:pt x="4940163" y="6542402"/>
                </a:cubicBezTo>
                <a:cubicBezTo>
                  <a:pt x="4940163" y="6542402"/>
                  <a:pt x="4940163" y="6542402"/>
                  <a:pt x="4940163" y="6541767"/>
                </a:cubicBezTo>
                <a:cubicBezTo>
                  <a:pt x="4940163" y="6541767"/>
                  <a:pt x="4940163" y="6541767"/>
                  <a:pt x="4940163" y="6539227"/>
                </a:cubicBezTo>
                <a:cubicBezTo>
                  <a:pt x="4940475" y="6535417"/>
                  <a:pt x="4940475" y="6529385"/>
                  <a:pt x="4940475" y="6521130"/>
                </a:cubicBezTo>
                <a:cubicBezTo>
                  <a:pt x="4940475" y="6510335"/>
                  <a:pt x="4940786" y="6506525"/>
                  <a:pt x="4940786" y="6503350"/>
                </a:cubicBezTo>
                <a:cubicBezTo>
                  <a:pt x="4941098" y="6502397"/>
                  <a:pt x="4941098" y="6501762"/>
                  <a:pt x="4941098" y="6501445"/>
                </a:cubicBezTo>
                <a:cubicBezTo>
                  <a:pt x="4941098" y="6500175"/>
                  <a:pt x="4940475" y="6499222"/>
                  <a:pt x="4939540" y="6499222"/>
                </a:cubicBezTo>
                <a:close/>
                <a:moveTo>
                  <a:pt x="4898522" y="6499222"/>
                </a:moveTo>
                <a:lnTo>
                  <a:pt x="4879530" y="6501778"/>
                </a:lnTo>
                <a:cubicBezTo>
                  <a:pt x="4877603" y="6502097"/>
                  <a:pt x="4876959" y="6502417"/>
                  <a:pt x="4876959" y="6503695"/>
                </a:cubicBezTo>
                <a:cubicBezTo>
                  <a:pt x="4876959" y="6503695"/>
                  <a:pt x="4876959" y="6503695"/>
                  <a:pt x="4876959" y="6506251"/>
                </a:cubicBezTo>
                <a:cubicBezTo>
                  <a:pt x="4876959" y="6508167"/>
                  <a:pt x="4877603" y="6508487"/>
                  <a:pt x="4879852" y="6508806"/>
                </a:cubicBezTo>
                <a:cubicBezTo>
                  <a:pt x="4885650" y="6509765"/>
                  <a:pt x="4885972" y="6510084"/>
                  <a:pt x="4885972" y="6517112"/>
                </a:cubicBezTo>
                <a:cubicBezTo>
                  <a:pt x="4885972" y="6517112"/>
                  <a:pt x="4885972" y="6517112"/>
                  <a:pt x="4886292" y="6531488"/>
                </a:cubicBezTo>
                <a:cubicBezTo>
                  <a:pt x="4886292" y="6533725"/>
                  <a:pt x="4886292" y="6533725"/>
                  <a:pt x="4886292" y="6533725"/>
                </a:cubicBezTo>
                <a:cubicBezTo>
                  <a:pt x="4886292" y="6534683"/>
                  <a:pt x="4885972" y="6535961"/>
                  <a:pt x="4885328" y="6535961"/>
                </a:cubicBezTo>
                <a:cubicBezTo>
                  <a:pt x="4885328" y="6535961"/>
                  <a:pt x="4884684" y="6535642"/>
                  <a:pt x="4884360" y="6535322"/>
                </a:cubicBezTo>
                <a:cubicBezTo>
                  <a:pt x="4882750" y="6534364"/>
                  <a:pt x="4875669" y="6532766"/>
                  <a:pt x="4872127" y="6532766"/>
                </a:cubicBezTo>
                <a:cubicBezTo>
                  <a:pt x="4854423" y="6532766"/>
                  <a:pt x="4841871" y="6547462"/>
                  <a:pt x="4841871" y="6569186"/>
                </a:cubicBezTo>
                <a:cubicBezTo>
                  <a:pt x="4841871" y="6587715"/>
                  <a:pt x="4852493" y="6601132"/>
                  <a:pt x="4866980" y="6601132"/>
                </a:cubicBezTo>
                <a:cubicBezTo>
                  <a:pt x="4871161" y="6601132"/>
                  <a:pt x="4874703" y="6600174"/>
                  <a:pt x="4878566" y="6597299"/>
                </a:cubicBezTo>
                <a:cubicBezTo>
                  <a:pt x="4880818" y="6595701"/>
                  <a:pt x="4884360" y="6592826"/>
                  <a:pt x="4885328" y="6591868"/>
                </a:cubicBezTo>
                <a:cubicBezTo>
                  <a:pt x="4885972" y="6591229"/>
                  <a:pt x="4886614" y="6591229"/>
                  <a:pt x="4886614" y="6591229"/>
                </a:cubicBezTo>
                <a:cubicBezTo>
                  <a:pt x="4887580" y="6591229"/>
                  <a:pt x="4887580" y="6591229"/>
                  <a:pt x="4887899" y="6594424"/>
                </a:cubicBezTo>
                <a:cubicBezTo>
                  <a:pt x="4887899" y="6594424"/>
                  <a:pt x="4887899" y="6594424"/>
                  <a:pt x="4888221" y="6600174"/>
                </a:cubicBezTo>
                <a:cubicBezTo>
                  <a:pt x="4888221" y="6601771"/>
                  <a:pt x="4888865" y="6602410"/>
                  <a:pt x="4889831" y="6602410"/>
                </a:cubicBezTo>
                <a:cubicBezTo>
                  <a:pt x="4890153" y="6602410"/>
                  <a:pt x="4891119" y="6602410"/>
                  <a:pt x="4892085" y="6602091"/>
                </a:cubicBezTo>
                <a:cubicBezTo>
                  <a:pt x="4892085" y="6602091"/>
                  <a:pt x="4892085" y="6602091"/>
                  <a:pt x="4909145" y="6598896"/>
                </a:cubicBezTo>
                <a:cubicBezTo>
                  <a:pt x="4911399" y="6598577"/>
                  <a:pt x="4911721" y="6597938"/>
                  <a:pt x="4911721" y="6596660"/>
                </a:cubicBezTo>
                <a:cubicBezTo>
                  <a:pt x="4911721" y="6596660"/>
                  <a:pt x="4911721" y="6596660"/>
                  <a:pt x="4911721" y="6594424"/>
                </a:cubicBezTo>
                <a:cubicBezTo>
                  <a:pt x="4911721" y="6593465"/>
                  <a:pt x="4911077" y="6592826"/>
                  <a:pt x="4910113" y="6592826"/>
                </a:cubicBezTo>
                <a:cubicBezTo>
                  <a:pt x="4904318" y="6592187"/>
                  <a:pt x="4903352" y="6591868"/>
                  <a:pt x="4902066" y="6589312"/>
                </a:cubicBezTo>
                <a:cubicBezTo>
                  <a:pt x="4901420" y="6587395"/>
                  <a:pt x="4901098" y="6583242"/>
                  <a:pt x="4901098" y="6565671"/>
                </a:cubicBezTo>
                <a:cubicBezTo>
                  <a:pt x="4901098" y="6565671"/>
                  <a:pt x="4901098" y="6565671"/>
                  <a:pt x="4901098" y="6542031"/>
                </a:cubicBezTo>
                <a:cubicBezTo>
                  <a:pt x="4901098" y="6542031"/>
                  <a:pt x="4901098" y="6542031"/>
                  <a:pt x="4902066" y="6501459"/>
                </a:cubicBezTo>
                <a:cubicBezTo>
                  <a:pt x="4902066" y="6499861"/>
                  <a:pt x="4901420" y="6499222"/>
                  <a:pt x="4900132" y="6499222"/>
                </a:cubicBezTo>
                <a:cubicBezTo>
                  <a:pt x="4900132" y="6499222"/>
                  <a:pt x="4899166" y="6499222"/>
                  <a:pt x="4898522" y="6499222"/>
                </a:cubicBezTo>
                <a:close/>
                <a:moveTo>
                  <a:pt x="6032809" y="6467471"/>
                </a:moveTo>
                <a:cubicBezTo>
                  <a:pt x="6068221" y="6467471"/>
                  <a:pt x="6068221" y="6467471"/>
                  <a:pt x="6068221" y="6467471"/>
                </a:cubicBezTo>
                <a:cubicBezTo>
                  <a:pt x="6077706" y="6467471"/>
                  <a:pt x="6078655" y="6468758"/>
                  <a:pt x="6078971" y="6469080"/>
                </a:cubicBezTo>
                <a:cubicBezTo>
                  <a:pt x="6079920" y="6469723"/>
                  <a:pt x="6079920" y="6471331"/>
                  <a:pt x="6078971" y="6471974"/>
                </a:cubicBezTo>
                <a:cubicBezTo>
                  <a:pt x="6077074" y="6473261"/>
                  <a:pt x="6073597" y="6474869"/>
                  <a:pt x="6073597" y="6479694"/>
                </a:cubicBezTo>
                <a:cubicBezTo>
                  <a:pt x="6073597" y="6479694"/>
                  <a:pt x="6073597" y="6480016"/>
                  <a:pt x="6073597" y="6480016"/>
                </a:cubicBezTo>
                <a:cubicBezTo>
                  <a:pt x="6073597" y="6483876"/>
                  <a:pt x="6077074" y="6485162"/>
                  <a:pt x="6084979" y="6488700"/>
                </a:cubicBezTo>
                <a:cubicBezTo>
                  <a:pt x="6087508" y="6489344"/>
                  <a:pt x="6095413" y="6492560"/>
                  <a:pt x="6095413" y="6492560"/>
                </a:cubicBezTo>
                <a:cubicBezTo>
                  <a:pt x="6097310" y="6491595"/>
                  <a:pt x="6097310" y="6491595"/>
                  <a:pt x="6097310" y="6491595"/>
                </a:cubicBezTo>
                <a:cubicBezTo>
                  <a:pt x="6099839" y="6490309"/>
                  <a:pt x="6106163" y="6486127"/>
                  <a:pt x="6106163" y="6479051"/>
                </a:cubicBezTo>
                <a:cubicBezTo>
                  <a:pt x="6106163" y="6478086"/>
                  <a:pt x="6105847" y="6477443"/>
                  <a:pt x="6105847" y="6476799"/>
                </a:cubicBezTo>
                <a:cubicBezTo>
                  <a:pt x="6105530" y="6475834"/>
                  <a:pt x="6105214" y="6475191"/>
                  <a:pt x="6104898" y="6474548"/>
                </a:cubicBezTo>
                <a:cubicBezTo>
                  <a:pt x="6104898" y="6474226"/>
                  <a:pt x="6104898" y="6474226"/>
                  <a:pt x="6104898" y="6474226"/>
                </a:cubicBezTo>
                <a:cubicBezTo>
                  <a:pt x="6103633" y="6471974"/>
                  <a:pt x="6102052" y="6471331"/>
                  <a:pt x="6102052" y="6471331"/>
                </a:cubicBezTo>
                <a:cubicBezTo>
                  <a:pt x="6102052" y="6471331"/>
                  <a:pt x="6102685" y="6467793"/>
                  <a:pt x="6107428" y="6467471"/>
                </a:cubicBezTo>
                <a:cubicBezTo>
                  <a:pt x="6107744" y="6467471"/>
                  <a:pt x="6107744" y="6467471"/>
                  <a:pt x="6108060" y="6467471"/>
                </a:cubicBezTo>
                <a:cubicBezTo>
                  <a:pt x="6108060" y="6467471"/>
                  <a:pt x="6108376" y="6467471"/>
                  <a:pt x="6108376" y="6467471"/>
                </a:cubicBezTo>
                <a:cubicBezTo>
                  <a:pt x="6110906" y="6467471"/>
                  <a:pt x="6112486" y="6469401"/>
                  <a:pt x="6112486" y="6471653"/>
                </a:cubicBezTo>
                <a:cubicBezTo>
                  <a:pt x="6112486" y="6474548"/>
                  <a:pt x="6110589" y="6475191"/>
                  <a:pt x="6110589" y="6479051"/>
                </a:cubicBezTo>
                <a:cubicBezTo>
                  <a:pt x="6110589" y="6486127"/>
                  <a:pt x="6116597" y="6490309"/>
                  <a:pt x="6119126" y="6491595"/>
                </a:cubicBezTo>
                <a:cubicBezTo>
                  <a:pt x="6121023" y="6492560"/>
                  <a:pt x="6121023" y="6492560"/>
                  <a:pt x="6121023" y="6492560"/>
                </a:cubicBezTo>
                <a:cubicBezTo>
                  <a:pt x="6121023" y="6492560"/>
                  <a:pt x="6129244" y="6489344"/>
                  <a:pt x="6131774" y="6488700"/>
                </a:cubicBezTo>
                <a:cubicBezTo>
                  <a:pt x="6139678" y="6485162"/>
                  <a:pt x="6143156" y="6483876"/>
                  <a:pt x="6143156" y="6480016"/>
                </a:cubicBezTo>
                <a:cubicBezTo>
                  <a:pt x="6143156" y="6480016"/>
                  <a:pt x="6143156" y="6479694"/>
                  <a:pt x="6143156" y="6479694"/>
                </a:cubicBezTo>
                <a:cubicBezTo>
                  <a:pt x="6143156" y="6474869"/>
                  <a:pt x="6139994" y="6473261"/>
                  <a:pt x="6137781" y="6471974"/>
                </a:cubicBezTo>
                <a:cubicBezTo>
                  <a:pt x="6136832" y="6471331"/>
                  <a:pt x="6136832" y="6469723"/>
                  <a:pt x="6137781" y="6469080"/>
                </a:cubicBezTo>
                <a:cubicBezTo>
                  <a:pt x="6138097" y="6468758"/>
                  <a:pt x="6139046" y="6467471"/>
                  <a:pt x="6148531" y="6467471"/>
                </a:cubicBezTo>
                <a:cubicBezTo>
                  <a:pt x="6184576" y="6467471"/>
                  <a:pt x="6184576" y="6467471"/>
                  <a:pt x="6184576" y="6467471"/>
                </a:cubicBezTo>
                <a:cubicBezTo>
                  <a:pt x="6184892" y="6470366"/>
                  <a:pt x="6184892" y="6473261"/>
                  <a:pt x="6184892" y="6476478"/>
                </a:cubicBezTo>
                <a:cubicBezTo>
                  <a:pt x="6184892" y="6484841"/>
                  <a:pt x="6183944" y="6494168"/>
                  <a:pt x="6182363" y="6504461"/>
                </a:cubicBezTo>
                <a:cubicBezTo>
                  <a:pt x="6122920" y="6495133"/>
                  <a:pt x="6122920" y="6495133"/>
                  <a:pt x="6122920" y="6495133"/>
                </a:cubicBezTo>
                <a:cubicBezTo>
                  <a:pt x="6123869" y="6496742"/>
                  <a:pt x="6124185" y="6498993"/>
                  <a:pt x="6124185" y="6500923"/>
                </a:cubicBezTo>
                <a:cubicBezTo>
                  <a:pt x="6124185" y="6509608"/>
                  <a:pt x="6117545" y="6516684"/>
                  <a:pt x="6109008" y="6516684"/>
                </a:cubicBezTo>
                <a:cubicBezTo>
                  <a:pt x="6108692" y="6516684"/>
                  <a:pt x="6108692" y="6516684"/>
                  <a:pt x="6108376" y="6516684"/>
                </a:cubicBezTo>
                <a:cubicBezTo>
                  <a:pt x="6108060" y="6516684"/>
                  <a:pt x="6108060" y="6516684"/>
                  <a:pt x="6107744" y="6516684"/>
                </a:cubicBezTo>
                <a:cubicBezTo>
                  <a:pt x="6099523" y="6516684"/>
                  <a:pt x="6092883" y="6509608"/>
                  <a:pt x="6092883" y="6500923"/>
                </a:cubicBezTo>
                <a:cubicBezTo>
                  <a:pt x="6092883" y="6498993"/>
                  <a:pt x="6093515" y="6496742"/>
                  <a:pt x="6094148" y="6495133"/>
                </a:cubicBezTo>
                <a:cubicBezTo>
                  <a:pt x="6035022" y="6504461"/>
                  <a:pt x="6035022" y="6504461"/>
                  <a:pt x="6035022" y="6504461"/>
                </a:cubicBezTo>
                <a:cubicBezTo>
                  <a:pt x="6033441" y="6494168"/>
                  <a:pt x="6032492" y="6484841"/>
                  <a:pt x="6032492" y="6476478"/>
                </a:cubicBezTo>
                <a:cubicBezTo>
                  <a:pt x="6032492" y="6473261"/>
                  <a:pt x="6032809" y="6470366"/>
                  <a:pt x="6032809" y="6467471"/>
                </a:cubicBezTo>
                <a:close/>
                <a:moveTo>
                  <a:pt x="6035029" y="6454771"/>
                </a:moveTo>
                <a:cubicBezTo>
                  <a:pt x="6038506" y="6454771"/>
                  <a:pt x="6073283" y="6454771"/>
                  <a:pt x="6108377" y="6454771"/>
                </a:cubicBezTo>
                <a:cubicBezTo>
                  <a:pt x="6143786" y="6454771"/>
                  <a:pt x="6179195" y="6454771"/>
                  <a:pt x="6182357" y="6454771"/>
                </a:cubicBezTo>
                <a:cubicBezTo>
                  <a:pt x="6182673" y="6456070"/>
                  <a:pt x="6182989" y="6457694"/>
                  <a:pt x="6183305" y="6459317"/>
                </a:cubicBezTo>
                <a:cubicBezTo>
                  <a:pt x="6148528" y="6459317"/>
                  <a:pt x="6148528" y="6459317"/>
                  <a:pt x="6148528" y="6459317"/>
                </a:cubicBezTo>
                <a:cubicBezTo>
                  <a:pt x="6133669" y="6459317"/>
                  <a:pt x="6127346" y="6462889"/>
                  <a:pt x="6127346" y="6471656"/>
                </a:cubicBezTo>
                <a:cubicBezTo>
                  <a:pt x="6127346" y="6474579"/>
                  <a:pt x="6128927" y="6477501"/>
                  <a:pt x="6131456" y="6479450"/>
                </a:cubicBezTo>
                <a:cubicBezTo>
                  <a:pt x="6129559" y="6480099"/>
                  <a:pt x="6122604" y="6482697"/>
                  <a:pt x="6121655" y="6483346"/>
                </a:cubicBezTo>
                <a:cubicBezTo>
                  <a:pt x="6120707" y="6482372"/>
                  <a:pt x="6119126" y="6480749"/>
                  <a:pt x="6118810" y="6478476"/>
                </a:cubicBezTo>
                <a:cubicBezTo>
                  <a:pt x="6119442" y="6477177"/>
                  <a:pt x="6121023" y="6474904"/>
                  <a:pt x="6121023" y="6471332"/>
                </a:cubicBezTo>
                <a:cubicBezTo>
                  <a:pt x="6121023" y="6465812"/>
                  <a:pt x="6117545" y="6460291"/>
                  <a:pt x="6108060" y="6459967"/>
                </a:cubicBezTo>
                <a:cubicBezTo>
                  <a:pt x="6103950" y="6460291"/>
                  <a:pt x="6101105" y="6461590"/>
                  <a:pt x="6098892" y="6463214"/>
                </a:cubicBezTo>
                <a:cubicBezTo>
                  <a:pt x="6098892" y="6463539"/>
                  <a:pt x="6098892" y="6463539"/>
                  <a:pt x="6098576" y="6463863"/>
                </a:cubicBezTo>
                <a:cubicBezTo>
                  <a:pt x="6094782" y="6464837"/>
                  <a:pt x="6092253" y="6467435"/>
                  <a:pt x="6092253" y="6471007"/>
                </a:cubicBezTo>
                <a:cubicBezTo>
                  <a:pt x="6092253" y="6474904"/>
                  <a:pt x="6092253" y="6474904"/>
                  <a:pt x="6092253" y="6474904"/>
                </a:cubicBezTo>
                <a:cubicBezTo>
                  <a:pt x="6092253" y="6474904"/>
                  <a:pt x="6094150" y="6474904"/>
                  <a:pt x="6095098" y="6475553"/>
                </a:cubicBezTo>
                <a:cubicBezTo>
                  <a:pt x="6096363" y="6475878"/>
                  <a:pt x="6096679" y="6476527"/>
                  <a:pt x="6096995" y="6477177"/>
                </a:cubicBezTo>
                <a:cubicBezTo>
                  <a:pt x="6098260" y="6478800"/>
                  <a:pt x="6097311" y="6482047"/>
                  <a:pt x="6095098" y="6483346"/>
                </a:cubicBezTo>
                <a:cubicBezTo>
                  <a:pt x="6094150" y="6482697"/>
                  <a:pt x="6087195" y="6480099"/>
                  <a:pt x="6085297" y="6479450"/>
                </a:cubicBezTo>
                <a:cubicBezTo>
                  <a:pt x="6087827" y="6477501"/>
                  <a:pt x="6089407" y="6474579"/>
                  <a:pt x="6089407" y="6471656"/>
                </a:cubicBezTo>
                <a:cubicBezTo>
                  <a:pt x="6089407" y="6462889"/>
                  <a:pt x="6083084" y="6459317"/>
                  <a:pt x="6068225" y="6459317"/>
                </a:cubicBezTo>
                <a:cubicBezTo>
                  <a:pt x="6034080" y="6459317"/>
                  <a:pt x="6034080" y="6459317"/>
                  <a:pt x="6034080" y="6459317"/>
                </a:cubicBezTo>
                <a:cubicBezTo>
                  <a:pt x="6034396" y="6457694"/>
                  <a:pt x="6034713" y="6456070"/>
                  <a:pt x="6035029" y="6454771"/>
                </a:cubicBezTo>
                <a:close/>
                <a:moveTo>
                  <a:pt x="6146512" y="6416671"/>
                </a:moveTo>
                <a:cubicBezTo>
                  <a:pt x="6155010" y="6416671"/>
                  <a:pt x="6156317" y="6420524"/>
                  <a:pt x="6156317" y="6423414"/>
                </a:cubicBezTo>
                <a:cubicBezTo>
                  <a:pt x="6156317" y="6423414"/>
                  <a:pt x="6156317" y="6437541"/>
                  <a:pt x="6156317" y="6445246"/>
                </a:cubicBezTo>
                <a:cubicBezTo>
                  <a:pt x="6134092" y="6445246"/>
                  <a:pt x="6134092" y="6445246"/>
                  <a:pt x="6134092" y="6445246"/>
                </a:cubicBezTo>
                <a:cubicBezTo>
                  <a:pt x="6134092" y="6437541"/>
                  <a:pt x="6134092" y="6422450"/>
                  <a:pt x="6134092" y="6422450"/>
                </a:cubicBezTo>
                <a:cubicBezTo>
                  <a:pt x="6134092" y="6419561"/>
                  <a:pt x="6135073" y="6418919"/>
                  <a:pt x="6135400" y="6418598"/>
                </a:cubicBezTo>
                <a:cubicBezTo>
                  <a:pt x="6136707" y="6417634"/>
                  <a:pt x="6139648" y="6416671"/>
                  <a:pt x="6146512" y="6416671"/>
                </a:cubicBezTo>
                <a:close/>
                <a:moveTo>
                  <a:pt x="6070000" y="6416671"/>
                </a:moveTo>
                <a:cubicBezTo>
                  <a:pt x="6076470" y="6416671"/>
                  <a:pt x="6079242" y="6417634"/>
                  <a:pt x="6080473" y="6418598"/>
                </a:cubicBezTo>
                <a:cubicBezTo>
                  <a:pt x="6080781" y="6418919"/>
                  <a:pt x="6081705" y="6419561"/>
                  <a:pt x="6081705" y="6422450"/>
                </a:cubicBezTo>
                <a:cubicBezTo>
                  <a:pt x="6081705" y="6422450"/>
                  <a:pt x="6081705" y="6437541"/>
                  <a:pt x="6081705" y="6445246"/>
                </a:cubicBezTo>
                <a:cubicBezTo>
                  <a:pt x="6061067" y="6445246"/>
                  <a:pt x="6061067" y="6445246"/>
                  <a:pt x="6061067" y="6445246"/>
                </a:cubicBezTo>
                <a:cubicBezTo>
                  <a:pt x="6061067" y="6437541"/>
                  <a:pt x="6061067" y="6423414"/>
                  <a:pt x="6061067" y="6423414"/>
                </a:cubicBezTo>
                <a:cubicBezTo>
                  <a:pt x="6061067" y="6420524"/>
                  <a:pt x="6061991" y="6416671"/>
                  <a:pt x="6070000" y="6416671"/>
                </a:cubicBezTo>
                <a:close/>
                <a:moveTo>
                  <a:pt x="6108533" y="6408733"/>
                </a:moveTo>
                <a:cubicBezTo>
                  <a:pt x="6121669" y="6408733"/>
                  <a:pt x="6126155" y="6416036"/>
                  <a:pt x="6126155" y="6422703"/>
                </a:cubicBezTo>
                <a:cubicBezTo>
                  <a:pt x="6126155" y="6445246"/>
                  <a:pt x="6126155" y="6445246"/>
                  <a:pt x="6126155" y="6445246"/>
                </a:cubicBezTo>
                <a:cubicBezTo>
                  <a:pt x="6108533" y="6445246"/>
                  <a:pt x="6108533" y="6445246"/>
                  <a:pt x="6108533" y="6445246"/>
                </a:cubicBezTo>
                <a:cubicBezTo>
                  <a:pt x="6091230" y="6445246"/>
                  <a:pt x="6091230" y="6445246"/>
                  <a:pt x="6091230" y="6445246"/>
                </a:cubicBezTo>
                <a:cubicBezTo>
                  <a:pt x="6091230" y="6422703"/>
                  <a:pt x="6091230" y="6422703"/>
                  <a:pt x="6091230" y="6422703"/>
                </a:cubicBezTo>
                <a:cubicBezTo>
                  <a:pt x="6091230" y="6416036"/>
                  <a:pt x="6095717" y="6408733"/>
                  <a:pt x="6108533" y="6408733"/>
                </a:cubicBezTo>
                <a:close/>
                <a:moveTo>
                  <a:pt x="6118217" y="6397621"/>
                </a:moveTo>
                <a:cubicBezTo>
                  <a:pt x="6126356" y="6399209"/>
                  <a:pt x="6134182" y="6402701"/>
                  <a:pt x="6140442" y="6407781"/>
                </a:cubicBezTo>
                <a:cubicBezTo>
                  <a:pt x="6137312" y="6408099"/>
                  <a:pt x="6134182" y="6408734"/>
                  <a:pt x="6131364" y="6410321"/>
                </a:cubicBezTo>
                <a:cubicBezTo>
                  <a:pt x="6128547" y="6405559"/>
                  <a:pt x="6123852" y="6402384"/>
                  <a:pt x="6118217" y="6400479"/>
                </a:cubicBezTo>
                <a:cubicBezTo>
                  <a:pt x="6118217" y="6399526"/>
                  <a:pt x="6118217" y="6398574"/>
                  <a:pt x="6118217" y="6397621"/>
                </a:cubicBezTo>
                <a:close/>
                <a:moveTo>
                  <a:pt x="6097580" y="6397621"/>
                </a:moveTo>
                <a:cubicBezTo>
                  <a:pt x="6097580" y="6398574"/>
                  <a:pt x="6097580" y="6399526"/>
                  <a:pt x="6097580" y="6400479"/>
                </a:cubicBezTo>
                <a:cubicBezTo>
                  <a:pt x="6092183" y="6402384"/>
                  <a:pt x="6087738" y="6405559"/>
                  <a:pt x="6084563" y="6410321"/>
                </a:cubicBezTo>
                <a:cubicBezTo>
                  <a:pt x="6082023" y="6408734"/>
                  <a:pt x="6078848" y="6408099"/>
                  <a:pt x="6075355" y="6407781"/>
                </a:cubicBezTo>
                <a:cubicBezTo>
                  <a:pt x="6081705" y="6402701"/>
                  <a:pt x="6089643" y="6399209"/>
                  <a:pt x="6097580" y="6397621"/>
                </a:cubicBezTo>
                <a:close/>
                <a:moveTo>
                  <a:pt x="6104824" y="6365871"/>
                </a:moveTo>
                <a:cubicBezTo>
                  <a:pt x="6106119" y="6365871"/>
                  <a:pt x="6107090" y="6365871"/>
                  <a:pt x="6107737" y="6365871"/>
                </a:cubicBezTo>
                <a:cubicBezTo>
                  <a:pt x="6108708" y="6365871"/>
                  <a:pt x="6109679" y="6365871"/>
                  <a:pt x="6110650" y="6365871"/>
                </a:cubicBezTo>
                <a:cubicBezTo>
                  <a:pt x="6110650" y="6369718"/>
                  <a:pt x="6110650" y="6379335"/>
                  <a:pt x="6110650" y="6379335"/>
                </a:cubicBezTo>
                <a:cubicBezTo>
                  <a:pt x="6110650" y="6379335"/>
                  <a:pt x="6120361" y="6379335"/>
                  <a:pt x="6124568" y="6379335"/>
                </a:cubicBezTo>
                <a:cubicBezTo>
                  <a:pt x="6124568" y="6381899"/>
                  <a:pt x="6124568" y="6382861"/>
                  <a:pt x="6124568" y="6385425"/>
                </a:cubicBezTo>
                <a:cubicBezTo>
                  <a:pt x="6120361" y="6385425"/>
                  <a:pt x="6110650" y="6385425"/>
                  <a:pt x="6110650" y="6385425"/>
                </a:cubicBezTo>
                <a:cubicBezTo>
                  <a:pt x="6110650" y="6385425"/>
                  <a:pt x="6110650" y="6395042"/>
                  <a:pt x="6110650" y="6399209"/>
                </a:cubicBezTo>
                <a:cubicBezTo>
                  <a:pt x="6109679" y="6399209"/>
                  <a:pt x="6108708" y="6399209"/>
                  <a:pt x="6107737" y="6399209"/>
                </a:cubicBezTo>
                <a:cubicBezTo>
                  <a:pt x="6107090" y="6399209"/>
                  <a:pt x="6106119" y="6399209"/>
                  <a:pt x="6104824" y="6399209"/>
                </a:cubicBezTo>
                <a:cubicBezTo>
                  <a:pt x="6104824" y="6395042"/>
                  <a:pt x="6104824" y="6385425"/>
                  <a:pt x="6104824" y="6385425"/>
                </a:cubicBezTo>
                <a:cubicBezTo>
                  <a:pt x="6104824" y="6385425"/>
                  <a:pt x="6095114" y="6385425"/>
                  <a:pt x="6091230" y="6385425"/>
                </a:cubicBezTo>
                <a:cubicBezTo>
                  <a:pt x="6091230" y="6382861"/>
                  <a:pt x="6091230" y="6381899"/>
                  <a:pt x="6091230" y="6379335"/>
                </a:cubicBezTo>
                <a:cubicBezTo>
                  <a:pt x="6095114" y="6379335"/>
                  <a:pt x="6104824" y="6379335"/>
                  <a:pt x="6104824" y="6379335"/>
                </a:cubicBezTo>
                <a:cubicBezTo>
                  <a:pt x="6104824" y="6379335"/>
                  <a:pt x="6104824" y="6369718"/>
                  <a:pt x="6104824" y="6365871"/>
                </a:cubicBezTo>
                <a:close/>
                <a:moveTo>
                  <a:pt x="6098253" y="6359521"/>
                </a:moveTo>
                <a:cubicBezTo>
                  <a:pt x="6098253" y="6359521"/>
                  <a:pt x="6098253" y="6369027"/>
                  <a:pt x="6098253" y="6372830"/>
                </a:cubicBezTo>
                <a:cubicBezTo>
                  <a:pt x="6094774" y="6372830"/>
                  <a:pt x="6085284" y="6372830"/>
                  <a:pt x="6085284" y="6372830"/>
                </a:cubicBezTo>
                <a:cubicBezTo>
                  <a:pt x="6085284" y="6392793"/>
                  <a:pt x="6085284" y="6392793"/>
                  <a:pt x="6085284" y="6392793"/>
                </a:cubicBezTo>
                <a:cubicBezTo>
                  <a:pt x="6076110" y="6396595"/>
                  <a:pt x="6068202" y="6402299"/>
                  <a:pt x="6062508" y="6409270"/>
                </a:cubicBezTo>
                <a:cubicBezTo>
                  <a:pt x="6054600" y="6411805"/>
                  <a:pt x="6051753" y="6418142"/>
                  <a:pt x="6051753" y="6424163"/>
                </a:cubicBezTo>
                <a:cubicBezTo>
                  <a:pt x="6051753" y="6445710"/>
                  <a:pt x="6051753" y="6445710"/>
                  <a:pt x="6051753" y="6445710"/>
                </a:cubicBezTo>
                <a:cubicBezTo>
                  <a:pt x="6028345" y="6445710"/>
                  <a:pt x="6028345" y="6445710"/>
                  <a:pt x="6028345" y="6445710"/>
                </a:cubicBezTo>
                <a:cubicBezTo>
                  <a:pt x="6027080" y="6449195"/>
                  <a:pt x="6027080" y="6449195"/>
                  <a:pt x="6027080" y="6449195"/>
                </a:cubicBezTo>
                <a:cubicBezTo>
                  <a:pt x="6024233" y="6457751"/>
                  <a:pt x="6022967" y="6467257"/>
                  <a:pt x="6022967" y="6477397"/>
                </a:cubicBezTo>
                <a:cubicBezTo>
                  <a:pt x="6022967" y="6509401"/>
                  <a:pt x="6034988" y="6546791"/>
                  <a:pt x="6046376" y="6575943"/>
                </a:cubicBezTo>
                <a:cubicBezTo>
                  <a:pt x="6064090" y="6619988"/>
                  <a:pt x="6087183" y="6659914"/>
                  <a:pt x="6099202" y="6673222"/>
                </a:cubicBezTo>
                <a:cubicBezTo>
                  <a:pt x="6102049" y="6676074"/>
                  <a:pt x="6104264" y="6678609"/>
                  <a:pt x="6108060" y="6678609"/>
                </a:cubicBezTo>
                <a:cubicBezTo>
                  <a:pt x="6108060" y="6678609"/>
                  <a:pt x="6108376" y="6678609"/>
                  <a:pt x="6108376" y="6678609"/>
                </a:cubicBezTo>
                <a:cubicBezTo>
                  <a:pt x="6108376" y="6678609"/>
                  <a:pt x="6108692" y="6678609"/>
                  <a:pt x="6108692" y="6678609"/>
                </a:cubicBezTo>
                <a:cubicBezTo>
                  <a:pt x="6112488" y="6678609"/>
                  <a:pt x="6115019" y="6676074"/>
                  <a:pt x="6117866" y="6673222"/>
                </a:cubicBezTo>
                <a:cubicBezTo>
                  <a:pt x="6130203" y="6659914"/>
                  <a:pt x="6153295" y="6619988"/>
                  <a:pt x="6171009" y="6575943"/>
                </a:cubicBezTo>
                <a:cubicBezTo>
                  <a:pt x="6182713" y="6546791"/>
                  <a:pt x="6194417" y="6509401"/>
                  <a:pt x="6194417" y="6477397"/>
                </a:cubicBezTo>
                <a:cubicBezTo>
                  <a:pt x="6194417" y="6467257"/>
                  <a:pt x="6193152" y="6457751"/>
                  <a:pt x="6190305" y="6449195"/>
                </a:cubicBezTo>
                <a:cubicBezTo>
                  <a:pt x="6189040" y="6445710"/>
                  <a:pt x="6189040" y="6445710"/>
                  <a:pt x="6189040" y="6445710"/>
                </a:cubicBezTo>
                <a:cubicBezTo>
                  <a:pt x="6165631" y="6445710"/>
                  <a:pt x="6165631" y="6445710"/>
                  <a:pt x="6165631" y="6445710"/>
                </a:cubicBezTo>
                <a:cubicBezTo>
                  <a:pt x="6165631" y="6424163"/>
                  <a:pt x="6165631" y="6424163"/>
                  <a:pt x="6165631" y="6424163"/>
                </a:cubicBezTo>
                <a:cubicBezTo>
                  <a:pt x="6165631" y="6418142"/>
                  <a:pt x="6162784" y="6411805"/>
                  <a:pt x="6154560" y="6409270"/>
                </a:cubicBezTo>
                <a:cubicBezTo>
                  <a:pt x="6148866" y="6402299"/>
                  <a:pt x="6140958" y="6396595"/>
                  <a:pt x="6132101" y="6392793"/>
                </a:cubicBezTo>
                <a:cubicBezTo>
                  <a:pt x="6132101" y="6372830"/>
                  <a:pt x="6132101" y="6372830"/>
                  <a:pt x="6132101" y="6372830"/>
                </a:cubicBezTo>
                <a:cubicBezTo>
                  <a:pt x="6132101" y="6372830"/>
                  <a:pt x="6122294" y="6372830"/>
                  <a:pt x="6118498" y="6372830"/>
                </a:cubicBezTo>
                <a:cubicBezTo>
                  <a:pt x="6118498" y="6369027"/>
                  <a:pt x="6118498" y="6359521"/>
                  <a:pt x="6118498" y="6359521"/>
                </a:cubicBezTo>
                <a:cubicBezTo>
                  <a:pt x="6108376" y="6359521"/>
                  <a:pt x="6108376" y="6359521"/>
                  <a:pt x="6108376" y="6359521"/>
                </a:cubicBezTo>
                <a:cubicBezTo>
                  <a:pt x="6098253" y="6359521"/>
                  <a:pt x="6098253" y="6359521"/>
                  <a:pt x="6098253" y="6359521"/>
                </a:cubicBezTo>
                <a:close/>
                <a:moveTo>
                  <a:pt x="0" y="0"/>
                </a:moveTo>
                <a:lnTo>
                  <a:pt x="12191993" y="0"/>
                </a:lnTo>
                <a:lnTo>
                  <a:pt x="12191993" y="6857996"/>
                </a:lnTo>
                <a:lnTo>
                  <a:pt x="0" y="6857996"/>
                </a:lnTo>
                <a:close/>
              </a:path>
            </a:pathLst>
          </a:custGeom>
        </p:spPr>
        <p:txBody>
          <a:bodyPr wrap="square">
            <a:noAutofit/>
          </a:bodyPr>
          <a:lstStyle>
            <a:lvl1pPr marL="324000" indent="-324000" algn="l" defTabSz="1088610" rtl="0" eaLnBrk="1" latinLnBrk="0" hangingPunct="1">
              <a:spcBef>
                <a:spcPts val="900"/>
              </a:spcBef>
              <a:buFont typeface="Arial" pitchFamily="34" charset="0"/>
              <a:buNone/>
              <a:defRPr/>
            </a:lvl1pPr>
          </a:lstStyle>
          <a:p>
            <a:r>
              <a:rPr lang="en-GB"/>
              <a:t>[Picture]</a:t>
            </a:r>
            <a:endParaRPr lang="en-GB" dirty="0"/>
          </a:p>
        </p:txBody>
      </p:sp>
    </p:spTree>
    <p:extLst>
      <p:ext uri="{BB962C8B-B14F-4D97-AF65-F5344CB8AC3E}">
        <p14:creationId xmlns:p14="http://schemas.microsoft.com/office/powerpoint/2010/main" val="3361835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red plane">
    <p:spTree>
      <p:nvGrpSpPr>
        <p:cNvPr id="1" name=""/>
        <p:cNvGrpSpPr/>
        <p:nvPr/>
      </p:nvGrpSpPr>
      <p:grpSpPr>
        <a:xfrm>
          <a:off x="0" y="0"/>
          <a:ext cx="0" cy="0"/>
          <a:chOff x="0" y="0"/>
          <a:chExt cx="0" cy="0"/>
        </a:xfrm>
      </p:grpSpPr>
      <p:sp>
        <p:nvSpPr>
          <p:cNvPr id="3" name="Placeholder 1">
            <a:extLst>
              <a:ext uri="{C183D7F6-B498-43B3-948B-1728B52AA6E4}">
                <adec:decorative xmlns:adec="http://schemas.microsoft.com/office/drawing/2017/decorative" val="1"/>
              </a:ext>
            </a:extLst>
          </p:cNvPr>
          <p:cNvSpPr>
            <a:spLocks noGrp="1" noSelect="1"/>
          </p:cNvSpPr>
          <p:nvPr userDrawn="1">
            <p:ph type="body" idx="1000" hasCustomPrompt="1"/>
            <p:custDataLst>
              <p:custData r:id="rId1"/>
            </p:custDataLst>
          </p:nvPr>
        </p:nvSpPr>
        <p:spPr>
          <a:xfrm>
            <a:off x="280800" y="280800"/>
            <a:ext cx="3445200" cy="3445200"/>
          </a:xfrm>
          <a:prstGeom prst="rect">
            <a:avLst/>
          </a:prstGeom>
          <a:solidFill>
            <a:srgbClr val="E3000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24000" indent="-324000" algn="ctr" defTabSz="1088610" rtl="0" eaLnBrk="1" latinLnBrk="0" hangingPunct="1">
              <a:spcBef>
                <a:spcPts val="900"/>
              </a:spcBef>
              <a:buFont typeface="Arial" pitchFamily="34" charset="0"/>
              <a:buNone/>
              <a:defRPr/>
            </a:lvl1pPr>
          </a:lstStyle>
          <a:p>
            <a:pPr algn="ctr"/>
            <a:r>
              <a:rPr lang="en-GB"/>
              <a:t> </a:t>
            </a:r>
            <a:endParaRPr lang="en-GB" dirty="0"/>
          </a:p>
        </p:txBody>
      </p:sp>
      <p:sp>
        <p:nvSpPr>
          <p:cNvPr id="6" name="Frame text 2 (JU-Free)"/>
          <p:cNvSpPr>
            <a:spLocks noGrp="1"/>
          </p:cNvSpPr>
          <p:nvPr>
            <p:ph type="body" sz="quarter" idx="11" hasCustomPrompt="1"/>
          </p:nvPr>
        </p:nvSpPr>
        <p:spPr>
          <a:xfrm>
            <a:off x="457200" y="979200"/>
            <a:ext cx="3097213" cy="2232025"/>
          </a:xfrm>
        </p:spPr>
        <p:txBody>
          <a:bodyPr/>
          <a:lstStyle>
            <a:lvl1pPr marL="0" indent="0">
              <a:lnSpc>
                <a:spcPct val="85000"/>
              </a:lnSpc>
              <a:spcBef>
                <a:spcPts val="0"/>
              </a:spcBef>
              <a:buNone/>
              <a:defRPr sz="3000" b="1" baseline="0">
                <a:solidFill>
                  <a:schemeClr val="bg1"/>
                </a:solidFill>
                <a:latin typeface="+mn-lt"/>
              </a:defRPr>
            </a:lvl1pPr>
            <a:lvl2pPr marL="0" indent="0">
              <a:spcBef>
                <a:spcPts val="2400"/>
              </a:spcBef>
              <a:buNone/>
              <a:defRPr sz="1400">
                <a:solidFill>
                  <a:schemeClr val="bg1"/>
                </a:solidFill>
              </a:defRPr>
            </a:lvl2pPr>
            <a:lvl3pPr marL="0" indent="0">
              <a:spcBef>
                <a:spcPts val="0"/>
              </a:spcBef>
              <a:buFont typeface="Arial" panose="020B0604020202020204" pitchFamily="34" charset="0"/>
              <a:buNone/>
              <a:defRPr sz="1400">
                <a:solidFill>
                  <a:schemeClr val="bg1"/>
                </a:solidFill>
              </a:defRPr>
            </a:lvl3pPr>
            <a:lvl4pPr marL="0" indent="0">
              <a:spcBef>
                <a:spcPts val="0"/>
              </a:spcBef>
              <a:buFont typeface="Arial" panose="020B0604020202020204" pitchFamily="34" charset="0"/>
              <a:buNone/>
              <a:defRPr sz="1400">
                <a:solidFill>
                  <a:schemeClr val="bg1"/>
                </a:solidFill>
                <a:latin typeface="+mn-lt"/>
              </a:defRPr>
            </a:lvl4pPr>
            <a:lvl5pPr marL="0" indent="0">
              <a:spcBef>
                <a:spcPts val="0"/>
              </a:spcBef>
              <a:buFont typeface="Arial" panose="020B0604020202020204" pitchFamily="34" charset="0"/>
              <a:buNone/>
              <a:defRPr sz="1400">
                <a:solidFill>
                  <a:schemeClr val="bg1"/>
                </a:solidFill>
              </a:defRPr>
            </a:lvl5pPr>
            <a:lvl6pPr marL="0" indent="0">
              <a:spcBef>
                <a:spcPts val="0"/>
              </a:spcBef>
              <a:buFont typeface="Arial" panose="020B0604020202020204" pitchFamily="34" charset="0"/>
              <a:buNone/>
              <a:defRPr sz="1400">
                <a:solidFill>
                  <a:schemeClr val="bg1"/>
                </a:solidFill>
              </a:defRPr>
            </a:lvl6pPr>
            <a:lvl7pPr marL="0" indent="0">
              <a:spcBef>
                <a:spcPts val="0"/>
              </a:spcBef>
              <a:buFont typeface="Arial" panose="020B0604020202020204" pitchFamily="34" charset="0"/>
              <a:buNone/>
              <a:defRPr sz="1400">
                <a:solidFill>
                  <a:schemeClr val="bg1"/>
                </a:solidFill>
              </a:defRPr>
            </a:lvl7pPr>
            <a:lvl8pPr marL="0" indent="0">
              <a:spcBef>
                <a:spcPts val="0"/>
              </a:spcBef>
              <a:buFont typeface="Arial" panose="020B0604020202020204" pitchFamily="34" charset="0"/>
              <a:buNone/>
              <a:defRPr sz="1400">
                <a:solidFill>
                  <a:schemeClr val="bg1"/>
                </a:solidFill>
              </a:defRPr>
            </a:lvl8pPr>
            <a:lvl9pPr marL="0" indent="0">
              <a:spcBef>
                <a:spcPts val="0"/>
              </a:spcBef>
              <a:buFont typeface="Arial" panose="020B0604020202020204" pitchFamily="34" charset="0"/>
              <a:buNone/>
              <a:defRPr sz="1400">
                <a:solidFill>
                  <a:schemeClr val="bg1"/>
                </a:solidFill>
              </a:defRPr>
            </a:lvl9pPr>
          </a:lstStyle>
          <a:p>
            <a:pPr lvl="0"/>
            <a:r>
              <a:rPr lang="en-GB"/>
              <a:t>[Kop]</a:t>
            </a:r>
          </a:p>
          <a:p>
            <a:pPr lvl="0"/>
            <a:r>
              <a:rPr lang="en-GB"/>
              <a:t>JU-LEVEL1=Kop</a:t>
            </a:r>
          </a:p>
          <a:p>
            <a:pPr lvl="1"/>
            <a:r>
              <a:rPr lang="en-GB"/>
              <a:t>JU-LEVEL2=Basistekst</a:t>
            </a:r>
            <a:endParaRPr lang="en-GB" dirty="0"/>
          </a:p>
        </p:txBody>
      </p:sp>
      <p:sp>
        <p:nvSpPr>
          <p:cNvPr id="9" name="Rounded Rectangle 3">
            <a:extLst>
              <a:ext uri="{FF2B5EF4-FFF2-40B4-BE49-F238E27FC236}">
                <a16:creationId xmlns:a16="http://schemas.microsoft.com/office/drawing/2014/main" id="{83609E12-BE53-4187-AD3F-CFB25812DE68}"/>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dirty="0"/>
          </a:p>
        </p:txBody>
      </p:sp>
      <p:sp>
        <p:nvSpPr>
          <p:cNvPr id="8" name="Frame 4"/>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0" name="Frame 5"/>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1" name="Vrije vorm 6"/>
          <p:cNvSpPr>
            <a:spLocks noGrp="1" noSelect="1"/>
          </p:cNvSpPr>
          <p:nvPr>
            <p:ph type="pic" sz="quarter" idx="1001" hasCustomPrompt="1"/>
          </p:nvPr>
        </p:nvSpPr>
        <p:spPr>
          <a:xfrm>
            <a:off x="8" y="5"/>
            <a:ext cx="12191993" cy="6857996"/>
          </a:xfrm>
          <a:custGeom>
            <a:avLst/>
            <a:gdLst>
              <a:gd name="connsiteX0" fmla="*/ 6150497 w 12191993"/>
              <a:gd name="connsiteY0" fmla="*/ 6688738 h 6857996"/>
              <a:gd name="connsiteX1" fmla="*/ 6148985 w 12191993"/>
              <a:gd name="connsiteY1" fmla="*/ 6692367 h 6857996"/>
              <a:gd name="connsiteX2" fmla="*/ 6152916 w 12191993"/>
              <a:gd name="connsiteY2" fmla="*/ 6693878 h 6857996"/>
              <a:gd name="connsiteX3" fmla="*/ 6154125 w 12191993"/>
              <a:gd name="connsiteY3" fmla="*/ 6690250 h 6857996"/>
              <a:gd name="connsiteX4" fmla="*/ 6150497 w 12191993"/>
              <a:gd name="connsiteY4" fmla="*/ 6688738 h 6857996"/>
              <a:gd name="connsiteX5" fmla="*/ 6092818 w 12191993"/>
              <a:gd name="connsiteY5" fmla="*/ 6684958 h 6857996"/>
              <a:gd name="connsiteX6" fmla="*/ 6092818 w 12191993"/>
              <a:gd name="connsiteY6" fmla="*/ 6686546 h 6857996"/>
              <a:gd name="connsiteX7" fmla="*/ 6094405 w 12191993"/>
              <a:gd name="connsiteY7" fmla="*/ 6688133 h 6857996"/>
              <a:gd name="connsiteX8" fmla="*/ 6092818 w 12191993"/>
              <a:gd name="connsiteY8" fmla="*/ 6708771 h 6857996"/>
              <a:gd name="connsiteX9" fmla="*/ 6091231 w 12191993"/>
              <a:gd name="connsiteY9" fmla="*/ 6710359 h 6857996"/>
              <a:gd name="connsiteX10" fmla="*/ 6097580 w 12191993"/>
              <a:gd name="connsiteY10" fmla="*/ 6711946 h 6857996"/>
              <a:gd name="connsiteX11" fmla="*/ 6097580 w 12191993"/>
              <a:gd name="connsiteY11" fmla="*/ 6708771 h 6857996"/>
              <a:gd name="connsiteX12" fmla="*/ 6095993 w 12191993"/>
              <a:gd name="connsiteY12" fmla="*/ 6708771 h 6857996"/>
              <a:gd name="connsiteX13" fmla="*/ 6097580 w 12191993"/>
              <a:gd name="connsiteY13" fmla="*/ 6692896 h 6857996"/>
              <a:gd name="connsiteX14" fmla="*/ 6111868 w 12191993"/>
              <a:gd name="connsiteY14" fmla="*/ 6711946 h 6857996"/>
              <a:gd name="connsiteX15" fmla="*/ 6115043 w 12191993"/>
              <a:gd name="connsiteY15" fmla="*/ 6711946 h 6857996"/>
              <a:gd name="connsiteX16" fmla="*/ 6113456 w 12191993"/>
              <a:gd name="connsiteY16" fmla="*/ 6688133 h 6857996"/>
              <a:gd name="connsiteX17" fmla="*/ 6113456 w 12191993"/>
              <a:gd name="connsiteY17" fmla="*/ 6686546 h 6857996"/>
              <a:gd name="connsiteX18" fmla="*/ 6108693 w 12191993"/>
              <a:gd name="connsiteY18" fmla="*/ 6686546 h 6857996"/>
              <a:gd name="connsiteX19" fmla="*/ 6108693 w 12191993"/>
              <a:gd name="connsiteY19" fmla="*/ 6688133 h 6857996"/>
              <a:gd name="connsiteX20" fmla="*/ 6110281 w 12191993"/>
              <a:gd name="connsiteY20" fmla="*/ 6688133 h 6857996"/>
              <a:gd name="connsiteX21" fmla="*/ 6111868 w 12191993"/>
              <a:gd name="connsiteY21" fmla="*/ 6704009 h 6857996"/>
              <a:gd name="connsiteX22" fmla="*/ 6097580 w 12191993"/>
              <a:gd name="connsiteY22" fmla="*/ 6686546 h 6857996"/>
              <a:gd name="connsiteX23" fmla="*/ 6080118 w 12191993"/>
              <a:gd name="connsiteY23" fmla="*/ 6683371 h 6857996"/>
              <a:gd name="connsiteX24" fmla="*/ 6080118 w 12191993"/>
              <a:gd name="connsiteY24" fmla="*/ 6684959 h 6857996"/>
              <a:gd name="connsiteX25" fmla="*/ 6081705 w 12191993"/>
              <a:gd name="connsiteY25" fmla="*/ 6686546 h 6857996"/>
              <a:gd name="connsiteX26" fmla="*/ 6076943 w 12191993"/>
              <a:gd name="connsiteY26" fmla="*/ 6705597 h 6857996"/>
              <a:gd name="connsiteX27" fmla="*/ 6075355 w 12191993"/>
              <a:gd name="connsiteY27" fmla="*/ 6707184 h 6857996"/>
              <a:gd name="connsiteX28" fmla="*/ 6083293 w 12191993"/>
              <a:gd name="connsiteY28" fmla="*/ 6710359 h 6857996"/>
              <a:gd name="connsiteX29" fmla="*/ 6083293 w 12191993"/>
              <a:gd name="connsiteY29" fmla="*/ 6708772 h 6857996"/>
              <a:gd name="connsiteX30" fmla="*/ 6081705 w 12191993"/>
              <a:gd name="connsiteY30" fmla="*/ 6707184 h 6857996"/>
              <a:gd name="connsiteX31" fmla="*/ 6086468 w 12191993"/>
              <a:gd name="connsiteY31" fmla="*/ 6686546 h 6857996"/>
              <a:gd name="connsiteX32" fmla="*/ 6088055 w 12191993"/>
              <a:gd name="connsiteY32" fmla="*/ 6686546 h 6857996"/>
              <a:gd name="connsiteX33" fmla="*/ 6088055 w 12191993"/>
              <a:gd name="connsiteY33" fmla="*/ 6684959 h 6857996"/>
              <a:gd name="connsiteX34" fmla="*/ 6137500 w 12191993"/>
              <a:gd name="connsiteY34" fmla="*/ 6681783 h 6857996"/>
              <a:gd name="connsiteX35" fmla="*/ 6131078 w 12191993"/>
              <a:gd name="connsiteY35" fmla="*/ 6682736 h 6857996"/>
              <a:gd name="connsiteX36" fmla="*/ 6120162 w 12191993"/>
              <a:gd name="connsiteY36" fmla="*/ 6699246 h 6857996"/>
              <a:gd name="connsiteX37" fmla="*/ 6136536 w 12191993"/>
              <a:gd name="connsiteY37" fmla="*/ 6708771 h 6857996"/>
              <a:gd name="connsiteX38" fmla="*/ 6145205 w 12191993"/>
              <a:gd name="connsiteY38" fmla="*/ 6703373 h 6857996"/>
              <a:gd name="connsiteX39" fmla="*/ 6143279 w 12191993"/>
              <a:gd name="connsiteY39" fmla="*/ 6697658 h 6857996"/>
              <a:gd name="connsiteX40" fmla="*/ 6142316 w 12191993"/>
              <a:gd name="connsiteY40" fmla="*/ 6697658 h 6857996"/>
              <a:gd name="connsiteX41" fmla="*/ 6136215 w 12191993"/>
              <a:gd name="connsiteY41" fmla="*/ 6705596 h 6857996"/>
              <a:gd name="connsiteX42" fmla="*/ 6126262 w 12191993"/>
              <a:gd name="connsiteY42" fmla="*/ 6698293 h 6857996"/>
              <a:gd name="connsiteX43" fmla="*/ 6138784 w 12191993"/>
              <a:gd name="connsiteY43" fmla="*/ 6695436 h 6857996"/>
              <a:gd name="connsiteX44" fmla="*/ 6139747 w 12191993"/>
              <a:gd name="connsiteY44" fmla="*/ 6696388 h 6857996"/>
              <a:gd name="connsiteX45" fmla="*/ 6141031 w 12191993"/>
              <a:gd name="connsiteY45" fmla="*/ 6696071 h 6857996"/>
              <a:gd name="connsiteX46" fmla="*/ 6139747 w 12191993"/>
              <a:gd name="connsiteY46" fmla="*/ 6690356 h 6857996"/>
              <a:gd name="connsiteX47" fmla="*/ 6138463 w 12191993"/>
              <a:gd name="connsiteY47" fmla="*/ 6690673 h 6857996"/>
              <a:gd name="connsiteX48" fmla="*/ 6137500 w 12191993"/>
              <a:gd name="connsiteY48" fmla="*/ 6692896 h 6857996"/>
              <a:gd name="connsiteX49" fmla="*/ 6124978 w 12191993"/>
              <a:gd name="connsiteY49" fmla="*/ 6695436 h 6857996"/>
              <a:gd name="connsiteX50" fmla="*/ 6130436 w 12191993"/>
              <a:gd name="connsiteY50" fmla="*/ 6685593 h 6857996"/>
              <a:gd name="connsiteX51" fmla="*/ 6137821 w 12191993"/>
              <a:gd name="connsiteY51" fmla="*/ 6687816 h 6857996"/>
              <a:gd name="connsiteX52" fmla="*/ 6139105 w 12191993"/>
              <a:gd name="connsiteY52" fmla="*/ 6687181 h 6857996"/>
              <a:gd name="connsiteX53" fmla="*/ 6137500 w 12191993"/>
              <a:gd name="connsiteY53" fmla="*/ 6681783 h 6857996"/>
              <a:gd name="connsiteX54" fmla="*/ 6053130 w 12191993"/>
              <a:gd name="connsiteY54" fmla="*/ 6672258 h 6857996"/>
              <a:gd name="connsiteX55" fmla="*/ 6051542 w 12191993"/>
              <a:gd name="connsiteY55" fmla="*/ 6673846 h 6857996"/>
              <a:gd name="connsiteX56" fmla="*/ 6053130 w 12191993"/>
              <a:gd name="connsiteY56" fmla="*/ 6675433 h 6857996"/>
              <a:gd name="connsiteX57" fmla="*/ 6038842 w 12191993"/>
              <a:gd name="connsiteY57" fmla="*/ 6691308 h 6857996"/>
              <a:gd name="connsiteX58" fmla="*/ 6037255 w 12191993"/>
              <a:gd name="connsiteY58" fmla="*/ 6689721 h 6857996"/>
              <a:gd name="connsiteX59" fmla="*/ 6035668 w 12191993"/>
              <a:gd name="connsiteY59" fmla="*/ 6691308 h 6857996"/>
              <a:gd name="connsiteX60" fmla="*/ 6042018 w 12191993"/>
              <a:gd name="connsiteY60" fmla="*/ 6694483 h 6857996"/>
              <a:gd name="connsiteX61" fmla="*/ 6042018 w 12191993"/>
              <a:gd name="connsiteY61" fmla="*/ 6692896 h 6857996"/>
              <a:gd name="connsiteX62" fmla="*/ 6051542 w 12191993"/>
              <a:gd name="connsiteY62" fmla="*/ 6680196 h 6857996"/>
              <a:gd name="connsiteX63" fmla="*/ 6049955 w 12191993"/>
              <a:gd name="connsiteY63" fmla="*/ 6699246 h 6857996"/>
              <a:gd name="connsiteX64" fmla="*/ 6053130 w 12191993"/>
              <a:gd name="connsiteY64" fmla="*/ 6700833 h 6857996"/>
              <a:gd name="connsiteX65" fmla="*/ 6065830 w 12191993"/>
              <a:gd name="connsiteY65" fmla="*/ 6684958 h 6857996"/>
              <a:gd name="connsiteX66" fmla="*/ 6064243 w 12191993"/>
              <a:gd name="connsiteY66" fmla="*/ 6700833 h 6857996"/>
              <a:gd name="connsiteX67" fmla="*/ 6062656 w 12191993"/>
              <a:gd name="connsiteY67" fmla="*/ 6702421 h 6857996"/>
              <a:gd name="connsiteX68" fmla="*/ 6061068 w 12191993"/>
              <a:gd name="connsiteY68" fmla="*/ 6704008 h 6857996"/>
              <a:gd name="connsiteX69" fmla="*/ 6069005 w 12191993"/>
              <a:gd name="connsiteY69" fmla="*/ 6707183 h 6857996"/>
              <a:gd name="connsiteX70" fmla="*/ 6069005 w 12191993"/>
              <a:gd name="connsiteY70" fmla="*/ 6705596 h 6857996"/>
              <a:gd name="connsiteX71" fmla="*/ 6067418 w 12191993"/>
              <a:gd name="connsiteY71" fmla="*/ 6704008 h 6857996"/>
              <a:gd name="connsiteX72" fmla="*/ 6070593 w 12191993"/>
              <a:gd name="connsiteY72" fmla="*/ 6681783 h 6857996"/>
              <a:gd name="connsiteX73" fmla="*/ 6072180 w 12191993"/>
              <a:gd name="connsiteY73" fmla="*/ 6681783 h 6857996"/>
              <a:gd name="connsiteX74" fmla="*/ 6072180 w 12191993"/>
              <a:gd name="connsiteY74" fmla="*/ 6680196 h 6857996"/>
              <a:gd name="connsiteX75" fmla="*/ 6065830 w 12191993"/>
              <a:gd name="connsiteY75" fmla="*/ 6677021 h 6857996"/>
              <a:gd name="connsiteX76" fmla="*/ 6064243 w 12191993"/>
              <a:gd name="connsiteY76" fmla="*/ 6678608 h 6857996"/>
              <a:gd name="connsiteX77" fmla="*/ 6065830 w 12191993"/>
              <a:gd name="connsiteY77" fmla="*/ 6678608 h 6857996"/>
              <a:gd name="connsiteX78" fmla="*/ 6056306 w 12191993"/>
              <a:gd name="connsiteY78" fmla="*/ 6689721 h 6857996"/>
              <a:gd name="connsiteX79" fmla="*/ 6057893 w 12191993"/>
              <a:gd name="connsiteY79" fmla="*/ 6673846 h 6857996"/>
              <a:gd name="connsiteX80" fmla="*/ 6175023 w 12191993"/>
              <a:gd name="connsiteY80" fmla="*/ 6664321 h 6857996"/>
              <a:gd name="connsiteX81" fmla="*/ 6154730 w 12191993"/>
              <a:gd name="connsiteY81" fmla="*/ 6675963 h 6857996"/>
              <a:gd name="connsiteX82" fmla="*/ 6155052 w 12191993"/>
              <a:gd name="connsiteY82" fmla="*/ 6677221 h 6857996"/>
              <a:gd name="connsiteX83" fmla="*/ 6156985 w 12191993"/>
              <a:gd name="connsiteY83" fmla="*/ 6677221 h 6857996"/>
              <a:gd name="connsiteX84" fmla="*/ 6166970 w 12191993"/>
              <a:gd name="connsiteY84" fmla="*/ 6696414 h 6857996"/>
              <a:gd name="connsiteX85" fmla="*/ 6166326 w 12191993"/>
              <a:gd name="connsiteY85" fmla="*/ 6697988 h 6857996"/>
              <a:gd name="connsiteX86" fmla="*/ 6167292 w 12191993"/>
              <a:gd name="connsiteY86" fmla="*/ 6699246 h 6857996"/>
              <a:gd name="connsiteX87" fmla="*/ 6174378 w 12191993"/>
              <a:gd name="connsiteY87" fmla="*/ 6695471 h 6857996"/>
              <a:gd name="connsiteX88" fmla="*/ 6173734 w 12191993"/>
              <a:gd name="connsiteY88" fmla="*/ 6694841 h 6857996"/>
              <a:gd name="connsiteX89" fmla="*/ 6171802 w 12191993"/>
              <a:gd name="connsiteY89" fmla="*/ 6694527 h 6857996"/>
              <a:gd name="connsiteX90" fmla="*/ 6166970 w 12191993"/>
              <a:gd name="connsiteY90" fmla="*/ 6684458 h 6857996"/>
              <a:gd name="connsiteX91" fmla="*/ 6173734 w 12191993"/>
              <a:gd name="connsiteY91" fmla="*/ 6680997 h 6857996"/>
              <a:gd name="connsiteX92" fmla="*/ 6176955 w 12191993"/>
              <a:gd name="connsiteY92" fmla="*/ 6680997 h 6857996"/>
              <a:gd name="connsiteX93" fmla="*/ 6174378 w 12191993"/>
              <a:gd name="connsiteY93" fmla="*/ 6675963 h 6857996"/>
              <a:gd name="connsiteX94" fmla="*/ 6172446 w 12191993"/>
              <a:gd name="connsiteY94" fmla="*/ 6678165 h 6857996"/>
              <a:gd name="connsiteX95" fmla="*/ 6165360 w 12191993"/>
              <a:gd name="connsiteY95" fmla="*/ 6681626 h 6857996"/>
              <a:gd name="connsiteX96" fmla="*/ 6161816 w 12191993"/>
              <a:gd name="connsiteY96" fmla="*/ 6674704 h 6857996"/>
              <a:gd name="connsiteX97" fmla="*/ 6169869 w 12191993"/>
              <a:gd name="connsiteY97" fmla="*/ 6670299 h 6857996"/>
              <a:gd name="connsiteX98" fmla="*/ 6173090 w 12191993"/>
              <a:gd name="connsiteY98" fmla="*/ 6669670 h 6857996"/>
              <a:gd name="connsiteX99" fmla="*/ 6173412 w 12191993"/>
              <a:gd name="connsiteY99" fmla="*/ 6667468 h 6857996"/>
              <a:gd name="connsiteX100" fmla="*/ 6175023 w 12191993"/>
              <a:gd name="connsiteY100" fmla="*/ 6664321 h 6857996"/>
              <a:gd name="connsiteX101" fmla="*/ 6030390 w 12191993"/>
              <a:gd name="connsiteY101" fmla="*/ 6663090 h 6857996"/>
              <a:gd name="connsiteX102" fmla="*/ 6037104 w 12191993"/>
              <a:gd name="connsiteY102" fmla="*/ 6663368 h 6857996"/>
              <a:gd name="connsiteX103" fmla="*/ 6037761 w 12191993"/>
              <a:gd name="connsiteY103" fmla="*/ 6664003 h 6857996"/>
              <a:gd name="connsiteX104" fmla="*/ 6035139 w 12191993"/>
              <a:gd name="connsiteY104" fmla="*/ 6676386 h 6857996"/>
              <a:gd name="connsiteX105" fmla="*/ 6027605 w 12191993"/>
              <a:gd name="connsiteY105" fmla="*/ 6680196 h 6857996"/>
              <a:gd name="connsiteX106" fmla="*/ 6023674 w 12191993"/>
              <a:gd name="connsiteY106" fmla="*/ 6678609 h 6857996"/>
              <a:gd name="connsiteX107" fmla="*/ 6023347 w 12191993"/>
              <a:gd name="connsiteY107" fmla="*/ 6678291 h 6857996"/>
              <a:gd name="connsiteX108" fmla="*/ 6021381 w 12191993"/>
              <a:gd name="connsiteY108" fmla="*/ 6675116 h 6857996"/>
              <a:gd name="connsiteX109" fmla="*/ 6025640 w 12191993"/>
              <a:gd name="connsiteY109" fmla="*/ 6666861 h 6857996"/>
              <a:gd name="connsiteX110" fmla="*/ 6030390 w 12191993"/>
              <a:gd name="connsiteY110" fmla="*/ 6663090 h 6857996"/>
              <a:gd name="connsiteX111" fmla="*/ 6030111 w 12191993"/>
              <a:gd name="connsiteY111" fmla="*/ 6659872 h 6857996"/>
              <a:gd name="connsiteX112" fmla="*/ 6020698 w 12191993"/>
              <a:gd name="connsiteY112" fmla="*/ 6665835 h 6857996"/>
              <a:gd name="connsiteX113" fmla="*/ 6021324 w 12191993"/>
              <a:gd name="connsiteY113" fmla="*/ 6682153 h 6857996"/>
              <a:gd name="connsiteX114" fmla="*/ 6021324 w 12191993"/>
              <a:gd name="connsiteY114" fmla="*/ 6682467 h 6857996"/>
              <a:gd name="connsiteX115" fmla="*/ 6021639 w 12191993"/>
              <a:gd name="connsiteY115" fmla="*/ 6682467 h 6857996"/>
              <a:gd name="connsiteX116" fmla="*/ 6038270 w 12191993"/>
              <a:gd name="connsiteY116" fmla="*/ 6682153 h 6857996"/>
              <a:gd name="connsiteX117" fmla="*/ 6043292 w 12191993"/>
              <a:gd name="connsiteY117" fmla="*/ 6672425 h 6857996"/>
              <a:gd name="connsiteX118" fmla="*/ 6040467 w 12191993"/>
              <a:gd name="connsiteY118" fmla="*/ 6663638 h 6857996"/>
              <a:gd name="connsiteX119" fmla="*/ 6040154 w 12191993"/>
              <a:gd name="connsiteY119" fmla="*/ 6663010 h 6857996"/>
              <a:gd name="connsiteX120" fmla="*/ 6039840 w 12191993"/>
              <a:gd name="connsiteY120" fmla="*/ 6662696 h 6857996"/>
              <a:gd name="connsiteX121" fmla="*/ 6039526 w 12191993"/>
              <a:gd name="connsiteY121" fmla="*/ 6662383 h 6857996"/>
              <a:gd name="connsiteX122" fmla="*/ 6030111 w 12191993"/>
              <a:gd name="connsiteY122" fmla="*/ 6659872 h 6857996"/>
              <a:gd name="connsiteX123" fmla="*/ 6187938 w 12191993"/>
              <a:gd name="connsiteY123" fmla="*/ 6653208 h 6857996"/>
              <a:gd name="connsiteX124" fmla="*/ 6183014 w 12191993"/>
              <a:gd name="connsiteY124" fmla="*/ 6657377 h 6857996"/>
              <a:gd name="connsiteX125" fmla="*/ 6180859 w 12191993"/>
              <a:gd name="connsiteY125" fmla="*/ 6677582 h 6857996"/>
              <a:gd name="connsiteX126" fmla="*/ 6199634 w 12191993"/>
              <a:gd name="connsiteY126" fmla="*/ 6677582 h 6857996"/>
              <a:gd name="connsiteX127" fmla="*/ 6203943 w 12191993"/>
              <a:gd name="connsiteY127" fmla="*/ 6668602 h 6857996"/>
              <a:gd name="connsiteX128" fmla="*/ 6200558 w 12191993"/>
              <a:gd name="connsiteY128" fmla="*/ 6664112 h 6857996"/>
              <a:gd name="connsiteX129" fmla="*/ 6199634 w 12191993"/>
              <a:gd name="connsiteY129" fmla="*/ 6664754 h 6857996"/>
              <a:gd name="connsiteX130" fmla="*/ 6197480 w 12191993"/>
              <a:gd name="connsiteY130" fmla="*/ 6675337 h 6857996"/>
              <a:gd name="connsiteX131" fmla="*/ 6186092 w 12191993"/>
              <a:gd name="connsiteY131" fmla="*/ 6673734 h 6857996"/>
              <a:gd name="connsiteX132" fmla="*/ 6195325 w 12191993"/>
              <a:gd name="connsiteY132" fmla="*/ 6664433 h 6857996"/>
              <a:gd name="connsiteX133" fmla="*/ 6196864 w 12191993"/>
              <a:gd name="connsiteY133" fmla="*/ 6664754 h 6857996"/>
              <a:gd name="connsiteX134" fmla="*/ 6197788 w 12191993"/>
              <a:gd name="connsiteY134" fmla="*/ 6663792 h 6857996"/>
              <a:gd name="connsiteX135" fmla="*/ 6193786 w 12191993"/>
              <a:gd name="connsiteY135" fmla="*/ 6659622 h 6857996"/>
              <a:gd name="connsiteX136" fmla="*/ 6193171 w 12191993"/>
              <a:gd name="connsiteY136" fmla="*/ 6660585 h 6857996"/>
              <a:gd name="connsiteX137" fmla="*/ 6193171 w 12191993"/>
              <a:gd name="connsiteY137" fmla="*/ 6663150 h 6857996"/>
              <a:gd name="connsiteX138" fmla="*/ 6183937 w 12191993"/>
              <a:gd name="connsiteY138" fmla="*/ 6671489 h 6857996"/>
              <a:gd name="connsiteX139" fmla="*/ 6183937 w 12191993"/>
              <a:gd name="connsiteY139" fmla="*/ 6660264 h 6857996"/>
              <a:gd name="connsiteX140" fmla="*/ 6191324 w 12191993"/>
              <a:gd name="connsiteY140" fmla="*/ 6658660 h 6857996"/>
              <a:gd name="connsiteX141" fmla="*/ 6191940 w 12191993"/>
              <a:gd name="connsiteY141" fmla="*/ 6657377 h 6857996"/>
              <a:gd name="connsiteX142" fmla="*/ 6187938 w 12191993"/>
              <a:gd name="connsiteY142" fmla="*/ 6653208 h 6857996"/>
              <a:gd name="connsiteX143" fmla="*/ 6196845 w 12191993"/>
              <a:gd name="connsiteY143" fmla="*/ 6642096 h 6857996"/>
              <a:gd name="connsiteX144" fmla="*/ 6191242 w 12191993"/>
              <a:gd name="connsiteY144" fmla="*/ 6649399 h 6857996"/>
              <a:gd name="connsiteX145" fmla="*/ 6192799 w 12191993"/>
              <a:gd name="connsiteY145" fmla="*/ 6650351 h 6857996"/>
              <a:gd name="connsiteX146" fmla="*/ 6194355 w 12191993"/>
              <a:gd name="connsiteY146" fmla="*/ 6649399 h 6857996"/>
              <a:gd name="connsiteX147" fmla="*/ 6210230 w 12191993"/>
              <a:gd name="connsiteY147" fmla="*/ 6662734 h 6857996"/>
              <a:gd name="connsiteX148" fmla="*/ 6209919 w 12191993"/>
              <a:gd name="connsiteY148" fmla="*/ 6664639 h 6857996"/>
              <a:gd name="connsiteX149" fmla="*/ 6210541 w 12191993"/>
              <a:gd name="connsiteY149" fmla="*/ 6665909 h 6857996"/>
              <a:gd name="connsiteX150" fmla="*/ 6222992 w 12191993"/>
              <a:gd name="connsiteY150" fmla="*/ 6651304 h 6857996"/>
              <a:gd name="connsiteX151" fmla="*/ 6220191 w 12191993"/>
              <a:gd name="connsiteY151" fmla="*/ 6644319 h 6857996"/>
              <a:gd name="connsiteX152" fmla="*/ 6218323 w 12191993"/>
              <a:gd name="connsiteY152" fmla="*/ 6646224 h 6857996"/>
              <a:gd name="connsiteX153" fmla="*/ 6218946 w 12191993"/>
              <a:gd name="connsiteY153" fmla="*/ 6650669 h 6857996"/>
              <a:gd name="connsiteX154" fmla="*/ 6213654 w 12191993"/>
              <a:gd name="connsiteY154" fmla="*/ 6658607 h 6857996"/>
              <a:gd name="connsiteX155" fmla="*/ 6197468 w 12191993"/>
              <a:gd name="connsiteY155" fmla="*/ 6644954 h 6857996"/>
              <a:gd name="connsiteX156" fmla="*/ 6198090 w 12191993"/>
              <a:gd name="connsiteY156" fmla="*/ 6643049 h 6857996"/>
              <a:gd name="connsiteX157" fmla="*/ 6196845 w 12191993"/>
              <a:gd name="connsiteY157" fmla="*/ 6642096 h 6857996"/>
              <a:gd name="connsiteX158" fmla="*/ 6013443 w 12191993"/>
              <a:gd name="connsiteY158" fmla="*/ 6635746 h 6857996"/>
              <a:gd name="connsiteX159" fmla="*/ 6013443 w 12191993"/>
              <a:gd name="connsiteY159" fmla="*/ 6637334 h 6857996"/>
              <a:gd name="connsiteX160" fmla="*/ 5995980 w 12191993"/>
              <a:gd name="connsiteY160" fmla="*/ 6650034 h 6857996"/>
              <a:gd name="connsiteX161" fmla="*/ 5994393 w 12191993"/>
              <a:gd name="connsiteY161" fmla="*/ 6648446 h 6857996"/>
              <a:gd name="connsiteX162" fmla="*/ 5992806 w 12191993"/>
              <a:gd name="connsiteY162" fmla="*/ 6650034 h 6857996"/>
              <a:gd name="connsiteX163" fmla="*/ 5997568 w 12191993"/>
              <a:gd name="connsiteY163" fmla="*/ 6654797 h 6857996"/>
              <a:gd name="connsiteX164" fmla="*/ 5999156 w 12191993"/>
              <a:gd name="connsiteY164" fmla="*/ 6654797 h 6857996"/>
              <a:gd name="connsiteX165" fmla="*/ 5999156 w 12191993"/>
              <a:gd name="connsiteY165" fmla="*/ 6651621 h 6857996"/>
              <a:gd name="connsiteX166" fmla="*/ 6011855 w 12191993"/>
              <a:gd name="connsiteY166" fmla="*/ 6643684 h 6857996"/>
              <a:gd name="connsiteX167" fmla="*/ 6005506 w 12191993"/>
              <a:gd name="connsiteY167" fmla="*/ 6665909 h 6857996"/>
              <a:gd name="connsiteX168" fmla="*/ 6008680 w 12191993"/>
              <a:gd name="connsiteY168" fmla="*/ 6669084 h 6857996"/>
              <a:gd name="connsiteX169" fmla="*/ 6024555 w 12191993"/>
              <a:gd name="connsiteY169" fmla="*/ 6653209 h 6857996"/>
              <a:gd name="connsiteX170" fmla="*/ 6026143 w 12191993"/>
              <a:gd name="connsiteY170" fmla="*/ 6651621 h 6857996"/>
              <a:gd name="connsiteX171" fmla="*/ 6027731 w 12191993"/>
              <a:gd name="connsiteY171" fmla="*/ 6651621 h 6857996"/>
              <a:gd name="connsiteX172" fmla="*/ 6024555 w 12191993"/>
              <a:gd name="connsiteY172" fmla="*/ 6646859 h 6857996"/>
              <a:gd name="connsiteX173" fmla="*/ 6022968 w 12191993"/>
              <a:gd name="connsiteY173" fmla="*/ 6648446 h 6857996"/>
              <a:gd name="connsiteX174" fmla="*/ 6022968 w 12191993"/>
              <a:gd name="connsiteY174" fmla="*/ 6650034 h 6857996"/>
              <a:gd name="connsiteX175" fmla="*/ 6011855 w 12191993"/>
              <a:gd name="connsiteY175" fmla="*/ 6661147 h 6857996"/>
              <a:gd name="connsiteX176" fmla="*/ 6016618 w 12191993"/>
              <a:gd name="connsiteY176" fmla="*/ 6638921 h 6857996"/>
              <a:gd name="connsiteX177" fmla="*/ 6015031 w 12191993"/>
              <a:gd name="connsiteY177" fmla="*/ 6635746 h 6857996"/>
              <a:gd name="connsiteX178" fmla="*/ 5999458 w 12191993"/>
              <a:gd name="connsiteY178" fmla="*/ 6630479 h 6857996"/>
              <a:gd name="connsiteX179" fmla="*/ 5998324 w 12191993"/>
              <a:gd name="connsiteY179" fmla="*/ 6634809 h 6857996"/>
              <a:gd name="connsiteX180" fmla="*/ 6003237 w 12191993"/>
              <a:gd name="connsiteY180" fmla="*/ 6636613 h 6857996"/>
              <a:gd name="connsiteX181" fmla="*/ 6004749 w 12191993"/>
              <a:gd name="connsiteY181" fmla="*/ 6632283 h 6857996"/>
              <a:gd name="connsiteX182" fmla="*/ 5999458 w 12191993"/>
              <a:gd name="connsiteY182" fmla="*/ 6630479 h 6857996"/>
              <a:gd name="connsiteX183" fmla="*/ 6207117 w 12191993"/>
              <a:gd name="connsiteY183" fmla="*/ 6626221 h 6857996"/>
              <a:gd name="connsiteX184" fmla="*/ 6203942 w 12191993"/>
              <a:gd name="connsiteY184" fmla="*/ 6632571 h 6857996"/>
              <a:gd name="connsiteX185" fmla="*/ 6203942 w 12191993"/>
              <a:gd name="connsiteY185" fmla="*/ 6634159 h 6857996"/>
              <a:gd name="connsiteX186" fmla="*/ 6207117 w 12191993"/>
              <a:gd name="connsiteY186" fmla="*/ 6632571 h 6857996"/>
              <a:gd name="connsiteX187" fmla="*/ 6224580 w 12191993"/>
              <a:gd name="connsiteY187" fmla="*/ 6643684 h 6857996"/>
              <a:gd name="connsiteX188" fmla="*/ 6224580 w 12191993"/>
              <a:gd name="connsiteY188" fmla="*/ 6645271 h 6857996"/>
              <a:gd name="connsiteX189" fmla="*/ 6226168 w 12191993"/>
              <a:gd name="connsiteY189" fmla="*/ 6645271 h 6857996"/>
              <a:gd name="connsiteX190" fmla="*/ 6230930 w 12191993"/>
              <a:gd name="connsiteY190" fmla="*/ 6637334 h 6857996"/>
              <a:gd name="connsiteX191" fmla="*/ 6229343 w 12191993"/>
              <a:gd name="connsiteY191" fmla="*/ 6637334 h 6857996"/>
              <a:gd name="connsiteX192" fmla="*/ 6227755 w 12191993"/>
              <a:gd name="connsiteY192" fmla="*/ 6638921 h 6857996"/>
              <a:gd name="connsiteX193" fmla="*/ 6207117 w 12191993"/>
              <a:gd name="connsiteY193" fmla="*/ 6627809 h 6857996"/>
              <a:gd name="connsiteX194" fmla="*/ 6208705 w 12191993"/>
              <a:gd name="connsiteY194" fmla="*/ 6626221 h 6857996"/>
              <a:gd name="connsiteX195" fmla="*/ 6002331 w 12191993"/>
              <a:gd name="connsiteY195" fmla="*/ 6615108 h 6857996"/>
              <a:gd name="connsiteX196" fmla="*/ 6002331 w 12191993"/>
              <a:gd name="connsiteY196" fmla="*/ 6616696 h 6857996"/>
              <a:gd name="connsiteX197" fmla="*/ 5983280 w 12191993"/>
              <a:gd name="connsiteY197" fmla="*/ 6626221 h 6857996"/>
              <a:gd name="connsiteX198" fmla="*/ 5981693 w 12191993"/>
              <a:gd name="connsiteY198" fmla="*/ 6624634 h 6857996"/>
              <a:gd name="connsiteX199" fmla="*/ 5980106 w 12191993"/>
              <a:gd name="connsiteY199" fmla="*/ 6624634 h 6857996"/>
              <a:gd name="connsiteX200" fmla="*/ 5983280 w 12191993"/>
              <a:gd name="connsiteY200" fmla="*/ 6632571 h 6857996"/>
              <a:gd name="connsiteX201" fmla="*/ 5984868 w 12191993"/>
              <a:gd name="connsiteY201" fmla="*/ 6632571 h 6857996"/>
              <a:gd name="connsiteX202" fmla="*/ 5984868 w 12191993"/>
              <a:gd name="connsiteY202" fmla="*/ 6630984 h 6857996"/>
              <a:gd name="connsiteX203" fmla="*/ 6003918 w 12191993"/>
              <a:gd name="connsiteY203" fmla="*/ 6621458 h 6857996"/>
              <a:gd name="connsiteX204" fmla="*/ 6005507 w 12191993"/>
              <a:gd name="connsiteY204" fmla="*/ 6623046 h 6857996"/>
              <a:gd name="connsiteX205" fmla="*/ 6007094 w 12191993"/>
              <a:gd name="connsiteY205" fmla="*/ 6621458 h 6857996"/>
              <a:gd name="connsiteX206" fmla="*/ 6003918 w 12191993"/>
              <a:gd name="connsiteY206" fmla="*/ 6615108 h 6857996"/>
              <a:gd name="connsiteX207" fmla="*/ 6217912 w 12191993"/>
              <a:gd name="connsiteY207" fmla="*/ 6602408 h 6857996"/>
              <a:gd name="connsiteX208" fmla="*/ 6214737 w 12191993"/>
              <a:gd name="connsiteY208" fmla="*/ 6607999 h 6857996"/>
              <a:gd name="connsiteX209" fmla="*/ 6219817 w 12191993"/>
              <a:gd name="connsiteY209" fmla="*/ 6626945 h 6857996"/>
              <a:gd name="connsiteX210" fmla="*/ 6238550 w 12191993"/>
              <a:gd name="connsiteY210" fmla="*/ 6619802 h 6857996"/>
              <a:gd name="connsiteX211" fmla="*/ 6239503 w 12191993"/>
              <a:gd name="connsiteY211" fmla="*/ 6609241 h 6857996"/>
              <a:gd name="connsiteX212" fmla="*/ 6234423 w 12191993"/>
              <a:gd name="connsiteY212" fmla="*/ 6607067 h 6857996"/>
              <a:gd name="connsiteX213" fmla="*/ 6233470 w 12191993"/>
              <a:gd name="connsiteY213" fmla="*/ 6607999 h 6857996"/>
              <a:gd name="connsiteX214" fmla="*/ 6235693 w 12191993"/>
              <a:gd name="connsiteY214" fmla="*/ 6617628 h 6857996"/>
              <a:gd name="connsiteX215" fmla="*/ 6221722 w 12191993"/>
              <a:gd name="connsiteY215" fmla="*/ 6620112 h 6857996"/>
              <a:gd name="connsiteX216" fmla="*/ 6216642 w 12191993"/>
              <a:gd name="connsiteY216" fmla="*/ 6609863 h 6857996"/>
              <a:gd name="connsiteX217" fmla="*/ 6222992 w 12191993"/>
              <a:gd name="connsiteY217" fmla="*/ 6605825 h 6857996"/>
              <a:gd name="connsiteX218" fmla="*/ 6223310 w 12191993"/>
              <a:gd name="connsiteY218" fmla="*/ 6604272 h 6857996"/>
              <a:gd name="connsiteX219" fmla="*/ 6217912 w 12191993"/>
              <a:gd name="connsiteY219" fmla="*/ 6602408 h 6857996"/>
              <a:gd name="connsiteX220" fmla="*/ 6129330 w 12191993"/>
              <a:gd name="connsiteY220" fmla="*/ 6599233 h 6857996"/>
              <a:gd name="connsiteX221" fmla="*/ 6149968 w 12191993"/>
              <a:gd name="connsiteY221" fmla="*/ 6599233 h 6857996"/>
              <a:gd name="connsiteX222" fmla="*/ 6129330 w 12191993"/>
              <a:gd name="connsiteY222" fmla="*/ 6640508 h 6857996"/>
              <a:gd name="connsiteX223" fmla="*/ 6129330 w 12191993"/>
              <a:gd name="connsiteY223" fmla="*/ 6599233 h 6857996"/>
              <a:gd name="connsiteX224" fmla="*/ 6065830 w 12191993"/>
              <a:gd name="connsiteY224" fmla="*/ 6599233 h 6857996"/>
              <a:gd name="connsiteX225" fmla="*/ 6088055 w 12191993"/>
              <a:gd name="connsiteY225" fmla="*/ 6599233 h 6857996"/>
              <a:gd name="connsiteX226" fmla="*/ 6088055 w 12191993"/>
              <a:gd name="connsiteY226" fmla="*/ 6640508 h 6857996"/>
              <a:gd name="connsiteX227" fmla="*/ 6065830 w 12191993"/>
              <a:gd name="connsiteY227" fmla="*/ 6599233 h 6857996"/>
              <a:gd name="connsiteX228" fmla="*/ 5985060 w 12191993"/>
              <a:gd name="connsiteY228" fmla="*/ 6592919 h 6857996"/>
              <a:gd name="connsiteX229" fmla="*/ 5975325 w 12191993"/>
              <a:gd name="connsiteY229" fmla="*/ 6609935 h 6857996"/>
              <a:gd name="connsiteX230" fmla="*/ 5980978 w 12191993"/>
              <a:gd name="connsiteY230" fmla="*/ 6618283 h 6857996"/>
              <a:gd name="connsiteX231" fmla="*/ 5986630 w 12191993"/>
              <a:gd name="connsiteY231" fmla="*/ 6616999 h 6857996"/>
              <a:gd name="connsiteX232" fmla="*/ 5986630 w 12191993"/>
              <a:gd name="connsiteY232" fmla="*/ 6616036 h 6857996"/>
              <a:gd name="connsiteX233" fmla="*/ 5978465 w 12191993"/>
              <a:gd name="connsiteY233" fmla="*/ 6609293 h 6857996"/>
              <a:gd name="connsiteX234" fmla="*/ 5985688 w 12191993"/>
              <a:gd name="connsiteY234" fmla="*/ 6599340 h 6857996"/>
              <a:gd name="connsiteX235" fmla="*/ 5988828 w 12191993"/>
              <a:gd name="connsiteY235" fmla="*/ 6611862 h 6857996"/>
              <a:gd name="connsiteX236" fmla="*/ 5987886 w 12191993"/>
              <a:gd name="connsiteY236" fmla="*/ 6613146 h 6857996"/>
              <a:gd name="connsiteX237" fmla="*/ 5988200 w 12191993"/>
              <a:gd name="connsiteY237" fmla="*/ 6614430 h 6857996"/>
              <a:gd name="connsiteX238" fmla="*/ 5994166 w 12191993"/>
              <a:gd name="connsiteY238" fmla="*/ 6612825 h 6857996"/>
              <a:gd name="connsiteX239" fmla="*/ 5993538 w 12191993"/>
              <a:gd name="connsiteY239" fmla="*/ 6611541 h 6857996"/>
              <a:gd name="connsiteX240" fmla="*/ 5991340 w 12191993"/>
              <a:gd name="connsiteY240" fmla="*/ 6610578 h 6857996"/>
              <a:gd name="connsiteX241" fmla="*/ 5988828 w 12191993"/>
              <a:gd name="connsiteY241" fmla="*/ 6598377 h 6857996"/>
              <a:gd name="connsiteX242" fmla="*/ 5998249 w 12191993"/>
              <a:gd name="connsiteY242" fmla="*/ 6603193 h 6857996"/>
              <a:gd name="connsiteX243" fmla="*/ 5996365 w 12191993"/>
              <a:gd name="connsiteY243" fmla="*/ 6610899 h 6857996"/>
              <a:gd name="connsiteX244" fmla="*/ 5996992 w 12191993"/>
              <a:gd name="connsiteY244" fmla="*/ 6611862 h 6857996"/>
              <a:gd name="connsiteX245" fmla="*/ 6002330 w 12191993"/>
              <a:gd name="connsiteY245" fmla="*/ 6610257 h 6857996"/>
              <a:gd name="connsiteX246" fmla="*/ 6001388 w 12191993"/>
              <a:gd name="connsiteY246" fmla="*/ 6603835 h 6857996"/>
              <a:gd name="connsiteX247" fmla="*/ 5985060 w 12191993"/>
              <a:gd name="connsiteY247" fmla="*/ 6592919 h 6857996"/>
              <a:gd name="connsiteX248" fmla="*/ 6218230 w 12191993"/>
              <a:gd name="connsiteY248" fmla="*/ 6591296 h 6857996"/>
              <a:gd name="connsiteX249" fmla="*/ 6216642 w 12191993"/>
              <a:gd name="connsiteY249" fmla="*/ 6599234 h 6857996"/>
              <a:gd name="connsiteX250" fmla="*/ 6218230 w 12191993"/>
              <a:gd name="connsiteY250" fmla="*/ 6599234 h 6857996"/>
              <a:gd name="connsiteX251" fmla="*/ 6219817 w 12191993"/>
              <a:gd name="connsiteY251" fmla="*/ 6597646 h 6857996"/>
              <a:gd name="connsiteX252" fmla="*/ 6240455 w 12191993"/>
              <a:gd name="connsiteY252" fmla="*/ 6600821 h 6857996"/>
              <a:gd name="connsiteX253" fmla="*/ 6240455 w 12191993"/>
              <a:gd name="connsiteY253" fmla="*/ 6602409 h 6857996"/>
              <a:gd name="connsiteX254" fmla="*/ 6242043 w 12191993"/>
              <a:gd name="connsiteY254" fmla="*/ 6603996 h 6857996"/>
              <a:gd name="connsiteX255" fmla="*/ 6243630 w 12191993"/>
              <a:gd name="connsiteY255" fmla="*/ 6594471 h 6857996"/>
              <a:gd name="connsiteX256" fmla="*/ 6242043 w 12191993"/>
              <a:gd name="connsiteY256" fmla="*/ 6596059 h 6857996"/>
              <a:gd name="connsiteX257" fmla="*/ 6219817 w 12191993"/>
              <a:gd name="connsiteY257" fmla="*/ 6592884 h 6857996"/>
              <a:gd name="connsiteX258" fmla="*/ 6219817 w 12191993"/>
              <a:gd name="connsiteY258" fmla="*/ 6591296 h 6857996"/>
              <a:gd name="connsiteX259" fmla="*/ 4811421 w 12191993"/>
              <a:gd name="connsiteY259" fmla="*/ 6570659 h 6857996"/>
              <a:gd name="connsiteX260" fmla="*/ 4812359 w 12191993"/>
              <a:gd name="connsiteY260" fmla="*/ 6570659 h 6857996"/>
              <a:gd name="connsiteX261" fmla="*/ 4813298 w 12191993"/>
              <a:gd name="connsiteY261" fmla="*/ 6572952 h 6857996"/>
              <a:gd name="connsiteX262" fmla="*/ 4813298 w 12191993"/>
              <a:gd name="connsiteY262" fmla="*/ 6576883 h 6857996"/>
              <a:gd name="connsiteX263" fmla="*/ 4810796 w 12191993"/>
              <a:gd name="connsiteY263" fmla="*/ 6586056 h 6857996"/>
              <a:gd name="connsiteX264" fmla="*/ 4800166 w 12191993"/>
              <a:gd name="connsiteY264" fmla="*/ 6591297 h 6857996"/>
              <a:gd name="connsiteX265" fmla="*/ 4792659 w 12191993"/>
              <a:gd name="connsiteY265" fmla="*/ 6583763 h 6857996"/>
              <a:gd name="connsiteX266" fmla="*/ 4797977 w 12191993"/>
              <a:gd name="connsiteY266" fmla="*/ 6574918 h 6857996"/>
              <a:gd name="connsiteX267" fmla="*/ 4810169 w 12191993"/>
              <a:gd name="connsiteY267" fmla="*/ 6570987 h 6857996"/>
              <a:gd name="connsiteX268" fmla="*/ 4811421 w 12191993"/>
              <a:gd name="connsiteY268" fmla="*/ 6570659 h 6857996"/>
              <a:gd name="connsiteX269" fmla="*/ 5974078 w 12191993"/>
              <a:gd name="connsiteY269" fmla="*/ 6569071 h 6857996"/>
              <a:gd name="connsiteX270" fmla="*/ 5994394 w 12191993"/>
              <a:gd name="connsiteY270" fmla="*/ 6569721 h 6857996"/>
              <a:gd name="connsiteX271" fmla="*/ 5993749 w 12191993"/>
              <a:gd name="connsiteY271" fmla="*/ 6575566 h 6857996"/>
              <a:gd name="connsiteX272" fmla="*/ 5985364 w 12191993"/>
              <a:gd name="connsiteY272" fmla="*/ 6583035 h 6857996"/>
              <a:gd name="connsiteX273" fmla="*/ 5974078 w 12191993"/>
              <a:gd name="connsiteY273" fmla="*/ 6574267 h 6857996"/>
              <a:gd name="connsiteX274" fmla="*/ 5974078 w 12191993"/>
              <a:gd name="connsiteY274" fmla="*/ 6569071 h 6857996"/>
              <a:gd name="connsiteX275" fmla="*/ 5970895 w 12191993"/>
              <a:gd name="connsiteY275" fmla="*/ 6561133 h 6857996"/>
              <a:gd name="connsiteX276" fmla="*/ 5970895 w 12191993"/>
              <a:gd name="connsiteY276" fmla="*/ 6574627 h 6857996"/>
              <a:gd name="connsiteX277" fmla="*/ 5985016 w 12191993"/>
              <a:gd name="connsiteY277" fmla="*/ 6588121 h 6857996"/>
              <a:gd name="connsiteX278" fmla="*/ 5996628 w 12191993"/>
              <a:gd name="connsiteY278" fmla="*/ 6573342 h 6857996"/>
              <a:gd name="connsiteX279" fmla="*/ 5997568 w 12191993"/>
              <a:gd name="connsiteY279" fmla="*/ 6561776 h 6857996"/>
              <a:gd name="connsiteX280" fmla="*/ 5996000 w 12191993"/>
              <a:gd name="connsiteY280" fmla="*/ 6561776 h 6857996"/>
              <a:gd name="connsiteX281" fmla="*/ 5995058 w 12191993"/>
              <a:gd name="connsiteY281" fmla="*/ 6563382 h 6857996"/>
              <a:gd name="connsiteX282" fmla="*/ 5973718 w 12191993"/>
              <a:gd name="connsiteY282" fmla="*/ 6563061 h 6857996"/>
              <a:gd name="connsiteX283" fmla="*/ 5972463 w 12191993"/>
              <a:gd name="connsiteY283" fmla="*/ 6561133 h 6857996"/>
              <a:gd name="connsiteX284" fmla="*/ 5970895 w 12191993"/>
              <a:gd name="connsiteY284" fmla="*/ 6561133 h 6857996"/>
              <a:gd name="connsiteX285" fmla="*/ 6218230 w 12191993"/>
              <a:gd name="connsiteY285" fmla="*/ 6559546 h 6857996"/>
              <a:gd name="connsiteX286" fmla="*/ 6220070 w 12191993"/>
              <a:gd name="connsiteY286" fmla="*/ 6564826 h 6857996"/>
              <a:gd name="connsiteX287" fmla="*/ 6219764 w 12191993"/>
              <a:gd name="connsiteY287" fmla="*/ 6584394 h 6857996"/>
              <a:gd name="connsiteX288" fmla="*/ 6218537 w 12191993"/>
              <a:gd name="connsiteY288" fmla="*/ 6588121 h 6857996"/>
              <a:gd name="connsiteX289" fmla="*/ 6224364 w 12191993"/>
              <a:gd name="connsiteY289" fmla="*/ 6584394 h 6857996"/>
              <a:gd name="connsiteX290" fmla="*/ 6223137 w 12191993"/>
              <a:gd name="connsiteY290" fmla="*/ 6583773 h 6857996"/>
              <a:gd name="connsiteX291" fmla="*/ 6222830 w 12191993"/>
              <a:gd name="connsiteY291" fmla="*/ 6577561 h 6857996"/>
              <a:gd name="connsiteX292" fmla="*/ 6243685 w 12191993"/>
              <a:gd name="connsiteY292" fmla="*/ 6577250 h 6857996"/>
              <a:gd name="connsiteX293" fmla="*/ 6244605 w 12191993"/>
              <a:gd name="connsiteY293" fmla="*/ 6578803 h 6857996"/>
              <a:gd name="connsiteX294" fmla="*/ 6245218 w 12191993"/>
              <a:gd name="connsiteY294" fmla="*/ 6579114 h 6857996"/>
              <a:gd name="connsiteX295" fmla="*/ 6245218 w 12191993"/>
              <a:gd name="connsiteY295" fmla="*/ 6571349 h 6857996"/>
              <a:gd name="connsiteX296" fmla="*/ 6243992 w 12191993"/>
              <a:gd name="connsiteY296" fmla="*/ 6571349 h 6857996"/>
              <a:gd name="connsiteX297" fmla="*/ 6243685 w 12191993"/>
              <a:gd name="connsiteY297" fmla="*/ 6572281 h 6857996"/>
              <a:gd name="connsiteX298" fmla="*/ 6222524 w 12191993"/>
              <a:gd name="connsiteY298" fmla="*/ 6572591 h 6857996"/>
              <a:gd name="connsiteX299" fmla="*/ 6223444 w 12191993"/>
              <a:gd name="connsiteY299" fmla="*/ 6564516 h 6857996"/>
              <a:gd name="connsiteX300" fmla="*/ 6224977 w 12191993"/>
              <a:gd name="connsiteY300" fmla="*/ 6563895 h 6857996"/>
              <a:gd name="connsiteX301" fmla="*/ 6218230 w 12191993"/>
              <a:gd name="connsiteY301" fmla="*/ 6559546 h 6857996"/>
              <a:gd name="connsiteX302" fmla="*/ 5983809 w 12191993"/>
              <a:gd name="connsiteY302" fmla="*/ 6552364 h 6857996"/>
              <a:gd name="connsiteX303" fmla="*/ 5982298 w 12191993"/>
              <a:gd name="connsiteY303" fmla="*/ 6556900 h 6857996"/>
              <a:gd name="connsiteX304" fmla="*/ 5985926 w 12191993"/>
              <a:gd name="connsiteY304" fmla="*/ 6558790 h 6857996"/>
              <a:gd name="connsiteX305" fmla="*/ 5987437 w 12191993"/>
              <a:gd name="connsiteY305" fmla="*/ 6553498 h 6857996"/>
              <a:gd name="connsiteX306" fmla="*/ 5983809 w 12191993"/>
              <a:gd name="connsiteY306" fmla="*/ 6552364 h 6857996"/>
              <a:gd name="connsiteX307" fmla="*/ 5026508 w 12191993"/>
              <a:gd name="connsiteY307" fmla="*/ 6543672 h 6857996"/>
              <a:gd name="connsiteX308" fmla="*/ 5043486 w 12191993"/>
              <a:gd name="connsiteY308" fmla="*/ 6568904 h 6857996"/>
              <a:gd name="connsiteX309" fmla="*/ 5027743 w 12191993"/>
              <a:gd name="connsiteY309" fmla="*/ 6591297 h 6857996"/>
              <a:gd name="connsiteX310" fmla="*/ 5010148 w 12191993"/>
              <a:gd name="connsiteY310" fmla="*/ 6566696 h 6857996"/>
              <a:gd name="connsiteX311" fmla="*/ 5026508 w 12191993"/>
              <a:gd name="connsiteY311" fmla="*/ 6543672 h 6857996"/>
              <a:gd name="connsiteX312" fmla="*/ 4954742 w 12191993"/>
              <a:gd name="connsiteY312" fmla="*/ 6543672 h 6857996"/>
              <a:gd name="connsiteX313" fmla="*/ 4968873 w 12191993"/>
              <a:gd name="connsiteY313" fmla="*/ 6566831 h 6857996"/>
              <a:gd name="connsiteX314" fmla="*/ 4951602 w 12191993"/>
              <a:gd name="connsiteY314" fmla="*/ 6592885 h 6857996"/>
              <a:gd name="connsiteX315" fmla="*/ 4941867 w 12191993"/>
              <a:gd name="connsiteY315" fmla="*/ 6587739 h 6857996"/>
              <a:gd name="connsiteX316" fmla="*/ 4940297 w 12191993"/>
              <a:gd name="connsiteY316" fmla="*/ 6571334 h 6857996"/>
              <a:gd name="connsiteX317" fmla="*/ 4942494 w 12191993"/>
              <a:gd name="connsiteY317" fmla="*/ 6553965 h 6857996"/>
              <a:gd name="connsiteX318" fmla="*/ 4954742 w 12191993"/>
              <a:gd name="connsiteY318" fmla="*/ 6543672 h 6857996"/>
              <a:gd name="connsiteX319" fmla="*/ 5178611 w 12191993"/>
              <a:gd name="connsiteY319" fmla="*/ 6542084 h 6857996"/>
              <a:gd name="connsiteX320" fmla="*/ 5189759 w 12191993"/>
              <a:gd name="connsiteY320" fmla="*/ 6548752 h 6857996"/>
              <a:gd name="connsiteX321" fmla="*/ 5192710 w 12191993"/>
              <a:gd name="connsiteY321" fmla="*/ 6566214 h 6857996"/>
              <a:gd name="connsiteX322" fmla="*/ 5178611 w 12191993"/>
              <a:gd name="connsiteY322" fmla="*/ 6589709 h 6857996"/>
              <a:gd name="connsiteX323" fmla="*/ 5162548 w 12191993"/>
              <a:gd name="connsiteY323" fmla="*/ 6564944 h 6857996"/>
              <a:gd name="connsiteX324" fmla="*/ 5178611 w 12191993"/>
              <a:gd name="connsiteY324" fmla="*/ 6542084 h 6857996"/>
              <a:gd name="connsiteX325" fmla="*/ 4872968 w 12191993"/>
              <a:gd name="connsiteY325" fmla="*/ 6542084 h 6857996"/>
              <a:gd name="connsiteX326" fmla="*/ 4883528 w 12191993"/>
              <a:gd name="connsiteY326" fmla="*/ 6548752 h 6857996"/>
              <a:gd name="connsiteX327" fmla="*/ 4886321 w 12191993"/>
              <a:gd name="connsiteY327" fmla="*/ 6566214 h 6857996"/>
              <a:gd name="connsiteX328" fmla="*/ 4872968 w 12191993"/>
              <a:gd name="connsiteY328" fmla="*/ 6589709 h 6857996"/>
              <a:gd name="connsiteX329" fmla="*/ 4857745 w 12191993"/>
              <a:gd name="connsiteY329" fmla="*/ 6564944 h 6857996"/>
              <a:gd name="connsiteX330" fmla="*/ 4872968 w 12191993"/>
              <a:gd name="connsiteY330" fmla="*/ 6542084 h 6857996"/>
              <a:gd name="connsiteX331" fmla="*/ 5579869 w 12191993"/>
              <a:gd name="connsiteY331" fmla="*/ 6540496 h 6857996"/>
              <a:gd name="connsiteX332" fmla="*/ 5587389 w 12191993"/>
              <a:gd name="connsiteY332" fmla="*/ 6544134 h 6857996"/>
              <a:gd name="connsiteX333" fmla="*/ 5589582 w 12191993"/>
              <a:gd name="connsiteY333" fmla="*/ 6551741 h 6857996"/>
              <a:gd name="connsiteX334" fmla="*/ 5587077 w 12191993"/>
              <a:gd name="connsiteY334" fmla="*/ 6554387 h 6857996"/>
              <a:gd name="connsiteX335" fmla="*/ 5576110 w 12191993"/>
              <a:gd name="connsiteY335" fmla="*/ 6555710 h 6857996"/>
              <a:gd name="connsiteX336" fmla="*/ 5570157 w 12191993"/>
              <a:gd name="connsiteY336" fmla="*/ 6556041 h 6857996"/>
              <a:gd name="connsiteX337" fmla="*/ 5567337 w 12191993"/>
              <a:gd name="connsiteY337" fmla="*/ 6556371 h 6857996"/>
              <a:gd name="connsiteX338" fmla="*/ 5565771 w 12191993"/>
              <a:gd name="connsiteY338" fmla="*/ 6554718 h 6857996"/>
              <a:gd name="connsiteX339" fmla="*/ 5569217 w 12191993"/>
              <a:gd name="connsiteY339" fmla="*/ 6545788 h 6857996"/>
              <a:gd name="connsiteX340" fmla="*/ 5579869 w 12191993"/>
              <a:gd name="connsiteY340" fmla="*/ 6540496 h 6857996"/>
              <a:gd name="connsiteX341" fmla="*/ 6129330 w 12191993"/>
              <a:gd name="connsiteY341" fmla="*/ 6537321 h 6857996"/>
              <a:gd name="connsiteX342" fmla="*/ 6173780 w 12191993"/>
              <a:gd name="connsiteY342" fmla="*/ 6537321 h 6857996"/>
              <a:gd name="connsiteX343" fmla="*/ 6166631 w 12191993"/>
              <a:gd name="connsiteY343" fmla="*/ 6559546 h 6857996"/>
              <a:gd name="connsiteX344" fmla="*/ 6129330 w 12191993"/>
              <a:gd name="connsiteY344" fmla="*/ 6559546 h 6857996"/>
              <a:gd name="connsiteX345" fmla="*/ 6129330 w 12191993"/>
              <a:gd name="connsiteY345" fmla="*/ 6537321 h 6857996"/>
              <a:gd name="connsiteX346" fmla="*/ 6096878 w 12191993"/>
              <a:gd name="connsiteY346" fmla="*/ 6537321 h 6857996"/>
              <a:gd name="connsiteX347" fmla="*/ 6108373 w 12191993"/>
              <a:gd name="connsiteY347" fmla="*/ 6537321 h 6857996"/>
              <a:gd name="connsiteX348" fmla="*/ 6119869 w 12191993"/>
              <a:gd name="connsiteY348" fmla="*/ 6537321 h 6857996"/>
              <a:gd name="connsiteX349" fmla="*/ 6119869 w 12191993"/>
              <a:gd name="connsiteY349" fmla="*/ 6568512 h 6857996"/>
              <a:gd name="connsiteX350" fmla="*/ 6164255 w 12191993"/>
              <a:gd name="connsiteY350" fmla="*/ 6568512 h 6857996"/>
              <a:gd name="connsiteX351" fmla="*/ 6162659 w 12191993"/>
              <a:gd name="connsiteY351" fmla="*/ 6572012 h 6857996"/>
              <a:gd name="connsiteX352" fmla="*/ 6154995 w 12191993"/>
              <a:gd name="connsiteY352" fmla="*/ 6590154 h 6857996"/>
              <a:gd name="connsiteX353" fmla="*/ 6124659 w 12191993"/>
              <a:gd name="connsiteY353" fmla="*/ 6590154 h 6857996"/>
              <a:gd name="connsiteX354" fmla="*/ 6119869 w 12191993"/>
              <a:gd name="connsiteY354" fmla="*/ 6590154 h 6857996"/>
              <a:gd name="connsiteX355" fmla="*/ 6119869 w 12191993"/>
              <a:gd name="connsiteY355" fmla="*/ 6655080 h 6857996"/>
              <a:gd name="connsiteX356" fmla="*/ 6110928 w 12191993"/>
              <a:gd name="connsiteY356" fmla="*/ 6666538 h 6857996"/>
              <a:gd name="connsiteX357" fmla="*/ 6108373 w 12191993"/>
              <a:gd name="connsiteY357" fmla="*/ 6669084 h 6857996"/>
              <a:gd name="connsiteX358" fmla="*/ 6105819 w 12191993"/>
              <a:gd name="connsiteY358" fmla="*/ 6666538 h 6857996"/>
              <a:gd name="connsiteX359" fmla="*/ 6096878 w 12191993"/>
              <a:gd name="connsiteY359" fmla="*/ 6655080 h 6857996"/>
              <a:gd name="connsiteX360" fmla="*/ 6096878 w 12191993"/>
              <a:gd name="connsiteY360" fmla="*/ 6590154 h 6857996"/>
              <a:gd name="connsiteX361" fmla="*/ 6092407 w 12191993"/>
              <a:gd name="connsiteY361" fmla="*/ 6590154 h 6857996"/>
              <a:gd name="connsiteX362" fmla="*/ 6062391 w 12191993"/>
              <a:gd name="connsiteY362" fmla="*/ 6590154 h 6857996"/>
              <a:gd name="connsiteX363" fmla="*/ 6054727 w 12191993"/>
              <a:gd name="connsiteY363" fmla="*/ 6572012 h 6857996"/>
              <a:gd name="connsiteX364" fmla="*/ 6053130 w 12191993"/>
              <a:gd name="connsiteY364" fmla="*/ 6568512 h 6857996"/>
              <a:gd name="connsiteX365" fmla="*/ 6096878 w 12191993"/>
              <a:gd name="connsiteY365" fmla="*/ 6568512 h 6857996"/>
              <a:gd name="connsiteX366" fmla="*/ 6096878 w 12191993"/>
              <a:gd name="connsiteY366" fmla="*/ 6537321 h 6857996"/>
              <a:gd name="connsiteX367" fmla="*/ 6042017 w 12191993"/>
              <a:gd name="connsiteY367" fmla="*/ 6537321 h 6857996"/>
              <a:gd name="connsiteX368" fmla="*/ 6088055 w 12191993"/>
              <a:gd name="connsiteY368" fmla="*/ 6537321 h 6857996"/>
              <a:gd name="connsiteX369" fmla="*/ 6088055 w 12191993"/>
              <a:gd name="connsiteY369" fmla="*/ 6559546 h 6857996"/>
              <a:gd name="connsiteX370" fmla="*/ 6049150 w 12191993"/>
              <a:gd name="connsiteY370" fmla="*/ 6559546 h 6857996"/>
              <a:gd name="connsiteX371" fmla="*/ 6042017 w 12191993"/>
              <a:gd name="connsiteY371" fmla="*/ 6537321 h 6857996"/>
              <a:gd name="connsiteX372" fmla="*/ 5089323 w 12191993"/>
              <a:gd name="connsiteY372" fmla="*/ 6532559 h 6857996"/>
              <a:gd name="connsiteX373" fmla="*/ 5087120 w 12191993"/>
              <a:gd name="connsiteY373" fmla="*/ 6532877 h 6857996"/>
              <a:gd name="connsiteX374" fmla="*/ 5067916 w 12191993"/>
              <a:gd name="connsiteY374" fmla="*/ 6534782 h 6857996"/>
              <a:gd name="connsiteX375" fmla="*/ 5065710 w 12191993"/>
              <a:gd name="connsiteY375" fmla="*/ 6536687 h 6857996"/>
              <a:gd name="connsiteX376" fmla="*/ 5065710 w 12191993"/>
              <a:gd name="connsiteY376" fmla="*/ 6538909 h 6857996"/>
              <a:gd name="connsiteX377" fmla="*/ 5069489 w 12191993"/>
              <a:gd name="connsiteY377" fmla="*/ 6541132 h 6857996"/>
              <a:gd name="connsiteX378" fmla="*/ 5074842 w 12191993"/>
              <a:gd name="connsiteY378" fmla="*/ 6558277 h 6857996"/>
              <a:gd name="connsiteX379" fmla="*/ 5074842 w 12191993"/>
              <a:gd name="connsiteY379" fmla="*/ 6570025 h 6857996"/>
              <a:gd name="connsiteX380" fmla="*/ 5074842 w 12191993"/>
              <a:gd name="connsiteY380" fmla="*/ 6577010 h 6857996"/>
              <a:gd name="connsiteX381" fmla="*/ 5074842 w 12191993"/>
              <a:gd name="connsiteY381" fmla="*/ 6582725 h 6857996"/>
              <a:gd name="connsiteX382" fmla="*/ 5080824 w 12191993"/>
              <a:gd name="connsiteY382" fmla="*/ 6597012 h 6857996"/>
              <a:gd name="connsiteX383" fmla="*/ 5094046 w 12191993"/>
              <a:gd name="connsiteY383" fmla="*/ 6600505 h 6857996"/>
              <a:gd name="connsiteX384" fmla="*/ 5112304 w 12191993"/>
              <a:gd name="connsiteY384" fmla="*/ 6590980 h 6857996"/>
              <a:gd name="connsiteX385" fmla="*/ 5115138 w 12191993"/>
              <a:gd name="connsiteY385" fmla="*/ 6588757 h 6857996"/>
              <a:gd name="connsiteX386" fmla="*/ 5116398 w 12191993"/>
              <a:gd name="connsiteY386" fmla="*/ 6591615 h 6857996"/>
              <a:gd name="connsiteX387" fmla="*/ 5118599 w 12191993"/>
              <a:gd name="connsiteY387" fmla="*/ 6600822 h 6857996"/>
              <a:gd name="connsiteX388" fmla="*/ 5120489 w 12191993"/>
              <a:gd name="connsiteY388" fmla="*/ 6600505 h 6857996"/>
              <a:gd name="connsiteX389" fmla="*/ 5138120 w 12191993"/>
              <a:gd name="connsiteY389" fmla="*/ 6597965 h 6857996"/>
              <a:gd name="connsiteX390" fmla="*/ 5140322 w 12191993"/>
              <a:gd name="connsiteY390" fmla="*/ 6595742 h 6857996"/>
              <a:gd name="connsiteX391" fmla="*/ 5140322 w 12191993"/>
              <a:gd name="connsiteY391" fmla="*/ 6594155 h 6857996"/>
              <a:gd name="connsiteX392" fmla="*/ 5137805 w 12191993"/>
              <a:gd name="connsiteY392" fmla="*/ 6591932 h 6857996"/>
              <a:gd name="connsiteX393" fmla="*/ 5131195 w 12191993"/>
              <a:gd name="connsiteY393" fmla="*/ 6586535 h 6857996"/>
              <a:gd name="connsiteX394" fmla="*/ 5130565 w 12191993"/>
              <a:gd name="connsiteY394" fmla="*/ 6564627 h 6857996"/>
              <a:gd name="connsiteX395" fmla="*/ 5130565 w 12191993"/>
              <a:gd name="connsiteY395" fmla="*/ 6555419 h 6857996"/>
              <a:gd name="connsiteX396" fmla="*/ 5130565 w 12191993"/>
              <a:gd name="connsiteY396" fmla="*/ 6546847 h 6857996"/>
              <a:gd name="connsiteX397" fmla="*/ 5130880 w 12191993"/>
              <a:gd name="connsiteY397" fmla="*/ 6537639 h 6857996"/>
              <a:gd name="connsiteX398" fmla="*/ 5131195 w 12191993"/>
              <a:gd name="connsiteY398" fmla="*/ 6534147 h 6857996"/>
              <a:gd name="connsiteX399" fmla="*/ 5129304 w 12191993"/>
              <a:gd name="connsiteY399" fmla="*/ 6532559 h 6857996"/>
              <a:gd name="connsiteX400" fmla="*/ 5127416 w 12191993"/>
              <a:gd name="connsiteY400" fmla="*/ 6532877 h 6857996"/>
              <a:gd name="connsiteX401" fmla="*/ 5108842 w 12191993"/>
              <a:gd name="connsiteY401" fmla="*/ 6534782 h 6857996"/>
              <a:gd name="connsiteX402" fmla="*/ 5106638 w 12191993"/>
              <a:gd name="connsiteY402" fmla="*/ 6536687 h 6857996"/>
              <a:gd name="connsiteX403" fmla="*/ 5106638 w 12191993"/>
              <a:gd name="connsiteY403" fmla="*/ 6538909 h 6857996"/>
              <a:gd name="connsiteX404" fmla="*/ 5110102 w 12191993"/>
              <a:gd name="connsiteY404" fmla="*/ 6541132 h 6857996"/>
              <a:gd name="connsiteX405" fmla="*/ 5115138 w 12191993"/>
              <a:gd name="connsiteY405" fmla="*/ 6544942 h 6857996"/>
              <a:gd name="connsiteX406" fmla="*/ 5115768 w 12191993"/>
              <a:gd name="connsiteY406" fmla="*/ 6558277 h 6857996"/>
              <a:gd name="connsiteX407" fmla="*/ 5115768 w 12191993"/>
              <a:gd name="connsiteY407" fmla="*/ 6564627 h 6857996"/>
              <a:gd name="connsiteX408" fmla="*/ 5113564 w 12191993"/>
              <a:gd name="connsiteY408" fmla="*/ 6581455 h 6857996"/>
              <a:gd name="connsiteX409" fmla="*/ 5100026 w 12191993"/>
              <a:gd name="connsiteY409" fmla="*/ 6588757 h 6857996"/>
              <a:gd name="connsiteX410" fmla="*/ 5091842 w 12191993"/>
              <a:gd name="connsiteY410" fmla="*/ 6585265 h 6857996"/>
              <a:gd name="connsiteX411" fmla="*/ 5089639 w 12191993"/>
              <a:gd name="connsiteY411" fmla="*/ 6568437 h 6857996"/>
              <a:gd name="connsiteX412" fmla="*/ 5089639 w 12191993"/>
              <a:gd name="connsiteY412" fmla="*/ 6557959 h 6857996"/>
              <a:gd name="connsiteX413" fmla="*/ 5090582 w 12191993"/>
              <a:gd name="connsiteY413" fmla="*/ 6537004 h 6857996"/>
              <a:gd name="connsiteX414" fmla="*/ 5090582 w 12191993"/>
              <a:gd name="connsiteY414" fmla="*/ 6534147 h 6857996"/>
              <a:gd name="connsiteX415" fmla="*/ 5089323 w 12191993"/>
              <a:gd name="connsiteY415" fmla="*/ 6532559 h 6857996"/>
              <a:gd name="connsiteX416" fmla="*/ 5027612 w 12191993"/>
              <a:gd name="connsiteY416" fmla="*/ 6532559 h 6857996"/>
              <a:gd name="connsiteX417" fmla="*/ 5003796 w 12191993"/>
              <a:gd name="connsiteY417" fmla="*/ 6542129 h 6857996"/>
              <a:gd name="connsiteX418" fmla="*/ 4994273 w 12191993"/>
              <a:gd name="connsiteY418" fmla="*/ 6568605 h 6857996"/>
              <a:gd name="connsiteX419" fmla="*/ 5025071 w 12191993"/>
              <a:gd name="connsiteY419" fmla="*/ 6600822 h 6857996"/>
              <a:gd name="connsiteX420" fmla="*/ 5051107 w 12191993"/>
              <a:gd name="connsiteY420" fmla="*/ 6589658 h 6857996"/>
              <a:gd name="connsiteX421" fmla="*/ 5059361 w 12191993"/>
              <a:gd name="connsiteY421" fmla="*/ 6565096 h 6857996"/>
              <a:gd name="connsiteX422" fmla="*/ 5054599 w 12191993"/>
              <a:gd name="connsiteY422" fmla="*/ 6546276 h 6857996"/>
              <a:gd name="connsiteX423" fmla="*/ 5027612 w 12191993"/>
              <a:gd name="connsiteY423" fmla="*/ 6532559 h 6857996"/>
              <a:gd name="connsiteX424" fmla="*/ 4803177 w 12191993"/>
              <a:gd name="connsiteY424" fmla="*/ 6532559 h 6857996"/>
              <a:gd name="connsiteX425" fmla="*/ 4786838 w 12191993"/>
              <a:gd name="connsiteY425" fmla="*/ 6534491 h 6857996"/>
              <a:gd name="connsiteX426" fmla="*/ 4781497 w 12191993"/>
              <a:gd name="connsiteY426" fmla="*/ 6540285 h 6857996"/>
              <a:gd name="connsiteX427" fmla="*/ 4780556 w 12191993"/>
              <a:gd name="connsiteY427" fmla="*/ 6547366 h 6857996"/>
              <a:gd name="connsiteX428" fmla="*/ 4780556 w 12191993"/>
              <a:gd name="connsiteY428" fmla="*/ 6548010 h 6857996"/>
              <a:gd name="connsiteX429" fmla="*/ 4781497 w 12191993"/>
              <a:gd name="connsiteY429" fmla="*/ 6549619 h 6857996"/>
              <a:gd name="connsiteX430" fmla="*/ 4783384 w 12191993"/>
              <a:gd name="connsiteY430" fmla="*/ 6548976 h 6857996"/>
              <a:gd name="connsiteX431" fmla="*/ 4801291 w 12191993"/>
              <a:gd name="connsiteY431" fmla="*/ 6543825 h 6857996"/>
              <a:gd name="connsiteX432" fmla="*/ 4812916 w 12191993"/>
              <a:gd name="connsiteY432" fmla="*/ 6556379 h 6857996"/>
              <a:gd name="connsiteX433" fmla="*/ 4812916 w 12191993"/>
              <a:gd name="connsiteY433" fmla="*/ 6558632 h 6857996"/>
              <a:gd name="connsiteX434" fmla="*/ 4804747 w 12191993"/>
              <a:gd name="connsiteY434" fmla="*/ 6565070 h 6857996"/>
              <a:gd name="connsiteX435" fmla="*/ 4787782 w 12191993"/>
              <a:gd name="connsiteY435" fmla="*/ 6568611 h 6857996"/>
              <a:gd name="connsiteX436" fmla="*/ 4779927 w 12191993"/>
              <a:gd name="connsiteY436" fmla="*/ 6571508 h 6857996"/>
              <a:gd name="connsiteX437" fmla="*/ 4776786 w 12191993"/>
              <a:gd name="connsiteY437" fmla="*/ 6584705 h 6857996"/>
              <a:gd name="connsiteX438" fmla="*/ 4791238 w 12191993"/>
              <a:gd name="connsiteY438" fmla="*/ 6601444 h 6857996"/>
              <a:gd name="connsiteX439" fmla="*/ 4804120 w 12191993"/>
              <a:gd name="connsiteY439" fmla="*/ 6597903 h 6857996"/>
              <a:gd name="connsiteX440" fmla="*/ 4811661 w 12191993"/>
              <a:gd name="connsiteY440" fmla="*/ 6592109 h 6857996"/>
              <a:gd name="connsiteX441" fmla="*/ 4812602 w 12191993"/>
              <a:gd name="connsiteY441" fmla="*/ 6591787 h 6857996"/>
              <a:gd name="connsiteX442" fmla="*/ 4813545 w 12191993"/>
              <a:gd name="connsiteY442" fmla="*/ 6595328 h 6857996"/>
              <a:gd name="connsiteX443" fmla="*/ 4814174 w 12191993"/>
              <a:gd name="connsiteY443" fmla="*/ 6600478 h 6857996"/>
              <a:gd name="connsiteX444" fmla="*/ 4816372 w 12191993"/>
              <a:gd name="connsiteY444" fmla="*/ 6602409 h 6857996"/>
              <a:gd name="connsiteX445" fmla="*/ 4819200 w 12191993"/>
              <a:gd name="connsiteY445" fmla="*/ 6602409 h 6857996"/>
              <a:gd name="connsiteX446" fmla="*/ 4834596 w 12191993"/>
              <a:gd name="connsiteY446" fmla="*/ 6599512 h 6857996"/>
              <a:gd name="connsiteX447" fmla="*/ 4837109 w 12191993"/>
              <a:gd name="connsiteY447" fmla="*/ 6597259 h 6857996"/>
              <a:gd name="connsiteX448" fmla="*/ 4837109 w 12191993"/>
              <a:gd name="connsiteY448" fmla="*/ 6595328 h 6857996"/>
              <a:gd name="connsiteX449" fmla="*/ 4833968 w 12191993"/>
              <a:gd name="connsiteY449" fmla="*/ 6593074 h 6857996"/>
              <a:gd name="connsiteX450" fmla="*/ 4828312 w 12191993"/>
              <a:gd name="connsiteY450" fmla="*/ 6591465 h 6857996"/>
              <a:gd name="connsiteX451" fmla="*/ 4826740 w 12191993"/>
              <a:gd name="connsiteY451" fmla="*/ 6576336 h 6857996"/>
              <a:gd name="connsiteX452" fmla="*/ 4827371 w 12191993"/>
              <a:gd name="connsiteY452" fmla="*/ 6551551 h 6857996"/>
              <a:gd name="connsiteX453" fmla="*/ 4803177 w 12191993"/>
              <a:gd name="connsiteY453" fmla="*/ 6532559 h 6857996"/>
              <a:gd name="connsiteX454" fmla="*/ 6236007 w 12191993"/>
              <a:gd name="connsiteY454" fmla="*/ 6532558 h 6857996"/>
              <a:gd name="connsiteX455" fmla="*/ 6230040 w 12191993"/>
              <a:gd name="connsiteY455" fmla="*/ 6533843 h 6857996"/>
              <a:gd name="connsiteX456" fmla="*/ 6230040 w 12191993"/>
              <a:gd name="connsiteY456" fmla="*/ 6534806 h 6857996"/>
              <a:gd name="connsiteX457" fmla="*/ 6238658 w 12191993"/>
              <a:gd name="connsiteY457" fmla="*/ 6541869 h 6857996"/>
              <a:gd name="connsiteX458" fmla="*/ 6231035 w 12191993"/>
              <a:gd name="connsiteY458" fmla="*/ 6551822 h 6857996"/>
              <a:gd name="connsiteX459" fmla="*/ 6227720 w 12191993"/>
              <a:gd name="connsiteY459" fmla="*/ 6538980 h 6857996"/>
              <a:gd name="connsiteX460" fmla="*/ 6228714 w 12191993"/>
              <a:gd name="connsiteY460" fmla="*/ 6537374 h 6857996"/>
              <a:gd name="connsiteX461" fmla="*/ 6228383 w 12191993"/>
              <a:gd name="connsiteY461" fmla="*/ 6536411 h 6857996"/>
              <a:gd name="connsiteX462" fmla="*/ 6222417 w 12191993"/>
              <a:gd name="connsiteY462" fmla="*/ 6538016 h 6857996"/>
              <a:gd name="connsiteX463" fmla="*/ 6222748 w 12191993"/>
              <a:gd name="connsiteY463" fmla="*/ 6539301 h 6857996"/>
              <a:gd name="connsiteX464" fmla="*/ 6225068 w 12191993"/>
              <a:gd name="connsiteY464" fmla="*/ 6540264 h 6857996"/>
              <a:gd name="connsiteX465" fmla="*/ 6227720 w 12191993"/>
              <a:gd name="connsiteY465" fmla="*/ 6552785 h 6857996"/>
              <a:gd name="connsiteX466" fmla="*/ 6217776 w 12191993"/>
              <a:gd name="connsiteY466" fmla="*/ 6547648 h 6857996"/>
              <a:gd name="connsiteX467" fmla="*/ 6220096 w 12191993"/>
              <a:gd name="connsiteY467" fmla="*/ 6539943 h 6857996"/>
              <a:gd name="connsiteX468" fmla="*/ 6219102 w 12191993"/>
              <a:gd name="connsiteY468" fmla="*/ 6538980 h 6857996"/>
              <a:gd name="connsiteX469" fmla="*/ 6213467 w 12191993"/>
              <a:gd name="connsiteY469" fmla="*/ 6540264 h 6857996"/>
              <a:gd name="connsiteX470" fmla="*/ 6214793 w 12191993"/>
              <a:gd name="connsiteY470" fmla="*/ 6547006 h 6857996"/>
              <a:gd name="connsiteX471" fmla="*/ 6231698 w 12191993"/>
              <a:gd name="connsiteY471" fmla="*/ 6558244 h 6857996"/>
              <a:gd name="connsiteX472" fmla="*/ 6241973 w 12191993"/>
              <a:gd name="connsiteY472" fmla="*/ 6541227 h 6857996"/>
              <a:gd name="connsiteX473" fmla="*/ 6236007 w 12191993"/>
              <a:gd name="connsiteY473" fmla="*/ 6532558 h 6857996"/>
              <a:gd name="connsiteX474" fmla="*/ 5837231 w 12191993"/>
              <a:gd name="connsiteY474" fmla="*/ 6532558 h 6857996"/>
              <a:gd name="connsiteX475" fmla="*/ 5835644 w 12191993"/>
              <a:gd name="connsiteY475" fmla="*/ 6534151 h 6857996"/>
              <a:gd name="connsiteX476" fmla="*/ 5835644 w 12191993"/>
              <a:gd name="connsiteY476" fmla="*/ 6536381 h 6857996"/>
              <a:gd name="connsiteX477" fmla="*/ 5836915 w 12191993"/>
              <a:gd name="connsiteY477" fmla="*/ 6538612 h 6857996"/>
              <a:gd name="connsiteX478" fmla="*/ 5841676 w 12191993"/>
              <a:gd name="connsiteY478" fmla="*/ 6543072 h 6857996"/>
              <a:gd name="connsiteX479" fmla="*/ 5847074 w 12191993"/>
              <a:gd name="connsiteY479" fmla="*/ 6555816 h 6857996"/>
              <a:gd name="connsiteX480" fmla="*/ 5860408 w 12191993"/>
              <a:gd name="connsiteY480" fmla="*/ 6587357 h 6857996"/>
              <a:gd name="connsiteX481" fmla="*/ 5865488 w 12191993"/>
              <a:gd name="connsiteY481" fmla="*/ 6597234 h 6857996"/>
              <a:gd name="connsiteX482" fmla="*/ 5866123 w 12191993"/>
              <a:gd name="connsiteY482" fmla="*/ 6598190 h 6857996"/>
              <a:gd name="connsiteX483" fmla="*/ 5865171 w 12191993"/>
              <a:gd name="connsiteY483" fmla="*/ 6600738 h 6857996"/>
              <a:gd name="connsiteX484" fmla="*/ 5851518 w 12191993"/>
              <a:gd name="connsiteY484" fmla="*/ 6611571 h 6857996"/>
              <a:gd name="connsiteX485" fmla="*/ 5841358 w 12191993"/>
              <a:gd name="connsiteY485" fmla="*/ 6609978 h 6857996"/>
              <a:gd name="connsiteX486" fmla="*/ 5840406 w 12191993"/>
              <a:gd name="connsiteY486" fmla="*/ 6609978 h 6857996"/>
              <a:gd name="connsiteX487" fmla="*/ 5839136 w 12191993"/>
              <a:gd name="connsiteY487" fmla="*/ 6611889 h 6857996"/>
              <a:gd name="connsiteX488" fmla="*/ 5839136 w 12191993"/>
              <a:gd name="connsiteY488" fmla="*/ 6614119 h 6857996"/>
              <a:gd name="connsiteX489" fmla="*/ 5838818 w 12191993"/>
              <a:gd name="connsiteY489" fmla="*/ 6617305 h 6857996"/>
              <a:gd name="connsiteX490" fmla="*/ 5850566 w 12191993"/>
              <a:gd name="connsiteY490" fmla="*/ 6624633 h 6857996"/>
              <a:gd name="connsiteX491" fmla="*/ 5864218 w 12191993"/>
              <a:gd name="connsiteY491" fmla="*/ 6618898 h 6857996"/>
              <a:gd name="connsiteX492" fmla="*/ 5874696 w 12191993"/>
              <a:gd name="connsiteY492" fmla="*/ 6596597 h 6857996"/>
              <a:gd name="connsiteX493" fmla="*/ 5882634 w 12191993"/>
              <a:gd name="connsiteY493" fmla="*/ 6575569 h 6857996"/>
              <a:gd name="connsiteX494" fmla="*/ 5889619 w 12191993"/>
              <a:gd name="connsiteY494" fmla="*/ 6558046 h 6857996"/>
              <a:gd name="connsiteX495" fmla="*/ 5893429 w 12191993"/>
              <a:gd name="connsiteY495" fmla="*/ 6548170 h 6857996"/>
              <a:gd name="connsiteX496" fmla="*/ 5899461 w 12191993"/>
              <a:gd name="connsiteY496" fmla="*/ 6538612 h 6857996"/>
              <a:gd name="connsiteX497" fmla="*/ 5900731 w 12191993"/>
              <a:gd name="connsiteY497" fmla="*/ 6536381 h 6857996"/>
              <a:gd name="connsiteX498" fmla="*/ 5900731 w 12191993"/>
              <a:gd name="connsiteY498" fmla="*/ 6534151 h 6857996"/>
              <a:gd name="connsiteX499" fmla="*/ 5899144 w 12191993"/>
              <a:gd name="connsiteY499" fmla="*/ 6532558 h 6857996"/>
              <a:gd name="connsiteX500" fmla="*/ 5897874 w 12191993"/>
              <a:gd name="connsiteY500" fmla="*/ 6532877 h 6857996"/>
              <a:gd name="connsiteX501" fmla="*/ 5890254 w 12191993"/>
              <a:gd name="connsiteY501" fmla="*/ 6532877 h 6857996"/>
              <a:gd name="connsiteX502" fmla="*/ 5880729 w 12191993"/>
              <a:gd name="connsiteY502" fmla="*/ 6532558 h 6857996"/>
              <a:gd name="connsiteX503" fmla="*/ 5879459 w 12191993"/>
              <a:gd name="connsiteY503" fmla="*/ 6532558 h 6857996"/>
              <a:gd name="connsiteX504" fmla="*/ 5878189 w 12191993"/>
              <a:gd name="connsiteY504" fmla="*/ 6534151 h 6857996"/>
              <a:gd name="connsiteX505" fmla="*/ 5878189 w 12191993"/>
              <a:gd name="connsiteY505" fmla="*/ 6536381 h 6857996"/>
              <a:gd name="connsiteX506" fmla="*/ 5881364 w 12191993"/>
              <a:gd name="connsiteY506" fmla="*/ 6538930 h 6857996"/>
              <a:gd name="connsiteX507" fmla="*/ 5885174 w 12191993"/>
              <a:gd name="connsiteY507" fmla="*/ 6542753 h 6857996"/>
              <a:gd name="connsiteX508" fmla="*/ 5873109 w 12191993"/>
              <a:gd name="connsiteY508" fmla="*/ 6580985 h 6857996"/>
              <a:gd name="connsiteX509" fmla="*/ 5871840 w 12191993"/>
              <a:gd name="connsiteY509" fmla="*/ 6578118 h 6857996"/>
              <a:gd name="connsiteX510" fmla="*/ 5868346 w 12191993"/>
              <a:gd name="connsiteY510" fmla="*/ 6569197 h 6857996"/>
              <a:gd name="connsiteX511" fmla="*/ 5866441 w 12191993"/>
              <a:gd name="connsiteY511" fmla="*/ 6563781 h 6857996"/>
              <a:gd name="connsiteX512" fmla="*/ 5862313 w 12191993"/>
              <a:gd name="connsiteY512" fmla="*/ 6552949 h 6857996"/>
              <a:gd name="connsiteX513" fmla="*/ 5860091 w 12191993"/>
              <a:gd name="connsiteY513" fmla="*/ 6546258 h 6857996"/>
              <a:gd name="connsiteX514" fmla="*/ 5859138 w 12191993"/>
              <a:gd name="connsiteY514" fmla="*/ 6543391 h 6857996"/>
              <a:gd name="connsiteX515" fmla="*/ 5863266 w 12191993"/>
              <a:gd name="connsiteY515" fmla="*/ 6539567 h 6857996"/>
              <a:gd name="connsiteX516" fmla="*/ 5868028 w 12191993"/>
              <a:gd name="connsiteY516" fmla="*/ 6536381 h 6857996"/>
              <a:gd name="connsiteX517" fmla="*/ 5868028 w 12191993"/>
              <a:gd name="connsiteY517" fmla="*/ 6534151 h 6857996"/>
              <a:gd name="connsiteX518" fmla="*/ 5866441 w 12191993"/>
              <a:gd name="connsiteY518" fmla="*/ 6532558 h 6857996"/>
              <a:gd name="connsiteX519" fmla="*/ 5865171 w 12191993"/>
              <a:gd name="connsiteY519" fmla="*/ 6532558 h 6857996"/>
              <a:gd name="connsiteX520" fmla="*/ 5853423 w 12191993"/>
              <a:gd name="connsiteY520" fmla="*/ 6532877 h 6857996"/>
              <a:gd name="connsiteX521" fmla="*/ 5838184 w 12191993"/>
              <a:gd name="connsiteY521" fmla="*/ 6532558 h 6857996"/>
              <a:gd name="connsiteX522" fmla="*/ 5837231 w 12191993"/>
              <a:gd name="connsiteY522" fmla="*/ 6532558 h 6857996"/>
              <a:gd name="connsiteX523" fmla="*/ 5758711 w 12191993"/>
              <a:gd name="connsiteY523" fmla="*/ 6532558 h 6857996"/>
              <a:gd name="connsiteX524" fmla="*/ 5757429 w 12191993"/>
              <a:gd name="connsiteY524" fmla="*/ 6532877 h 6857996"/>
              <a:gd name="connsiteX525" fmla="*/ 5756469 w 12191993"/>
              <a:gd name="connsiteY525" fmla="*/ 6532877 h 6857996"/>
              <a:gd name="connsiteX526" fmla="*/ 5737876 w 12191993"/>
              <a:gd name="connsiteY526" fmla="*/ 6534791 h 6857996"/>
              <a:gd name="connsiteX527" fmla="*/ 5735632 w 12191993"/>
              <a:gd name="connsiteY527" fmla="*/ 6536705 h 6857996"/>
              <a:gd name="connsiteX528" fmla="*/ 5735632 w 12191993"/>
              <a:gd name="connsiteY528" fmla="*/ 6539258 h 6857996"/>
              <a:gd name="connsiteX529" fmla="*/ 5739159 w 12191993"/>
              <a:gd name="connsiteY529" fmla="*/ 6541172 h 6857996"/>
              <a:gd name="connsiteX530" fmla="*/ 5744929 w 12191993"/>
              <a:gd name="connsiteY530" fmla="*/ 6558399 h 6857996"/>
              <a:gd name="connsiteX531" fmla="*/ 5744929 w 12191993"/>
              <a:gd name="connsiteY531" fmla="*/ 6569245 h 6857996"/>
              <a:gd name="connsiteX532" fmla="*/ 5744608 w 12191993"/>
              <a:gd name="connsiteY532" fmla="*/ 6587430 h 6857996"/>
              <a:gd name="connsiteX533" fmla="*/ 5739478 w 12191993"/>
              <a:gd name="connsiteY533" fmla="*/ 6592534 h 6857996"/>
              <a:gd name="connsiteX534" fmla="*/ 5735632 w 12191993"/>
              <a:gd name="connsiteY534" fmla="*/ 6595405 h 6857996"/>
              <a:gd name="connsiteX535" fmla="*/ 5735632 w 12191993"/>
              <a:gd name="connsiteY535" fmla="*/ 6597638 h 6857996"/>
              <a:gd name="connsiteX536" fmla="*/ 5736913 w 12191993"/>
              <a:gd name="connsiteY536" fmla="*/ 6599233 h 6857996"/>
              <a:gd name="connsiteX537" fmla="*/ 5737876 w 12191993"/>
              <a:gd name="connsiteY537" fmla="*/ 6599233 h 6857996"/>
              <a:gd name="connsiteX538" fmla="*/ 5752302 w 12191993"/>
              <a:gd name="connsiteY538" fmla="*/ 6598914 h 6857996"/>
              <a:gd name="connsiteX539" fmla="*/ 5766726 w 12191993"/>
              <a:gd name="connsiteY539" fmla="*/ 6599233 h 6857996"/>
              <a:gd name="connsiteX540" fmla="*/ 5767687 w 12191993"/>
              <a:gd name="connsiteY540" fmla="*/ 6599233 h 6857996"/>
              <a:gd name="connsiteX541" fmla="*/ 5768969 w 12191993"/>
              <a:gd name="connsiteY541" fmla="*/ 6597638 h 6857996"/>
              <a:gd name="connsiteX542" fmla="*/ 5768969 w 12191993"/>
              <a:gd name="connsiteY542" fmla="*/ 6595405 h 6857996"/>
              <a:gd name="connsiteX543" fmla="*/ 5765124 w 12191993"/>
              <a:gd name="connsiteY543" fmla="*/ 6592534 h 6857996"/>
              <a:gd name="connsiteX544" fmla="*/ 5759994 w 12191993"/>
              <a:gd name="connsiteY544" fmla="*/ 6587430 h 6857996"/>
              <a:gd name="connsiteX545" fmla="*/ 5759994 w 12191993"/>
              <a:gd name="connsiteY545" fmla="*/ 6569245 h 6857996"/>
              <a:gd name="connsiteX546" fmla="*/ 5759994 w 12191993"/>
              <a:gd name="connsiteY546" fmla="*/ 6562865 h 6857996"/>
              <a:gd name="connsiteX547" fmla="*/ 5759994 w 12191993"/>
              <a:gd name="connsiteY547" fmla="*/ 6540215 h 6857996"/>
              <a:gd name="connsiteX548" fmla="*/ 5760314 w 12191993"/>
              <a:gd name="connsiteY548" fmla="*/ 6535110 h 6857996"/>
              <a:gd name="connsiteX549" fmla="*/ 5758711 w 12191993"/>
              <a:gd name="connsiteY549" fmla="*/ 6532558 h 6857996"/>
              <a:gd name="connsiteX550" fmla="*/ 5705788 w 12191993"/>
              <a:gd name="connsiteY550" fmla="*/ 6532558 h 6857996"/>
              <a:gd name="connsiteX551" fmla="*/ 5680070 w 12191993"/>
              <a:gd name="connsiteY551" fmla="*/ 6553292 h 6857996"/>
              <a:gd name="connsiteX552" fmla="*/ 5701025 w 12191993"/>
              <a:gd name="connsiteY552" fmla="*/ 6575621 h 6857996"/>
              <a:gd name="connsiteX553" fmla="*/ 5710233 w 12191993"/>
              <a:gd name="connsiteY553" fmla="*/ 6584872 h 6857996"/>
              <a:gd name="connsiteX554" fmla="*/ 5699119 w 12191993"/>
              <a:gd name="connsiteY554" fmla="*/ 6593804 h 6857996"/>
              <a:gd name="connsiteX555" fmla="*/ 5686102 w 12191993"/>
              <a:gd name="connsiteY555" fmla="*/ 6585829 h 6857996"/>
              <a:gd name="connsiteX556" fmla="*/ 5683880 w 12191993"/>
              <a:gd name="connsiteY556" fmla="*/ 6582320 h 6857996"/>
              <a:gd name="connsiteX557" fmla="*/ 5681657 w 12191993"/>
              <a:gd name="connsiteY557" fmla="*/ 6582320 h 6857996"/>
              <a:gd name="connsiteX558" fmla="*/ 5679434 w 12191993"/>
              <a:gd name="connsiteY558" fmla="*/ 6584553 h 6857996"/>
              <a:gd name="connsiteX559" fmla="*/ 5678483 w 12191993"/>
              <a:gd name="connsiteY559" fmla="*/ 6593485 h 6857996"/>
              <a:gd name="connsiteX560" fmla="*/ 5680705 w 12191993"/>
              <a:gd name="connsiteY560" fmla="*/ 6597312 h 6857996"/>
              <a:gd name="connsiteX561" fmla="*/ 5697533 w 12191993"/>
              <a:gd name="connsiteY561" fmla="*/ 6600821 h 6857996"/>
              <a:gd name="connsiteX562" fmla="*/ 5724521 w 12191993"/>
              <a:gd name="connsiteY562" fmla="*/ 6580725 h 6857996"/>
              <a:gd name="connsiteX563" fmla="*/ 5711185 w 12191993"/>
              <a:gd name="connsiteY563" fmla="*/ 6562862 h 6857996"/>
              <a:gd name="connsiteX564" fmla="*/ 5699755 w 12191993"/>
              <a:gd name="connsiteY564" fmla="*/ 6557439 h 6857996"/>
              <a:gd name="connsiteX565" fmla="*/ 5692770 w 12191993"/>
              <a:gd name="connsiteY565" fmla="*/ 6548508 h 6857996"/>
              <a:gd name="connsiteX566" fmla="*/ 5703248 w 12191993"/>
              <a:gd name="connsiteY566" fmla="*/ 6539895 h 6857996"/>
              <a:gd name="connsiteX567" fmla="*/ 5714360 w 12191993"/>
              <a:gd name="connsiteY567" fmla="*/ 6545318 h 6857996"/>
              <a:gd name="connsiteX568" fmla="*/ 5716901 w 12191993"/>
              <a:gd name="connsiteY568" fmla="*/ 6548827 h 6857996"/>
              <a:gd name="connsiteX569" fmla="*/ 5719123 w 12191993"/>
              <a:gd name="connsiteY569" fmla="*/ 6548827 h 6857996"/>
              <a:gd name="connsiteX570" fmla="*/ 5720710 w 12191993"/>
              <a:gd name="connsiteY570" fmla="*/ 6546275 h 6857996"/>
              <a:gd name="connsiteX571" fmla="*/ 5721663 w 12191993"/>
              <a:gd name="connsiteY571" fmla="*/ 6538300 h 6857996"/>
              <a:gd name="connsiteX572" fmla="*/ 5721663 w 12191993"/>
              <a:gd name="connsiteY572" fmla="*/ 6537981 h 6857996"/>
              <a:gd name="connsiteX573" fmla="*/ 5719123 w 12191993"/>
              <a:gd name="connsiteY573" fmla="*/ 6534791 h 6857996"/>
              <a:gd name="connsiteX574" fmla="*/ 5705788 w 12191993"/>
              <a:gd name="connsiteY574" fmla="*/ 6532558 h 6857996"/>
              <a:gd name="connsiteX575" fmla="*/ 5638758 w 12191993"/>
              <a:gd name="connsiteY575" fmla="*/ 6532558 h 6857996"/>
              <a:gd name="connsiteX576" fmla="*/ 5637794 w 12191993"/>
              <a:gd name="connsiteY576" fmla="*/ 6532877 h 6857996"/>
              <a:gd name="connsiteX577" fmla="*/ 5636508 w 12191993"/>
              <a:gd name="connsiteY577" fmla="*/ 6532877 h 6857996"/>
              <a:gd name="connsiteX578" fmla="*/ 5617231 w 12191993"/>
              <a:gd name="connsiteY578" fmla="*/ 6535748 h 6857996"/>
              <a:gd name="connsiteX579" fmla="*/ 5614983 w 12191993"/>
              <a:gd name="connsiteY579" fmla="*/ 6538301 h 6857996"/>
              <a:gd name="connsiteX580" fmla="*/ 5614983 w 12191993"/>
              <a:gd name="connsiteY580" fmla="*/ 6540853 h 6857996"/>
              <a:gd name="connsiteX581" fmla="*/ 5618196 w 12191993"/>
              <a:gd name="connsiteY581" fmla="*/ 6542448 h 6857996"/>
              <a:gd name="connsiteX582" fmla="*/ 5625585 w 12191993"/>
              <a:gd name="connsiteY582" fmla="*/ 6547233 h 6857996"/>
              <a:gd name="connsiteX583" fmla="*/ 5627833 w 12191993"/>
              <a:gd name="connsiteY583" fmla="*/ 6565098 h 6857996"/>
              <a:gd name="connsiteX584" fmla="*/ 5627833 w 12191993"/>
              <a:gd name="connsiteY584" fmla="*/ 6569245 h 6857996"/>
              <a:gd name="connsiteX585" fmla="*/ 5627512 w 12191993"/>
              <a:gd name="connsiteY585" fmla="*/ 6587430 h 6857996"/>
              <a:gd name="connsiteX586" fmla="*/ 5622693 w 12191993"/>
              <a:gd name="connsiteY586" fmla="*/ 6592534 h 6857996"/>
              <a:gd name="connsiteX587" fmla="*/ 5618516 w 12191993"/>
              <a:gd name="connsiteY587" fmla="*/ 6595405 h 6857996"/>
              <a:gd name="connsiteX588" fmla="*/ 5618516 w 12191993"/>
              <a:gd name="connsiteY588" fmla="*/ 6597638 h 6857996"/>
              <a:gd name="connsiteX589" fmla="*/ 5620123 w 12191993"/>
              <a:gd name="connsiteY589" fmla="*/ 6599233 h 6857996"/>
              <a:gd name="connsiteX590" fmla="*/ 5620765 w 12191993"/>
              <a:gd name="connsiteY590" fmla="*/ 6599233 h 6857996"/>
              <a:gd name="connsiteX591" fmla="*/ 5634581 w 12191993"/>
              <a:gd name="connsiteY591" fmla="*/ 6598914 h 6857996"/>
              <a:gd name="connsiteX592" fmla="*/ 5654178 w 12191993"/>
              <a:gd name="connsiteY592" fmla="*/ 6599233 h 6857996"/>
              <a:gd name="connsiteX593" fmla="*/ 5654821 w 12191993"/>
              <a:gd name="connsiteY593" fmla="*/ 6599233 h 6857996"/>
              <a:gd name="connsiteX594" fmla="*/ 5656427 w 12191993"/>
              <a:gd name="connsiteY594" fmla="*/ 6597319 h 6857996"/>
              <a:gd name="connsiteX595" fmla="*/ 5656427 w 12191993"/>
              <a:gd name="connsiteY595" fmla="*/ 6595405 h 6857996"/>
              <a:gd name="connsiteX596" fmla="*/ 5652251 w 12191993"/>
              <a:gd name="connsiteY596" fmla="*/ 6592534 h 6857996"/>
              <a:gd name="connsiteX597" fmla="*/ 5645504 w 12191993"/>
              <a:gd name="connsiteY597" fmla="*/ 6590939 h 6857996"/>
              <a:gd name="connsiteX598" fmla="*/ 5643255 w 12191993"/>
              <a:gd name="connsiteY598" fmla="*/ 6584239 h 6857996"/>
              <a:gd name="connsiteX599" fmla="*/ 5642934 w 12191993"/>
              <a:gd name="connsiteY599" fmla="*/ 6575945 h 6857996"/>
              <a:gd name="connsiteX600" fmla="*/ 5642934 w 12191993"/>
              <a:gd name="connsiteY600" fmla="*/ 6569883 h 6857996"/>
              <a:gd name="connsiteX601" fmla="*/ 5646468 w 12191993"/>
              <a:gd name="connsiteY601" fmla="*/ 6551061 h 6857996"/>
              <a:gd name="connsiteX602" fmla="*/ 5657712 w 12191993"/>
              <a:gd name="connsiteY602" fmla="*/ 6547233 h 6857996"/>
              <a:gd name="connsiteX603" fmla="*/ 5665102 w 12191993"/>
              <a:gd name="connsiteY603" fmla="*/ 6548190 h 6857996"/>
              <a:gd name="connsiteX604" fmla="*/ 5666387 w 12191993"/>
              <a:gd name="connsiteY604" fmla="*/ 6548509 h 6857996"/>
              <a:gd name="connsiteX605" fmla="*/ 5668315 w 12191993"/>
              <a:gd name="connsiteY605" fmla="*/ 6545000 h 6857996"/>
              <a:gd name="connsiteX606" fmla="*/ 5668636 w 12191993"/>
              <a:gd name="connsiteY606" fmla="*/ 6535748 h 6857996"/>
              <a:gd name="connsiteX607" fmla="*/ 5668636 w 12191993"/>
              <a:gd name="connsiteY607" fmla="*/ 6535429 h 6857996"/>
              <a:gd name="connsiteX608" fmla="*/ 5664138 w 12191993"/>
              <a:gd name="connsiteY608" fmla="*/ 6532558 h 6857996"/>
              <a:gd name="connsiteX609" fmla="*/ 5657712 w 12191993"/>
              <a:gd name="connsiteY609" fmla="*/ 6533515 h 6857996"/>
              <a:gd name="connsiteX610" fmla="*/ 5649038 w 12191993"/>
              <a:gd name="connsiteY610" fmla="*/ 6539258 h 6857996"/>
              <a:gd name="connsiteX611" fmla="*/ 5643898 w 12191993"/>
              <a:gd name="connsiteY611" fmla="*/ 6545319 h 6857996"/>
              <a:gd name="connsiteX612" fmla="*/ 5641327 w 12191993"/>
              <a:gd name="connsiteY612" fmla="*/ 6547233 h 6857996"/>
              <a:gd name="connsiteX613" fmla="*/ 5640042 w 12191993"/>
              <a:gd name="connsiteY613" fmla="*/ 6540853 h 6857996"/>
              <a:gd name="connsiteX614" fmla="*/ 5640364 w 12191993"/>
              <a:gd name="connsiteY614" fmla="*/ 6534791 h 6857996"/>
              <a:gd name="connsiteX615" fmla="*/ 5638758 w 12191993"/>
              <a:gd name="connsiteY615" fmla="*/ 6532558 h 6857996"/>
              <a:gd name="connsiteX616" fmla="*/ 5580642 w 12191993"/>
              <a:gd name="connsiteY616" fmla="*/ 6532558 h 6857996"/>
              <a:gd name="connsiteX617" fmla="*/ 5548308 w 12191993"/>
              <a:gd name="connsiteY617" fmla="*/ 6568604 h 6857996"/>
              <a:gd name="connsiteX618" fmla="*/ 5580013 w 12191993"/>
              <a:gd name="connsiteY618" fmla="*/ 6600821 h 6857996"/>
              <a:gd name="connsiteX619" fmla="*/ 5596022 w 12191993"/>
              <a:gd name="connsiteY619" fmla="*/ 6597631 h 6857996"/>
              <a:gd name="connsiteX620" fmla="*/ 5601360 w 12191993"/>
              <a:gd name="connsiteY620" fmla="*/ 6594761 h 6857996"/>
              <a:gd name="connsiteX621" fmla="*/ 5602929 w 12191993"/>
              <a:gd name="connsiteY621" fmla="*/ 6582958 h 6857996"/>
              <a:gd name="connsiteX622" fmla="*/ 5601987 w 12191993"/>
              <a:gd name="connsiteY622" fmla="*/ 6582001 h 6857996"/>
              <a:gd name="connsiteX623" fmla="*/ 5601360 w 12191993"/>
              <a:gd name="connsiteY623" fmla="*/ 6582320 h 6857996"/>
              <a:gd name="connsiteX624" fmla="*/ 5581583 w 12191993"/>
              <a:gd name="connsiteY624" fmla="*/ 6589019 h 6857996"/>
              <a:gd name="connsiteX625" fmla="*/ 5562748 w 12191993"/>
              <a:gd name="connsiteY625" fmla="*/ 6566690 h 6857996"/>
              <a:gd name="connsiteX626" fmla="*/ 5567770 w 12191993"/>
              <a:gd name="connsiteY626" fmla="*/ 6561905 h 6857996"/>
              <a:gd name="connsiteX627" fmla="*/ 5597592 w 12191993"/>
              <a:gd name="connsiteY627" fmla="*/ 6561905 h 6857996"/>
              <a:gd name="connsiteX628" fmla="*/ 5603870 w 12191993"/>
              <a:gd name="connsiteY628" fmla="*/ 6557120 h 6857996"/>
              <a:gd name="connsiteX629" fmla="*/ 5580642 w 12191993"/>
              <a:gd name="connsiteY629" fmla="*/ 6532558 h 6857996"/>
              <a:gd name="connsiteX630" fmla="*/ 5480669 w 12191993"/>
              <a:gd name="connsiteY630" fmla="*/ 6532558 h 6857996"/>
              <a:gd name="connsiteX631" fmla="*/ 5478458 w 12191993"/>
              <a:gd name="connsiteY631" fmla="*/ 6534138 h 6857996"/>
              <a:gd name="connsiteX632" fmla="*/ 5478458 w 12191993"/>
              <a:gd name="connsiteY632" fmla="*/ 6536666 h 6857996"/>
              <a:gd name="connsiteX633" fmla="*/ 5479722 w 12191993"/>
              <a:gd name="connsiteY633" fmla="*/ 6538878 h 6857996"/>
              <a:gd name="connsiteX634" fmla="*/ 5483831 w 12191993"/>
              <a:gd name="connsiteY634" fmla="*/ 6542038 h 6857996"/>
              <a:gd name="connsiteX635" fmla="*/ 5494572 w 12191993"/>
              <a:gd name="connsiteY635" fmla="*/ 6571110 h 6857996"/>
              <a:gd name="connsiteX636" fmla="*/ 5503420 w 12191993"/>
              <a:gd name="connsiteY636" fmla="*/ 6594809 h 6857996"/>
              <a:gd name="connsiteX637" fmla="*/ 5506262 w 12191993"/>
              <a:gd name="connsiteY637" fmla="*/ 6599233 h 6857996"/>
              <a:gd name="connsiteX638" fmla="*/ 5507842 w 12191993"/>
              <a:gd name="connsiteY638" fmla="*/ 6599233 h 6857996"/>
              <a:gd name="connsiteX639" fmla="*/ 5513845 w 12191993"/>
              <a:gd name="connsiteY639" fmla="*/ 6598285 h 6857996"/>
              <a:gd name="connsiteX640" fmla="*/ 5516373 w 12191993"/>
              <a:gd name="connsiteY640" fmla="*/ 6597021 h 6857996"/>
              <a:gd name="connsiteX641" fmla="*/ 5518269 w 12191993"/>
              <a:gd name="connsiteY641" fmla="*/ 6592913 h 6857996"/>
              <a:gd name="connsiteX642" fmla="*/ 5523957 w 12191993"/>
              <a:gd name="connsiteY642" fmla="*/ 6577746 h 6857996"/>
              <a:gd name="connsiteX643" fmla="*/ 5536595 w 12191993"/>
              <a:gd name="connsiteY643" fmla="*/ 6546778 h 6857996"/>
              <a:gd name="connsiteX644" fmla="*/ 5541019 w 12191993"/>
              <a:gd name="connsiteY644" fmla="*/ 6539194 h 6857996"/>
              <a:gd name="connsiteX645" fmla="*/ 5543547 w 12191993"/>
              <a:gd name="connsiteY645" fmla="*/ 6536666 h 6857996"/>
              <a:gd name="connsiteX646" fmla="*/ 5543547 w 12191993"/>
              <a:gd name="connsiteY646" fmla="*/ 6534138 h 6857996"/>
              <a:gd name="connsiteX647" fmla="*/ 5542282 w 12191993"/>
              <a:gd name="connsiteY647" fmla="*/ 6532558 h 6857996"/>
              <a:gd name="connsiteX648" fmla="*/ 5541019 w 12191993"/>
              <a:gd name="connsiteY648" fmla="*/ 6532558 h 6857996"/>
              <a:gd name="connsiteX649" fmla="*/ 5533119 w 12191993"/>
              <a:gd name="connsiteY649" fmla="*/ 6532874 h 6857996"/>
              <a:gd name="connsiteX650" fmla="*/ 5523640 w 12191993"/>
              <a:gd name="connsiteY650" fmla="*/ 6532874 h 6857996"/>
              <a:gd name="connsiteX651" fmla="*/ 5522060 w 12191993"/>
              <a:gd name="connsiteY651" fmla="*/ 6532558 h 6857996"/>
              <a:gd name="connsiteX652" fmla="*/ 5520482 w 12191993"/>
              <a:gd name="connsiteY652" fmla="*/ 6534138 h 6857996"/>
              <a:gd name="connsiteX653" fmla="*/ 5520482 w 12191993"/>
              <a:gd name="connsiteY653" fmla="*/ 6536666 h 6857996"/>
              <a:gd name="connsiteX654" fmla="*/ 5522692 w 12191993"/>
              <a:gd name="connsiteY654" fmla="*/ 6538562 h 6857996"/>
              <a:gd name="connsiteX655" fmla="*/ 5527748 w 12191993"/>
              <a:gd name="connsiteY655" fmla="*/ 6542354 h 6857996"/>
              <a:gd name="connsiteX656" fmla="*/ 5522692 w 12191993"/>
              <a:gd name="connsiteY656" fmla="*/ 6558786 h 6857996"/>
              <a:gd name="connsiteX657" fmla="*/ 5518900 w 12191993"/>
              <a:gd name="connsiteY657" fmla="*/ 6568898 h 6857996"/>
              <a:gd name="connsiteX658" fmla="*/ 5516690 w 12191993"/>
              <a:gd name="connsiteY658" fmla="*/ 6576482 h 6857996"/>
              <a:gd name="connsiteX659" fmla="*/ 5515426 w 12191993"/>
              <a:gd name="connsiteY659" fmla="*/ 6579958 h 6857996"/>
              <a:gd name="connsiteX660" fmla="*/ 5515109 w 12191993"/>
              <a:gd name="connsiteY660" fmla="*/ 6581854 h 6857996"/>
              <a:gd name="connsiteX661" fmla="*/ 5514478 w 12191993"/>
              <a:gd name="connsiteY661" fmla="*/ 6583433 h 6857996"/>
              <a:gd name="connsiteX662" fmla="*/ 5507526 w 12191993"/>
              <a:gd name="connsiteY662" fmla="*/ 6561946 h 6857996"/>
              <a:gd name="connsiteX663" fmla="*/ 5504367 w 12191993"/>
              <a:gd name="connsiteY663" fmla="*/ 6551518 h 6857996"/>
              <a:gd name="connsiteX664" fmla="*/ 5502471 w 12191993"/>
              <a:gd name="connsiteY664" fmla="*/ 6545514 h 6857996"/>
              <a:gd name="connsiteX665" fmla="*/ 5502156 w 12191993"/>
              <a:gd name="connsiteY665" fmla="*/ 6542986 h 6857996"/>
              <a:gd name="connsiteX666" fmla="*/ 5507211 w 12191993"/>
              <a:gd name="connsiteY666" fmla="*/ 6539194 h 6857996"/>
              <a:gd name="connsiteX667" fmla="*/ 5510686 w 12191993"/>
              <a:gd name="connsiteY667" fmla="*/ 6536666 h 6857996"/>
              <a:gd name="connsiteX668" fmla="*/ 5510686 w 12191993"/>
              <a:gd name="connsiteY668" fmla="*/ 6534138 h 6857996"/>
              <a:gd name="connsiteX669" fmla="*/ 5509106 w 12191993"/>
              <a:gd name="connsiteY669" fmla="*/ 6532558 h 6857996"/>
              <a:gd name="connsiteX670" fmla="*/ 5507526 w 12191993"/>
              <a:gd name="connsiteY670" fmla="*/ 6532558 h 6857996"/>
              <a:gd name="connsiteX671" fmla="*/ 5493624 w 12191993"/>
              <a:gd name="connsiteY671" fmla="*/ 6532874 h 6857996"/>
              <a:gd name="connsiteX672" fmla="*/ 5486989 w 12191993"/>
              <a:gd name="connsiteY672" fmla="*/ 6532874 h 6857996"/>
              <a:gd name="connsiteX673" fmla="*/ 5480669 w 12191993"/>
              <a:gd name="connsiteY673" fmla="*/ 6532558 h 6857996"/>
              <a:gd name="connsiteX674" fmla="*/ 5463439 w 12191993"/>
              <a:gd name="connsiteY674" fmla="*/ 6532558 h 6857996"/>
              <a:gd name="connsiteX675" fmla="*/ 5462477 w 12191993"/>
              <a:gd name="connsiteY675" fmla="*/ 6532877 h 6857996"/>
              <a:gd name="connsiteX676" fmla="*/ 5461194 w 12191993"/>
              <a:gd name="connsiteY676" fmla="*/ 6532877 h 6857996"/>
              <a:gd name="connsiteX677" fmla="*/ 5442603 w 12191993"/>
              <a:gd name="connsiteY677" fmla="*/ 6534791 h 6857996"/>
              <a:gd name="connsiteX678" fmla="*/ 5440359 w 12191993"/>
              <a:gd name="connsiteY678" fmla="*/ 6536705 h 6857996"/>
              <a:gd name="connsiteX679" fmla="*/ 5440359 w 12191993"/>
              <a:gd name="connsiteY679" fmla="*/ 6539258 h 6857996"/>
              <a:gd name="connsiteX680" fmla="*/ 5444205 w 12191993"/>
              <a:gd name="connsiteY680" fmla="*/ 6541172 h 6857996"/>
              <a:gd name="connsiteX681" fmla="*/ 5449654 w 12191993"/>
              <a:gd name="connsiteY681" fmla="*/ 6558399 h 6857996"/>
              <a:gd name="connsiteX682" fmla="*/ 5449654 w 12191993"/>
              <a:gd name="connsiteY682" fmla="*/ 6569245 h 6857996"/>
              <a:gd name="connsiteX683" fmla="*/ 5449334 w 12191993"/>
              <a:gd name="connsiteY683" fmla="*/ 6587430 h 6857996"/>
              <a:gd name="connsiteX684" fmla="*/ 5444526 w 12191993"/>
              <a:gd name="connsiteY684" fmla="*/ 6592534 h 6857996"/>
              <a:gd name="connsiteX685" fmla="*/ 5440359 w 12191993"/>
              <a:gd name="connsiteY685" fmla="*/ 6595405 h 6857996"/>
              <a:gd name="connsiteX686" fmla="*/ 5440359 w 12191993"/>
              <a:gd name="connsiteY686" fmla="*/ 6597638 h 6857996"/>
              <a:gd name="connsiteX687" fmla="*/ 5441961 w 12191993"/>
              <a:gd name="connsiteY687" fmla="*/ 6599233 h 6857996"/>
              <a:gd name="connsiteX688" fmla="*/ 5442923 w 12191993"/>
              <a:gd name="connsiteY688" fmla="*/ 6599233 h 6857996"/>
              <a:gd name="connsiteX689" fmla="*/ 5457348 w 12191993"/>
              <a:gd name="connsiteY689" fmla="*/ 6598914 h 6857996"/>
              <a:gd name="connsiteX690" fmla="*/ 5471452 w 12191993"/>
              <a:gd name="connsiteY690" fmla="*/ 6599233 h 6857996"/>
              <a:gd name="connsiteX691" fmla="*/ 5472414 w 12191993"/>
              <a:gd name="connsiteY691" fmla="*/ 6599233 h 6857996"/>
              <a:gd name="connsiteX692" fmla="*/ 5473697 w 12191993"/>
              <a:gd name="connsiteY692" fmla="*/ 6597638 h 6857996"/>
              <a:gd name="connsiteX693" fmla="*/ 5473697 w 12191993"/>
              <a:gd name="connsiteY693" fmla="*/ 6595405 h 6857996"/>
              <a:gd name="connsiteX694" fmla="*/ 5469850 w 12191993"/>
              <a:gd name="connsiteY694" fmla="*/ 6592534 h 6857996"/>
              <a:gd name="connsiteX695" fmla="*/ 5465042 w 12191993"/>
              <a:gd name="connsiteY695" fmla="*/ 6587430 h 6857996"/>
              <a:gd name="connsiteX696" fmla="*/ 5464721 w 12191993"/>
              <a:gd name="connsiteY696" fmla="*/ 6569245 h 6857996"/>
              <a:gd name="connsiteX697" fmla="*/ 5464721 w 12191993"/>
              <a:gd name="connsiteY697" fmla="*/ 6562865 h 6857996"/>
              <a:gd name="connsiteX698" fmla="*/ 5465042 w 12191993"/>
              <a:gd name="connsiteY698" fmla="*/ 6540215 h 6857996"/>
              <a:gd name="connsiteX699" fmla="*/ 5465042 w 12191993"/>
              <a:gd name="connsiteY699" fmla="*/ 6535110 h 6857996"/>
              <a:gd name="connsiteX700" fmla="*/ 5463439 w 12191993"/>
              <a:gd name="connsiteY700" fmla="*/ 6532558 h 6857996"/>
              <a:gd name="connsiteX701" fmla="*/ 5375310 w 12191993"/>
              <a:gd name="connsiteY701" fmla="*/ 6532558 h 6857996"/>
              <a:gd name="connsiteX702" fmla="*/ 5373115 w 12191993"/>
              <a:gd name="connsiteY702" fmla="*/ 6532877 h 6857996"/>
              <a:gd name="connsiteX703" fmla="*/ 5354928 w 12191993"/>
              <a:gd name="connsiteY703" fmla="*/ 6535110 h 6857996"/>
              <a:gd name="connsiteX704" fmla="*/ 5353046 w 12191993"/>
              <a:gd name="connsiteY704" fmla="*/ 6537663 h 6857996"/>
              <a:gd name="connsiteX705" fmla="*/ 5353046 w 12191993"/>
              <a:gd name="connsiteY705" fmla="*/ 6540534 h 6857996"/>
              <a:gd name="connsiteX706" fmla="*/ 5356496 w 12191993"/>
              <a:gd name="connsiteY706" fmla="*/ 6542129 h 6857996"/>
              <a:gd name="connsiteX707" fmla="*/ 5362453 w 12191993"/>
              <a:gd name="connsiteY707" fmla="*/ 6545638 h 6857996"/>
              <a:gd name="connsiteX708" fmla="*/ 5364021 w 12191993"/>
              <a:gd name="connsiteY708" fmla="*/ 6564779 h 6857996"/>
              <a:gd name="connsiteX709" fmla="*/ 5364021 w 12191993"/>
              <a:gd name="connsiteY709" fmla="*/ 6569245 h 6857996"/>
              <a:gd name="connsiteX710" fmla="*/ 5363707 w 12191993"/>
              <a:gd name="connsiteY710" fmla="*/ 6587430 h 6857996"/>
              <a:gd name="connsiteX711" fmla="*/ 5359004 w 12191993"/>
              <a:gd name="connsiteY711" fmla="*/ 6592534 h 6857996"/>
              <a:gd name="connsiteX712" fmla="*/ 5354928 w 12191993"/>
              <a:gd name="connsiteY712" fmla="*/ 6595405 h 6857996"/>
              <a:gd name="connsiteX713" fmla="*/ 5354928 w 12191993"/>
              <a:gd name="connsiteY713" fmla="*/ 6597638 h 6857996"/>
              <a:gd name="connsiteX714" fmla="*/ 5356496 w 12191993"/>
              <a:gd name="connsiteY714" fmla="*/ 6599233 h 6857996"/>
              <a:gd name="connsiteX715" fmla="*/ 5357436 w 12191993"/>
              <a:gd name="connsiteY715" fmla="*/ 6599233 h 6857996"/>
              <a:gd name="connsiteX716" fmla="*/ 5371547 w 12191993"/>
              <a:gd name="connsiteY716" fmla="*/ 6598914 h 6857996"/>
              <a:gd name="connsiteX717" fmla="*/ 5385344 w 12191993"/>
              <a:gd name="connsiteY717" fmla="*/ 6599233 h 6857996"/>
              <a:gd name="connsiteX718" fmla="*/ 5386286 w 12191993"/>
              <a:gd name="connsiteY718" fmla="*/ 6599233 h 6857996"/>
              <a:gd name="connsiteX719" fmla="*/ 5387854 w 12191993"/>
              <a:gd name="connsiteY719" fmla="*/ 6597638 h 6857996"/>
              <a:gd name="connsiteX720" fmla="*/ 5387854 w 12191993"/>
              <a:gd name="connsiteY720" fmla="*/ 6595405 h 6857996"/>
              <a:gd name="connsiteX721" fmla="*/ 5383777 w 12191993"/>
              <a:gd name="connsiteY721" fmla="*/ 6592534 h 6857996"/>
              <a:gd name="connsiteX722" fmla="*/ 5379073 w 12191993"/>
              <a:gd name="connsiteY722" fmla="*/ 6587430 h 6857996"/>
              <a:gd name="connsiteX723" fmla="*/ 5378760 w 12191993"/>
              <a:gd name="connsiteY723" fmla="*/ 6569245 h 6857996"/>
              <a:gd name="connsiteX724" fmla="*/ 5378760 w 12191993"/>
              <a:gd name="connsiteY724" fmla="*/ 6566055 h 6857996"/>
              <a:gd name="connsiteX725" fmla="*/ 5381582 w 12191993"/>
              <a:gd name="connsiteY725" fmla="*/ 6551380 h 6857996"/>
              <a:gd name="connsiteX726" fmla="*/ 5394439 w 12191993"/>
              <a:gd name="connsiteY726" fmla="*/ 6544681 h 6857996"/>
              <a:gd name="connsiteX727" fmla="*/ 5404159 w 12191993"/>
              <a:gd name="connsiteY727" fmla="*/ 6550104 h 6857996"/>
              <a:gd name="connsiteX728" fmla="*/ 5405414 w 12191993"/>
              <a:gd name="connsiteY728" fmla="*/ 6565098 h 6857996"/>
              <a:gd name="connsiteX729" fmla="*/ 5405414 w 12191993"/>
              <a:gd name="connsiteY729" fmla="*/ 6569245 h 6857996"/>
              <a:gd name="connsiteX730" fmla="*/ 5405100 w 12191993"/>
              <a:gd name="connsiteY730" fmla="*/ 6587430 h 6857996"/>
              <a:gd name="connsiteX731" fmla="*/ 5400397 w 12191993"/>
              <a:gd name="connsiteY731" fmla="*/ 6592534 h 6857996"/>
              <a:gd name="connsiteX732" fmla="*/ 5396321 w 12191993"/>
              <a:gd name="connsiteY732" fmla="*/ 6595405 h 6857996"/>
              <a:gd name="connsiteX733" fmla="*/ 5396321 w 12191993"/>
              <a:gd name="connsiteY733" fmla="*/ 6597638 h 6857996"/>
              <a:gd name="connsiteX734" fmla="*/ 5397888 w 12191993"/>
              <a:gd name="connsiteY734" fmla="*/ 6599233 h 6857996"/>
              <a:gd name="connsiteX735" fmla="*/ 5398829 w 12191993"/>
              <a:gd name="connsiteY735" fmla="*/ 6599233 h 6857996"/>
              <a:gd name="connsiteX736" fmla="*/ 5412940 w 12191993"/>
              <a:gd name="connsiteY736" fmla="*/ 6598914 h 6857996"/>
              <a:gd name="connsiteX737" fmla="*/ 5427050 w 12191993"/>
              <a:gd name="connsiteY737" fmla="*/ 6599233 h 6857996"/>
              <a:gd name="connsiteX738" fmla="*/ 5427991 w 12191993"/>
              <a:gd name="connsiteY738" fmla="*/ 6599233 h 6857996"/>
              <a:gd name="connsiteX739" fmla="*/ 5429245 w 12191993"/>
              <a:gd name="connsiteY739" fmla="*/ 6597638 h 6857996"/>
              <a:gd name="connsiteX740" fmla="*/ 5429245 w 12191993"/>
              <a:gd name="connsiteY740" fmla="*/ 6595405 h 6857996"/>
              <a:gd name="connsiteX741" fmla="*/ 5425169 w 12191993"/>
              <a:gd name="connsiteY741" fmla="*/ 6592534 h 6857996"/>
              <a:gd name="connsiteX742" fmla="*/ 5420466 w 12191993"/>
              <a:gd name="connsiteY742" fmla="*/ 6587430 h 6857996"/>
              <a:gd name="connsiteX743" fmla="*/ 5420151 w 12191993"/>
              <a:gd name="connsiteY743" fmla="*/ 6569245 h 6857996"/>
              <a:gd name="connsiteX744" fmla="*/ 5420151 w 12191993"/>
              <a:gd name="connsiteY744" fmla="*/ 6565098 h 6857996"/>
              <a:gd name="connsiteX745" fmla="*/ 5418897 w 12191993"/>
              <a:gd name="connsiteY745" fmla="*/ 6542448 h 6857996"/>
              <a:gd name="connsiteX746" fmla="*/ 5400397 w 12191993"/>
              <a:gd name="connsiteY746" fmla="*/ 6532558 h 6857996"/>
              <a:gd name="connsiteX747" fmla="*/ 5383777 w 12191993"/>
              <a:gd name="connsiteY747" fmla="*/ 6540853 h 6857996"/>
              <a:gd name="connsiteX748" fmla="*/ 5381268 w 12191993"/>
              <a:gd name="connsiteY748" fmla="*/ 6543405 h 6857996"/>
              <a:gd name="connsiteX749" fmla="*/ 5380014 w 12191993"/>
              <a:gd name="connsiteY749" fmla="*/ 6545000 h 6857996"/>
              <a:gd name="connsiteX750" fmla="*/ 5378760 w 12191993"/>
              <a:gd name="connsiteY750" fmla="*/ 6545957 h 6857996"/>
              <a:gd name="connsiteX751" fmla="*/ 5377506 w 12191993"/>
              <a:gd name="connsiteY751" fmla="*/ 6543086 h 6857996"/>
              <a:gd name="connsiteX752" fmla="*/ 5376878 w 12191993"/>
              <a:gd name="connsiteY752" fmla="*/ 6535110 h 6857996"/>
              <a:gd name="connsiteX753" fmla="*/ 5375310 w 12191993"/>
              <a:gd name="connsiteY753" fmla="*/ 6532558 h 6857996"/>
              <a:gd name="connsiteX754" fmla="*/ 5981693 w 12191993"/>
              <a:gd name="connsiteY754" fmla="*/ 6519858 h 6857996"/>
              <a:gd name="connsiteX755" fmla="*/ 5980106 w 12191993"/>
              <a:gd name="connsiteY755" fmla="*/ 6526208 h 6857996"/>
              <a:gd name="connsiteX756" fmla="*/ 5981693 w 12191993"/>
              <a:gd name="connsiteY756" fmla="*/ 6527796 h 6857996"/>
              <a:gd name="connsiteX757" fmla="*/ 5983280 w 12191993"/>
              <a:gd name="connsiteY757" fmla="*/ 6526208 h 6857996"/>
              <a:gd name="connsiteX758" fmla="*/ 5995980 w 12191993"/>
              <a:gd name="connsiteY758" fmla="*/ 6530971 h 6857996"/>
              <a:gd name="connsiteX759" fmla="*/ 5975343 w 12191993"/>
              <a:gd name="connsiteY759" fmla="*/ 6540496 h 6857996"/>
              <a:gd name="connsiteX760" fmla="*/ 5973755 w 12191993"/>
              <a:gd name="connsiteY760" fmla="*/ 6543671 h 6857996"/>
              <a:gd name="connsiteX761" fmla="*/ 5995980 w 12191993"/>
              <a:gd name="connsiteY761" fmla="*/ 6548434 h 6857996"/>
              <a:gd name="connsiteX762" fmla="*/ 5997568 w 12191993"/>
              <a:gd name="connsiteY762" fmla="*/ 6550021 h 6857996"/>
              <a:gd name="connsiteX763" fmla="*/ 5999156 w 12191993"/>
              <a:gd name="connsiteY763" fmla="*/ 6550021 h 6857996"/>
              <a:gd name="connsiteX764" fmla="*/ 5999156 w 12191993"/>
              <a:gd name="connsiteY764" fmla="*/ 6545259 h 6857996"/>
              <a:gd name="connsiteX765" fmla="*/ 5999156 w 12191993"/>
              <a:gd name="connsiteY765" fmla="*/ 6543671 h 6857996"/>
              <a:gd name="connsiteX766" fmla="*/ 5997568 w 12191993"/>
              <a:gd name="connsiteY766" fmla="*/ 6545259 h 6857996"/>
              <a:gd name="connsiteX767" fmla="*/ 5983280 w 12191993"/>
              <a:gd name="connsiteY767" fmla="*/ 6542084 h 6857996"/>
              <a:gd name="connsiteX768" fmla="*/ 6003918 w 12191993"/>
              <a:gd name="connsiteY768" fmla="*/ 6534146 h 6857996"/>
              <a:gd name="connsiteX769" fmla="*/ 6005506 w 12191993"/>
              <a:gd name="connsiteY769" fmla="*/ 6529383 h 6857996"/>
              <a:gd name="connsiteX770" fmla="*/ 6003918 w 12191993"/>
              <a:gd name="connsiteY770" fmla="*/ 6529383 h 6857996"/>
              <a:gd name="connsiteX771" fmla="*/ 6002330 w 12191993"/>
              <a:gd name="connsiteY771" fmla="*/ 6529383 h 6857996"/>
              <a:gd name="connsiteX772" fmla="*/ 5983280 w 12191993"/>
              <a:gd name="connsiteY772" fmla="*/ 6521446 h 6857996"/>
              <a:gd name="connsiteX773" fmla="*/ 5983280 w 12191993"/>
              <a:gd name="connsiteY773" fmla="*/ 6519858 h 6857996"/>
              <a:gd name="connsiteX774" fmla="*/ 6113455 w 12191993"/>
              <a:gd name="connsiteY774" fmla="*/ 6516683 h 6857996"/>
              <a:gd name="connsiteX775" fmla="*/ 6121393 w 12191993"/>
              <a:gd name="connsiteY775" fmla="*/ 6527796 h 6857996"/>
              <a:gd name="connsiteX776" fmla="*/ 6113455 w 12191993"/>
              <a:gd name="connsiteY776" fmla="*/ 6527796 h 6857996"/>
              <a:gd name="connsiteX777" fmla="*/ 6103930 w 12191993"/>
              <a:gd name="connsiteY777" fmla="*/ 6516683 h 6857996"/>
              <a:gd name="connsiteX778" fmla="*/ 6103930 w 12191993"/>
              <a:gd name="connsiteY778" fmla="*/ 6527796 h 6857996"/>
              <a:gd name="connsiteX779" fmla="*/ 6095992 w 12191993"/>
              <a:gd name="connsiteY779" fmla="*/ 6527796 h 6857996"/>
              <a:gd name="connsiteX780" fmla="*/ 4716822 w 12191993"/>
              <a:gd name="connsiteY780" fmla="*/ 6515097 h 6857996"/>
              <a:gd name="connsiteX781" fmla="*/ 4728076 w 12191993"/>
              <a:gd name="connsiteY781" fmla="*/ 6516040 h 6857996"/>
              <a:gd name="connsiteX782" fmla="*/ 4738685 w 12191993"/>
              <a:gd name="connsiteY782" fmla="*/ 6530501 h 6857996"/>
              <a:gd name="connsiteX783" fmla="*/ 4732898 w 12191993"/>
              <a:gd name="connsiteY783" fmla="*/ 6543389 h 6857996"/>
              <a:gd name="connsiteX784" fmla="*/ 4716180 w 12191993"/>
              <a:gd name="connsiteY784" fmla="*/ 6546847 h 6857996"/>
              <a:gd name="connsiteX785" fmla="*/ 4713607 w 12191993"/>
              <a:gd name="connsiteY785" fmla="*/ 6543704 h 6857996"/>
              <a:gd name="connsiteX786" fmla="*/ 4713285 w 12191993"/>
              <a:gd name="connsiteY786" fmla="*/ 6540246 h 6857996"/>
              <a:gd name="connsiteX787" fmla="*/ 4713285 w 12191993"/>
              <a:gd name="connsiteY787" fmla="*/ 6535530 h 6857996"/>
              <a:gd name="connsiteX788" fmla="*/ 4713607 w 12191993"/>
              <a:gd name="connsiteY788" fmla="*/ 6519813 h 6857996"/>
              <a:gd name="connsiteX789" fmla="*/ 4713607 w 12191993"/>
              <a:gd name="connsiteY789" fmla="*/ 6517298 h 6857996"/>
              <a:gd name="connsiteX790" fmla="*/ 4716822 w 12191993"/>
              <a:gd name="connsiteY790" fmla="*/ 6515097 h 6857996"/>
              <a:gd name="connsiteX791" fmla="*/ 6214308 w 12191993"/>
              <a:gd name="connsiteY791" fmla="*/ 6515096 h 6857996"/>
              <a:gd name="connsiteX792" fmla="*/ 6224580 w 12191993"/>
              <a:gd name="connsiteY792" fmla="*/ 6523033 h 6857996"/>
              <a:gd name="connsiteX793" fmla="*/ 6211226 w 12191993"/>
              <a:gd name="connsiteY793" fmla="*/ 6529383 h 6857996"/>
              <a:gd name="connsiteX794" fmla="*/ 6214308 w 12191993"/>
              <a:gd name="connsiteY794" fmla="*/ 6515096 h 6857996"/>
              <a:gd name="connsiteX795" fmla="*/ 6121392 w 12191993"/>
              <a:gd name="connsiteY795" fmla="*/ 6513508 h 6857996"/>
              <a:gd name="connsiteX796" fmla="*/ 6153142 w 12191993"/>
              <a:gd name="connsiteY796" fmla="*/ 6527796 h 6857996"/>
              <a:gd name="connsiteX797" fmla="*/ 6132505 w 12191993"/>
              <a:gd name="connsiteY797" fmla="*/ 6527796 h 6857996"/>
              <a:gd name="connsiteX798" fmla="*/ 6094405 w 12191993"/>
              <a:gd name="connsiteY798" fmla="*/ 6513508 h 6857996"/>
              <a:gd name="connsiteX799" fmla="*/ 6084881 w 12191993"/>
              <a:gd name="connsiteY799" fmla="*/ 6527796 h 6857996"/>
              <a:gd name="connsiteX800" fmla="*/ 6062656 w 12191993"/>
              <a:gd name="connsiteY800" fmla="*/ 6527796 h 6857996"/>
              <a:gd name="connsiteX801" fmla="*/ 5802498 w 12191993"/>
              <a:gd name="connsiteY801" fmla="*/ 6508746 h 6857996"/>
              <a:gd name="connsiteX802" fmla="*/ 5799587 w 12191993"/>
              <a:gd name="connsiteY802" fmla="*/ 6509699 h 6857996"/>
              <a:gd name="connsiteX803" fmla="*/ 5791174 w 12191993"/>
              <a:gd name="connsiteY803" fmla="*/ 6512874 h 6857996"/>
              <a:gd name="connsiteX804" fmla="*/ 5787614 w 12191993"/>
              <a:gd name="connsiteY804" fmla="*/ 6517636 h 6857996"/>
              <a:gd name="connsiteX805" fmla="*/ 5787614 w 12191993"/>
              <a:gd name="connsiteY805" fmla="*/ 6523351 h 6857996"/>
              <a:gd name="connsiteX806" fmla="*/ 5788262 w 12191993"/>
              <a:gd name="connsiteY806" fmla="*/ 6531924 h 6857996"/>
              <a:gd name="connsiteX807" fmla="*/ 5784703 w 12191993"/>
              <a:gd name="connsiteY807" fmla="*/ 6534781 h 6857996"/>
              <a:gd name="connsiteX808" fmla="*/ 5783085 w 12191993"/>
              <a:gd name="connsiteY808" fmla="*/ 6534464 h 6857996"/>
              <a:gd name="connsiteX809" fmla="*/ 5780172 w 12191993"/>
              <a:gd name="connsiteY809" fmla="*/ 6534464 h 6857996"/>
              <a:gd name="connsiteX810" fmla="*/ 5777584 w 12191993"/>
              <a:gd name="connsiteY810" fmla="*/ 6537639 h 6857996"/>
              <a:gd name="connsiteX811" fmla="*/ 5775966 w 12191993"/>
              <a:gd name="connsiteY811" fmla="*/ 6541766 h 6857996"/>
              <a:gd name="connsiteX812" fmla="*/ 5775318 w 12191993"/>
              <a:gd name="connsiteY812" fmla="*/ 6543671 h 6857996"/>
              <a:gd name="connsiteX813" fmla="*/ 5776613 w 12191993"/>
              <a:gd name="connsiteY813" fmla="*/ 6544306 h 6857996"/>
              <a:gd name="connsiteX814" fmla="*/ 5778554 w 12191993"/>
              <a:gd name="connsiteY814" fmla="*/ 6544306 h 6857996"/>
              <a:gd name="connsiteX815" fmla="*/ 5782113 w 12191993"/>
              <a:gd name="connsiteY815" fmla="*/ 6544306 h 6857996"/>
              <a:gd name="connsiteX816" fmla="*/ 5784379 w 12191993"/>
              <a:gd name="connsiteY816" fmla="*/ 6543989 h 6857996"/>
              <a:gd name="connsiteX817" fmla="*/ 5787614 w 12191993"/>
              <a:gd name="connsiteY817" fmla="*/ 6551926 h 6857996"/>
              <a:gd name="connsiteX818" fmla="*/ 5787614 w 12191993"/>
              <a:gd name="connsiteY818" fmla="*/ 6569706 h 6857996"/>
              <a:gd name="connsiteX819" fmla="*/ 5787614 w 12191993"/>
              <a:gd name="connsiteY819" fmla="*/ 6577326 h 6857996"/>
              <a:gd name="connsiteX820" fmla="*/ 5787290 w 12191993"/>
              <a:gd name="connsiteY820" fmla="*/ 6584946 h 6857996"/>
              <a:gd name="connsiteX821" fmla="*/ 5808000 w 12191993"/>
              <a:gd name="connsiteY821" fmla="*/ 6600821 h 6857996"/>
              <a:gd name="connsiteX822" fmla="*/ 5824500 w 12191993"/>
              <a:gd name="connsiteY822" fmla="*/ 6597646 h 6857996"/>
              <a:gd name="connsiteX823" fmla="*/ 5825795 w 12191993"/>
              <a:gd name="connsiteY823" fmla="*/ 6589074 h 6857996"/>
              <a:gd name="connsiteX824" fmla="*/ 5825148 w 12191993"/>
              <a:gd name="connsiteY824" fmla="*/ 6588121 h 6857996"/>
              <a:gd name="connsiteX825" fmla="*/ 5823208 w 12191993"/>
              <a:gd name="connsiteY825" fmla="*/ 6588439 h 6857996"/>
              <a:gd name="connsiteX826" fmla="*/ 5812205 w 12191993"/>
              <a:gd name="connsiteY826" fmla="*/ 6590026 h 6857996"/>
              <a:gd name="connsiteX827" fmla="*/ 5804439 w 12191993"/>
              <a:gd name="connsiteY827" fmla="*/ 6586216 h 6857996"/>
              <a:gd name="connsiteX828" fmla="*/ 5802821 w 12191993"/>
              <a:gd name="connsiteY828" fmla="*/ 6569706 h 6857996"/>
              <a:gd name="connsiteX829" fmla="*/ 5802821 w 12191993"/>
              <a:gd name="connsiteY829" fmla="*/ 6549386 h 6857996"/>
              <a:gd name="connsiteX830" fmla="*/ 5807028 w 12191993"/>
              <a:gd name="connsiteY830" fmla="*/ 6543671 h 6857996"/>
              <a:gd name="connsiteX831" fmla="*/ 5812205 w 12191993"/>
              <a:gd name="connsiteY831" fmla="*/ 6543989 h 6857996"/>
              <a:gd name="connsiteX832" fmla="*/ 5817058 w 12191993"/>
              <a:gd name="connsiteY832" fmla="*/ 6543989 h 6857996"/>
              <a:gd name="connsiteX833" fmla="*/ 5820941 w 12191993"/>
              <a:gd name="connsiteY833" fmla="*/ 6544306 h 6857996"/>
              <a:gd name="connsiteX834" fmla="*/ 5824500 w 12191993"/>
              <a:gd name="connsiteY834" fmla="*/ 6541131 h 6857996"/>
              <a:gd name="connsiteX835" fmla="*/ 5826118 w 12191993"/>
              <a:gd name="connsiteY835" fmla="*/ 6535099 h 6857996"/>
              <a:gd name="connsiteX836" fmla="*/ 5825148 w 12191993"/>
              <a:gd name="connsiteY836" fmla="*/ 6533829 h 6857996"/>
              <a:gd name="connsiteX837" fmla="*/ 5824500 w 12191993"/>
              <a:gd name="connsiteY837" fmla="*/ 6533829 h 6857996"/>
              <a:gd name="connsiteX838" fmla="*/ 5817382 w 12191993"/>
              <a:gd name="connsiteY838" fmla="*/ 6534464 h 6857996"/>
              <a:gd name="connsiteX839" fmla="*/ 5806706 w 12191993"/>
              <a:gd name="connsiteY839" fmla="*/ 6534464 h 6857996"/>
              <a:gd name="connsiteX840" fmla="*/ 5802174 w 12191993"/>
              <a:gd name="connsiteY840" fmla="*/ 6531606 h 6857996"/>
              <a:gd name="connsiteX841" fmla="*/ 5803469 w 12191993"/>
              <a:gd name="connsiteY841" fmla="*/ 6514779 h 6857996"/>
              <a:gd name="connsiteX842" fmla="*/ 5803792 w 12191993"/>
              <a:gd name="connsiteY842" fmla="*/ 6510969 h 6857996"/>
              <a:gd name="connsiteX843" fmla="*/ 5802498 w 12191993"/>
              <a:gd name="connsiteY843" fmla="*/ 6508746 h 6857996"/>
              <a:gd name="connsiteX844" fmla="*/ 5988043 w 12191993"/>
              <a:gd name="connsiteY844" fmla="*/ 6507158 h 6857996"/>
              <a:gd name="connsiteX845" fmla="*/ 5983280 w 12191993"/>
              <a:gd name="connsiteY845" fmla="*/ 6516683 h 6857996"/>
              <a:gd name="connsiteX846" fmla="*/ 5984868 w 12191993"/>
              <a:gd name="connsiteY846" fmla="*/ 6516683 h 6857996"/>
              <a:gd name="connsiteX847" fmla="*/ 5986456 w 12191993"/>
              <a:gd name="connsiteY847" fmla="*/ 6515096 h 6857996"/>
              <a:gd name="connsiteX848" fmla="*/ 6005506 w 12191993"/>
              <a:gd name="connsiteY848" fmla="*/ 6524621 h 6857996"/>
              <a:gd name="connsiteX849" fmla="*/ 6005506 w 12191993"/>
              <a:gd name="connsiteY849" fmla="*/ 6526209 h 6857996"/>
              <a:gd name="connsiteX850" fmla="*/ 6007094 w 12191993"/>
              <a:gd name="connsiteY850" fmla="*/ 6527796 h 6857996"/>
              <a:gd name="connsiteX851" fmla="*/ 6010268 w 12191993"/>
              <a:gd name="connsiteY851" fmla="*/ 6519859 h 6857996"/>
              <a:gd name="connsiteX852" fmla="*/ 6008681 w 12191993"/>
              <a:gd name="connsiteY852" fmla="*/ 6518271 h 6857996"/>
              <a:gd name="connsiteX853" fmla="*/ 6007094 w 12191993"/>
              <a:gd name="connsiteY853" fmla="*/ 6519859 h 6857996"/>
              <a:gd name="connsiteX854" fmla="*/ 5989630 w 12191993"/>
              <a:gd name="connsiteY854" fmla="*/ 6510333 h 6857996"/>
              <a:gd name="connsiteX855" fmla="*/ 5989630 w 12191993"/>
              <a:gd name="connsiteY855" fmla="*/ 6508746 h 6857996"/>
              <a:gd name="connsiteX856" fmla="*/ 4689454 w 12191993"/>
              <a:gd name="connsiteY856" fmla="*/ 6505572 h 6857996"/>
              <a:gd name="connsiteX857" fmla="*/ 4687884 w 12191993"/>
              <a:gd name="connsiteY857" fmla="*/ 6507802 h 6857996"/>
              <a:gd name="connsiteX858" fmla="*/ 4687884 w 12191993"/>
              <a:gd name="connsiteY858" fmla="*/ 6510351 h 6857996"/>
              <a:gd name="connsiteX859" fmla="*/ 4691335 w 12191993"/>
              <a:gd name="connsiteY859" fmla="*/ 6513218 h 6857996"/>
              <a:gd name="connsiteX860" fmla="*/ 4696669 w 12191993"/>
              <a:gd name="connsiteY860" fmla="*/ 6518634 h 6857996"/>
              <a:gd name="connsiteX861" fmla="*/ 4696984 w 12191993"/>
              <a:gd name="connsiteY861" fmla="*/ 6541572 h 6857996"/>
              <a:gd name="connsiteX862" fmla="*/ 4696984 w 12191993"/>
              <a:gd name="connsiteY862" fmla="*/ 6563236 h 6857996"/>
              <a:gd name="connsiteX863" fmla="*/ 4696669 w 12191993"/>
              <a:gd name="connsiteY863" fmla="*/ 6586173 h 6857996"/>
              <a:gd name="connsiteX864" fmla="*/ 4691335 w 12191993"/>
              <a:gd name="connsiteY864" fmla="*/ 6591589 h 6857996"/>
              <a:gd name="connsiteX865" fmla="*/ 4687884 w 12191993"/>
              <a:gd name="connsiteY865" fmla="*/ 6594775 h 6857996"/>
              <a:gd name="connsiteX866" fmla="*/ 4687884 w 12191993"/>
              <a:gd name="connsiteY866" fmla="*/ 6597324 h 6857996"/>
              <a:gd name="connsiteX867" fmla="*/ 4689768 w 12191993"/>
              <a:gd name="connsiteY867" fmla="*/ 6599235 h 6857996"/>
              <a:gd name="connsiteX868" fmla="*/ 4694788 w 12191993"/>
              <a:gd name="connsiteY868" fmla="*/ 6599235 h 6857996"/>
              <a:gd name="connsiteX869" fmla="*/ 4705139 w 12191993"/>
              <a:gd name="connsiteY869" fmla="*/ 6598917 h 6857996"/>
              <a:gd name="connsiteX870" fmla="*/ 4715179 w 12191993"/>
              <a:gd name="connsiteY870" fmla="*/ 6599235 h 6857996"/>
              <a:gd name="connsiteX871" fmla="*/ 4720199 w 12191993"/>
              <a:gd name="connsiteY871" fmla="*/ 6599235 h 6857996"/>
              <a:gd name="connsiteX872" fmla="*/ 4722082 w 12191993"/>
              <a:gd name="connsiteY872" fmla="*/ 6597324 h 6857996"/>
              <a:gd name="connsiteX873" fmla="*/ 4722082 w 12191993"/>
              <a:gd name="connsiteY873" fmla="*/ 6594775 h 6857996"/>
              <a:gd name="connsiteX874" fmla="*/ 4718630 w 12191993"/>
              <a:gd name="connsiteY874" fmla="*/ 6591589 h 6857996"/>
              <a:gd name="connsiteX875" fmla="*/ 4713299 w 12191993"/>
              <a:gd name="connsiteY875" fmla="*/ 6586173 h 6857996"/>
              <a:gd name="connsiteX876" fmla="*/ 4712983 w 12191993"/>
              <a:gd name="connsiteY876" fmla="*/ 6563236 h 6857996"/>
              <a:gd name="connsiteX877" fmla="*/ 4712983 w 12191993"/>
              <a:gd name="connsiteY877" fmla="*/ 6556864 h 6857996"/>
              <a:gd name="connsiteX878" fmla="*/ 4714552 w 12191993"/>
              <a:gd name="connsiteY878" fmla="*/ 6554315 h 6857996"/>
              <a:gd name="connsiteX879" fmla="*/ 4716434 w 12191993"/>
              <a:gd name="connsiteY879" fmla="*/ 6554634 h 6857996"/>
              <a:gd name="connsiteX880" fmla="*/ 4717374 w 12191993"/>
              <a:gd name="connsiteY880" fmla="*/ 6554315 h 6857996"/>
              <a:gd name="connsiteX881" fmla="*/ 4718317 w 12191993"/>
              <a:gd name="connsiteY881" fmla="*/ 6554315 h 6857996"/>
              <a:gd name="connsiteX882" fmla="*/ 4723964 w 12191993"/>
              <a:gd name="connsiteY882" fmla="*/ 6559731 h 6857996"/>
              <a:gd name="connsiteX883" fmla="*/ 4738398 w 12191993"/>
              <a:gd name="connsiteY883" fmla="*/ 6591271 h 6857996"/>
              <a:gd name="connsiteX884" fmla="*/ 4744045 w 12191993"/>
              <a:gd name="connsiteY884" fmla="*/ 6599235 h 6857996"/>
              <a:gd name="connsiteX885" fmla="*/ 4746241 w 12191993"/>
              <a:gd name="connsiteY885" fmla="*/ 6599235 h 6857996"/>
              <a:gd name="connsiteX886" fmla="*/ 4753771 w 12191993"/>
              <a:gd name="connsiteY886" fmla="*/ 6599235 h 6857996"/>
              <a:gd name="connsiteX887" fmla="*/ 4764125 w 12191993"/>
              <a:gd name="connsiteY887" fmla="*/ 6599235 h 6857996"/>
              <a:gd name="connsiteX888" fmla="*/ 4765065 w 12191993"/>
              <a:gd name="connsiteY888" fmla="*/ 6599235 h 6857996"/>
              <a:gd name="connsiteX889" fmla="*/ 4767260 w 12191993"/>
              <a:gd name="connsiteY889" fmla="*/ 6597642 h 6857996"/>
              <a:gd name="connsiteX890" fmla="*/ 4767260 w 12191993"/>
              <a:gd name="connsiteY890" fmla="*/ 6595094 h 6857996"/>
              <a:gd name="connsiteX891" fmla="*/ 4764748 w 12191993"/>
              <a:gd name="connsiteY891" fmla="*/ 6592226 h 6857996"/>
              <a:gd name="connsiteX892" fmla="*/ 4755652 w 12191993"/>
              <a:gd name="connsiteY892" fmla="*/ 6584899 h 6857996"/>
              <a:gd name="connsiteX893" fmla="*/ 4739653 w 12191993"/>
              <a:gd name="connsiteY893" fmla="*/ 6556864 h 6857996"/>
              <a:gd name="connsiteX894" fmla="*/ 4737769 w 12191993"/>
              <a:gd name="connsiteY894" fmla="*/ 6552722 h 6857996"/>
              <a:gd name="connsiteX895" fmla="*/ 4737144 w 12191993"/>
              <a:gd name="connsiteY895" fmla="*/ 6551767 h 6857996"/>
              <a:gd name="connsiteX896" fmla="*/ 4740280 w 12191993"/>
              <a:gd name="connsiteY896" fmla="*/ 6550174 h 6857996"/>
              <a:gd name="connsiteX897" fmla="*/ 4755026 w 12191993"/>
              <a:gd name="connsiteY897" fmla="*/ 6528510 h 6857996"/>
              <a:gd name="connsiteX898" fmla="*/ 4748749 w 12191993"/>
              <a:gd name="connsiteY898" fmla="*/ 6512262 h 6857996"/>
              <a:gd name="connsiteX899" fmla="*/ 4729300 w 12191993"/>
              <a:gd name="connsiteY899" fmla="*/ 6505572 h 6857996"/>
              <a:gd name="connsiteX900" fmla="*/ 4722397 w 12191993"/>
              <a:gd name="connsiteY900" fmla="*/ 6505572 h 6857996"/>
              <a:gd name="connsiteX901" fmla="*/ 4704198 w 12191993"/>
              <a:gd name="connsiteY901" fmla="*/ 6506209 h 6857996"/>
              <a:gd name="connsiteX902" fmla="*/ 4694788 w 12191993"/>
              <a:gd name="connsiteY902" fmla="*/ 6505891 h 6857996"/>
              <a:gd name="connsiteX903" fmla="*/ 4689454 w 12191993"/>
              <a:gd name="connsiteY903" fmla="*/ 6505572 h 6857996"/>
              <a:gd name="connsiteX904" fmla="*/ 6126155 w 12191993"/>
              <a:gd name="connsiteY904" fmla="*/ 6505571 h 6857996"/>
              <a:gd name="connsiteX905" fmla="*/ 6180130 w 12191993"/>
              <a:gd name="connsiteY905" fmla="*/ 6513791 h 6857996"/>
              <a:gd name="connsiteX906" fmla="*/ 6176617 w 12191993"/>
              <a:gd name="connsiteY906" fmla="*/ 6527796 h 6857996"/>
              <a:gd name="connsiteX907" fmla="*/ 6126155 w 12191993"/>
              <a:gd name="connsiteY907" fmla="*/ 6505571 h 6857996"/>
              <a:gd name="connsiteX908" fmla="*/ 6089642 w 12191993"/>
              <a:gd name="connsiteY908" fmla="*/ 6505571 h 6857996"/>
              <a:gd name="connsiteX909" fmla="*/ 6039201 w 12191993"/>
              <a:gd name="connsiteY909" fmla="*/ 6527796 h 6857996"/>
              <a:gd name="connsiteX910" fmla="*/ 6035667 w 12191993"/>
              <a:gd name="connsiteY910" fmla="*/ 6513791 h 6857996"/>
              <a:gd name="connsiteX911" fmla="*/ 6089642 w 12191993"/>
              <a:gd name="connsiteY911" fmla="*/ 6505571 h 6857996"/>
              <a:gd name="connsiteX912" fmla="*/ 5258126 w 12191993"/>
              <a:gd name="connsiteY912" fmla="*/ 6505571 h 6857996"/>
              <a:gd name="connsiteX913" fmla="*/ 5256209 w 12191993"/>
              <a:gd name="connsiteY913" fmla="*/ 6507801 h 6857996"/>
              <a:gd name="connsiteX914" fmla="*/ 5256209 w 12191993"/>
              <a:gd name="connsiteY914" fmla="*/ 6510350 h 6857996"/>
              <a:gd name="connsiteX915" fmla="*/ 5259726 w 12191993"/>
              <a:gd name="connsiteY915" fmla="*/ 6513217 h 6857996"/>
              <a:gd name="connsiteX916" fmla="*/ 5265481 w 12191993"/>
              <a:gd name="connsiteY916" fmla="*/ 6518632 h 6857996"/>
              <a:gd name="connsiteX917" fmla="*/ 5265481 w 12191993"/>
              <a:gd name="connsiteY917" fmla="*/ 6541569 h 6857996"/>
              <a:gd name="connsiteX918" fmla="*/ 5265481 w 12191993"/>
              <a:gd name="connsiteY918" fmla="*/ 6554948 h 6857996"/>
              <a:gd name="connsiteX919" fmla="*/ 5268996 w 12191993"/>
              <a:gd name="connsiteY919" fmla="*/ 6586167 h 6857996"/>
              <a:gd name="connsiteX920" fmla="*/ 5301288 w 12191993"/>
              <a:gd name="connsiteY920" fmla="*/ 6600821 h 6857996"/>
              <a:gd name="connsiteX921" fmla="*/ 5337734 w 12191993"/>
              <a:gd name="connsiteY921" fmla="*/ 6578840 h 6857996"/>
              <a:gd name="connsiteX922" fmla="*/ 5339012 w 12191993"/>
              <a:gd name="connsiteY922" fmla="*/ 6554630 h 6857996"/>
              <a:gd name="connsiteX923" fmla="*/ 5339012 w 12191993"/>
              <a:gd name="connsiteY923" fmla="*/ 6541569 h 6857996"/>
              <a:gd name="connsiteX924" fmla="*/ 5339333 w 12191993"/>
              <a:gd name="connsiteY924" fmla="*/ 6518632 h 6857996"/>
              <a:gd name="connsiteX925" fmla="*/ 5344768 w 12191993"/>
              <a:gd name="connsiteY925" fmla="*/ 6513217 h 6857996"/>
              <a:gd name="connsiteX926" fmla="*/ 5348284 w 12191993"/>
              <a:gd name="connsiteY926" fmla="*/ 6510350 h 6857996"/>
              <a:gd name="connsiteX927" fmla="*/ 5348284 w 12191993"/>
              <a:gd name="connsiteY927" fmla="*/ 6507801 h 6857996"/>
              <a:gd name="connsiteX928" fmla="*/ 5346686 w 12191993"/>
              <a:gd name="connsiteY928" fmla="*/ 6505571 h 6857996"/>
              <a:gd name="connsiteX929" fmla="*/ 5341251 w 12191993"/>
              <a:gd name="connsiteY929" fmla="*/ 6505890 h 6857996"/>
              <a:gd name="connsiteX930" fmla="*/ 5333578 w 12191993"/>
              <a:gd name="connsiteY930" fmla="*/ 6506208 h 6857996"/>
              <a:gd name="connsiteX931" fmla="*/ 5326225 w 12191993"/>
              <a:gd name="connsiteY931" fmla="*/ 6505890 h 6857996"/>
              <a:gd name="connsiteX932" fmla="*/ 5320789 w 12191993"/>
              <a:gd name="connsiteY932" fmla="*/ 6505571 h 6857996"/>
              <a:gd name="connsiteX933" fmla="*/ 5319193 w 12191993"/>
              <a:gd name="connsiteY933" fmla="*/ 6507801 h 6857996"/>
              <a:gd name="connsiteX934" fmla="*/ 5319193 w 12191993"/>
              <a:gd name="connsiteY934" fmla="*/ 6510350 h 6857996"/>
              <a:gd name="connsiteX935" fmla="*/ 5322708 w 12191993"/>
              <a:gd name="connsiteY935" fmla="*/ 6513217 h 6857996"/>
              <a:gd name="connsiteX936" fmla="*/ 5328143 w 12191993"/>
              <a:gd name="connsiteY936" fmla="*/ 6518632 h 6857996"/>
              <a:gd name="connsiteX937" fmla="*/ 5328143 w 12191993"/>
              <a:gd name="connsiteY937" fmla="*/ 6541569 h 6857996"/>
              <a:gd name="connsiteX938" fmla="*/ 5328143 w 12191993"/>
              <a:gd name="connsiteY938" fmla="*/ 6554948 h 6857996"/>
              <a:gd name="connsiteX939" fmla="*/ 5326545 w 12191993"/>
              <a:gd name="connsiteY939" fmla="*/ 6578840 h 6857996"/>
              <a:gd name="connsiteX940" fmla="*/ 5304804 w 12191993"/>
              <a:gd name="connsiteY940" fmla="*/ 6591264 h 6857996"/>
              <a:gd name="connsiteX941" fmla="*/ 5284983 w 12191993"/>
              <a:gd name="connsiteY941" fmla="*/ 6581070 h 6857996"/>
              <a:gd name="connsiteX942" fmla="*/ 5282105 w 12191993"/>
              <a:gd name="connsiteY942" fmla="*/ 6555585 h 6857996"/>
              <a:gd name="connsiteX943" fmla="*/ 5282105 w 12191993"/>
              <a:gd name="connsiteY943" fmla="*/ 6541569 h 6857996"/>
              <a:gd name="connsiteX944" fmla="*/ 5282105 w 12191993"/>
              <a:gd name="connsiteY944" fmla="*/ 6518632 h 6857996"/>
              <a:gd name="connsiteX945" fmla="*/ 5287862 w 12191993"/>
              <a:gd name="connsiteY945" fmla="*/ 6513217 h 6857996"/>
              <a:gd name="connsiteX946" fmla="*/ 5291057 w 12191993"/>
              <a:gd name="connsiteY946" fmla="*/ 6510350 h 6857996"/>
              <a:gd name="connsiteX947" fmla="*/ 5291057 w 12191993"/>
              <a:gd name="connsiteY947" fmla="*/ 6507801 h 6857996"/>
              <a:gd name="connsiteX948" fmla="*/ 5289458 w 12191993"/>
              <a:gd name="connsiteY948" fmla="*/ 6505571 h 6857996"/>
              <a:gd name="connsiteX949" fmla="*/ 5284344 w 12191993"/>
              <a:gd name="connsiteY949" fmla="*/ 6505890 h 6857996"/>
              <a:gd name="connsiteX950" fmla="*/ 5273472 w 12191993"/>
              <a:gd name="connsiteY950" fmla="*/ 6506208 h 6857996"/>
              <a:gd name="connsiteX951" fmla="*/ 5263242 w 12191993"/>
              <a:gd name="connsiteY951" fmla="*/ 6505890 h 6857996"/>
              <a:gd name="connsiteX952" fmla="*/ 5258126 w 12191993"/>
              <a:gd name="connsiteY952" fmla="*/ 6505571 h 6857996"/>
              <a:gd name="connsiteX953" fmla="*/ 5751804 w 12191993"/>
              <a:gd name="connsiteY953" fmla="*/ 6503983 h 6857996"/>
              <a:gd name="connsiteX954" fmla="*/ 5741981 w 12191993"/>
              <a:gd name="connsiteY954" fmla="*/ 6513508 h 6857996"/>
              <a:gd name="connsiteX955" fmla="*/ 5751209 w 12191993"/>
              <a:gd name="connsiteY955" fmla="*/ 6523033 h 6857996"/>
              <a:gd name="connsiteX956" fmla="*/ 5761031 w 12191993"/>
              <a:gd name="connsiteY956" fmla="*/ 6513191 h 6857996"/>
              <a:gd name="connsiteX957" fmla="*/ 5751804 w 12191993"/>
              <a:gd name="connsiteY957" fmla="*/ 6503983 h 6857996"/>
              <a:gd name="connsiteX958" fmla="*/ 5456085 w 12191993"/>
              <a:gd name="connsiteY958" fmla="*/ 6503983 h 6857996"/>
              <a:gd name="connsiteX959" fmla="*/ 5445121 w 12191993"/>
              <a:gd name="connsiteY959" fmla="*/ 6513508 h 6857996"/>
              <a:gd name="connsiteX960" fmla="*/ 5455439 w 12191993"/>
              <a:gd name="connsiteY960" fmla="*/ 6523033 h 6857996"/>
              <a:gd name="connsiteX961" fmla="*/ 5465759 w 12191993"/>
              <a:gd name="connsiteY961" fmla="*/ 6513191 h 6857996"/>
              <a:gd name="connsiteX962" fmla="*/ 5456085 w 12191993"/>
              <a:gd name="connsiteY962" fmla="*/ 6503983 h 6857996"/>
              <a:gd name="connsiteX963" fmla="*/ 6221722 w 12191993"/>
              <a:gd name="connsiteY963" fmla="*/ 6500808 h 6857996"/>
              <a:gd name="connsiteX964" fmla="*/ 6221087 w 12191993"/>
              <a:gd name="connsiteY964" fmla="*/ 6501761 h 6857996"/>
              <a:gd name="connsiteX965" fmla="*/ 6222992 w 12191993"/>
              <a:gd name="connsiteY965" fmla="*/ 6505571 h 6857996"/>
              <a:gd name="connsiteX966" fmla="*/ 6222675 w 12191993"/>
              <a:gd name="connsiteY966" fmla="*/ 6514778 h 6857996"/>
              <a:gd name="connsiteX967" fmla="*/ 6212515 w 12191993"/>
              <a:gd name="connsiteY967" fmla="*/ 6510968 h 6857996"/>
              <a:gd name="connsiteX968" fmla="*/ 6206482 w 12191993"/>
              <a:gd name="connsiteY968" fmla="*/ 6523351 h 6857996"/>
              <a:gd name="connsiteX969" fmla="*/ 6211880 w 12191993"/>
              <a:gd name="connsiteY969" fmla="*/ 6535733 h 6857996"/>
              <a:gd name="connsiteX970" fmla="*/ 6213467 w 12191993"/>
              <a:gd name="connsiteY970" fmla="*/ 6534781 h 6857996"/>
              <a:gd name="connsiteX971" fmla="*/ 6214102 w 12191993"/>
              <a:gd name="connsiteY971" fmla="*/ 6533511 h 6857996"/>
              <a:gd name="connsiteX972" fmla="*/ 6233152 w 12191993"/>
              <a:gd name="connsiteY972" fmla="*/ 6523668 h 6857996"/>
              <a:gd name="connsiteX973" fmla="*/ 6234740 w 12191993"/>
              <a:gd name="connsiteY973" fmla="*/ 6524621 h 6857996"/>
              <a:gd name="connsiteX974" fmla="*/ 6235692 w 12191993"/>
              <a:gd name="connsiteY974" fmla="*/ 6524303 h 6857996"/>
              <a:gd name="connsiteX975" fmla="*/ 6232835 w 12191993"/>
              <a:gd name="connsiteY975" fmla="*/ 6518588 h 6857996"/>
              <a:gd name="connsiteX976" fmla="*/ 6226485 w 12191993"/>
              <a:gd name="connsiteY976" fmla="*/ 6521763 h 6857996"/>
              <a:gd name="connsiteX977" fmla="*/ 6227120 w 12191993"/>
              <a:gd name="connsiteY977" fmla="*/ 6508746 h 6857996"/>
              <a:gd name="connsiteX978" fmla="*/ 6221722 w 12191993"/>
              <a:gd name="connsiteY978" fmla="*/ 6500808 h 6857996"/>
              <a:gd name="connsiteX979" fmla="*/ 5203940 w 12191993"/>
              <a:gd name="connsiteY979" fmla="*/ 6499222 h 6857996"/>
              <a:gd name="connsiteX980" fmla="*/ 5185064 w 12191993"/>
              <a:gd name="connsiteY980" fmla="*/ 6501778 h 6857996"/>
              <a:gd name="connsiteX981" fmla="*/ 5182549 w 12191993"/>
              <a:gd name="connsiteY981" fmla="*/ 6503695 h 6857996"/>
              <a:gd name="connsiteX982" fmla="*/ 5182549 w 12191993"/>
              <a:gd name="connsiteY982" fmla="*/ 6506251 h 6857996"/>
              <a:gd name="connsiteX983" fmla="*/ 5185379 w 12191993"/>
              <a:gd name="connsiteY983" fmla="*/ 6508806 h 6857996"/>
              <a:gd name="connsiteX984" fmla="*/ 5191357 w 12191993"/>
              <a:gd name="connsiteY984" fmla="*/ 6517112 h 6857996"/>
              <a:gd name="connsiteX985" fmla="*/ 5191671 w 12191993"/>
              <a:gd name="connsiteY985" fmla="*/ 6531488 h 6857996"/>
              <a:gd name="connsiteX986" fmla="*/ 5191671 w 12191993"/>
              <a:gd name="connsiteY986" fmla="*/ 6533725 h 6857996"/>
              <a:gd name="connsiteX987" fmla="*/ 5190728 w 12191993"/>
              <a:gd name="connsiteY987" fmla="*/ 6535961 h 6857996"/>
              <a:gd name="connsiteX988" fmla="*/ 5189785 w 12191993"/>
              <a:gd name="connsiteY988" fmla="*/ 6535322 h 6857996"/>
              <a:gd name="connsiteX989" fmla="*/ 5177830 w 12191993"/>
              <a:gd name="connsiteY989" fmla="*/ 6532766 h 6857996"/>
              <a:gd name="connsiteX990" fmla="*/ 5148260 w 12191993"/>
              <a:gd name="connsiteY990" fmla="*/ 6569186 h 6857996"/>
              <a:gd name="connsiteX991" fmla="*/ 5172483 w 12191993"/>
              <a:gd name="connsiteY991" fmla="*/ 6601132 h 6857996"/>
              <a:gd name="connsiteX992" fmla="*/ 5184122 w 12191993"/>
              <a:gd name="connsiteY992" fmla="*/ 6597299 h 6857996"/>
              <a:gd name="connsiteX993" fmla="*/ 5190728 w 12191993"/>
              <a:gd name="connsiteY993" fmla="*/ 6591868 h 6857996"/>
              <a:gd name="connsiteX994" fmla="*/ 5191988 w 12191993"/>
              <a:gd name="connsiteY994" fmla="*/ 6591229 h 6857996"/>
              <a:gd name="connsiteX995" fmla="*/ 5193245 w 12191993"/>
              <a:gd name="connsiteY995" fmla="*/ 6594424 h 6857996"/>
              <a:gd name="connsiteX996" fmla="*/ 5193560 w 12191993"/>
              <a:gd name="connsiteY996" fmla="*/ 6600174 h 6857996"/>
              <a:gd name="connsiteX997" fmla="*/ 5195133 w 12191993"/>
              <a:gd name="connsiteY997" fmla="*/ 6602410 h 6857996"/>
              <a:gd name="connsiteX998" fmla="*/ 5197333 w 12191993"/>
              <a:gd name="connsiteY998" fmla="*/ 6602091 h 6857996"/>
              <a:gd name="connsiteX999" fmla="*/ 5214008 w 12191993"/>
              <a:gd name="connsiteY999" fmla="*/ 6598896 h 6857996"/>
              <a:gd name="connsiteX1000" fmla="*/ 5216522 w 12191993"/>
              <a:gd name="connsiteY1000" fmla="*/ 6596660 h 6857996"/>
              <a:gd name="connsiteX1001" fmla="*/ 5216522 w 12191993"/>
              <a:gd name="connsiteY1001" fmla="*/ 6594424 h 6857996"/>
              <a:gd name="connsiteX1002" fmla="*/ 5214636 w 12191993"/>
              <a:gd name="connsiteY1002" fmla="*/ 6592826 h 6857996"/>
              <a:gd name="connsiteX1003" fmla="*/ 5207399 w 12191993"/>
              <a:gd name="connsiteY1003" fmla="*/ 6589312 h 6857996"/>
              <a:gd name="connsiteX1004" fmla="*/ 5206141 w 12191993"/>
              <a:gd name="connsiteY1004" fmla="*/ 6565671 h 6857996"/>
              <a:gd name="connsiteX1005" fmla="*/ 5206141 w 12191993"/>
              <a:gd name="connsiteY1005" fmla="*/ 6542031 h 6857996"/>
              <a:gd name="connsiteX1006" fmla="*/ 5207085 w 12191993"/>
              <a:gd name="connsiteY1006" fmla="*/ 6501459 h 6857996"/>
              <a:gd name="connsiteX1007" fmla="*/ 5205512 w 12191993"/>
              <a:gd name="connsiteY1007" fmla="*/ 6499222 h 6857996"/>
              <a:gd name="connsiteX1008" fmla="*/ 5203940 w 12191993"/>
              <a:gd name="connsiteY1008" fmla="*/ 6499222 h 6857996"/>
              <a:gd name="connsiteX1009" fmla="*/ 4939540 w 12191993"/>
              <a:gd name="connsiteY1009" fmla="*/ 6499222 h 6857996"/>
              <a:gd name="connsiteX1010" fmla="*/ 4937048 w 12191993"/>
              <a:gd name="connsiteY1010" fmla="*/ 6499540 h 6857996"/>
              <a:gd name="connsiteX1011" fmla="*/ 4918664 w 12191993"/>
              <a:gd name="connsiteY1011" fmla="*/ 6502397 h 6857996"/>
              <a:gd name="connsiteX1012" fmla="*/ 4916484 w 12191993"/>
              <a:gd name="connsiteY1012" fmla="*/ 6504302 h 6857996"/>
              <a:gd name="connsiteX1013" fmla="*/ 4916484 w 12191993"/>
              <a:gd name="connsiteY1013" fmla="*/ 6506525 h 6857996"/>
              <a:gd name="connsiteX1014" fmla="*/ 4920222 w 12191993"/>
              <a:gd name="connsiteY1014" fmla="*/ 6508747 h 6857996"/>
              <a:gd name="connsiteX1015" fmla="*/ 4925520 w 12191993"/>
              <a:gd name="connsiteY1015" fmla="*/ 6513510 h 6857996"/>
              <a:gd name="connsiteX1016" fmla="*/ 4925831 w 12191993"/>
              <a:gd name="connsiteY1016" fmla="*/ 6540497 h 6857996"/>
              <a:gd name="connsiteX1017" fmla="*/ 4925831 w 12191993"/>
              <a:gd name="connsiteY1017" fmla="*/ 6547800 h 6857996"/>
              <a:gd name="connsiteX1018" fmla="*/ 4925520 w 12191993"/>
              <a:gd name="connsiteY1018" fmla="*/ 6589392 h 6857996"/>
              <a:gd name="connsiteX1019" fmla="*/ 4925520 w 12191993"/>
              <a:gd name="connsiteY1019" fmla="*/ 6590980 h 6857996"/>
              <a:gd name="connsiteX1020" fmla="*/ 4927700 w 12191993"/>
              <a:gd name="connsiteY1020" fmla="*/ 6595107 h 6857996"/>
              <a:gd name="connsiteX1021" fmla="*/ 4949199 w 12191993"/>
              <a:gd name="connsiteY1021" fmla="*/ 6600822 h 6857996"/>
              <a:gd name="connsiteX1022" fmla="*/ 4983161 w 12191993"/>
              <a:gd name="connsiteY1022" fmla="*/ 6563675 h 6857996"/>
              <a:gd name="connsiteX1023" fmla="*/ 4959168 w 12191993"/>
              <a:gd name="connsiteY1023" fmla="*/ 6532877 h 6857996"/>
              <a:gd name="connsiteX1024" fmla="*/ 4945770 w 12191993"/>
              <a:gd name="connsiteY1024" fmla="*/ 6538592 h 6857996"/>
              <a:gd name="connsiteX1025" fmla="*/ 4940786 w 12191993"/>
              <a:gd name="connsiteY1025" fmla="*/ 6543355 h 6857996"/>
              <a:gd name="connsiteX1026" fmla="*/ 4940163 w 12191993"/>
              <a:gd name="connsiteY1026" fmla="*/ 6542402 h 6857996"/>
              <a:gd name="connsiteX1027" fmla="*/ 4940163 w 12191993"/>
              <a:gd name="connsiteY1027" fmla="*/ 6541767 h 6857996"/>
              <a:gd name="connsiteX1028" fmla="*/ 4940163 w 12191993"/>
              <a:gd name="connsiteY1028" fmla="*/ 6539227 h 6857996"/>
              <a:gd name="connsiteX1029" fmla="*/ 4940475 w 12191993"/>
              <a:gd name="connsiteY1029" fmla="*/ 6521130 h 6857996"/>
              <a:gd name="connsiteX1030" fmla="*/ 4940786 w 12191993"/>
              <a:gd name="connsiteY1030" fmla="*/ 6503350 h 6857996"/>
              <a:gd name="connsiteX1031" fmla="*/ 4941098 w 12191993"/>
              <a:gd name="connsiteY1031" fmla="*/ 6501445 h 6857996"/>
              <a:gd name="connsiteX1032" fmla="*/ 4939540 w 12191993"/>
              <a:gd name="connsiteY1032" fmla="*/ 6499222 h 6857996"/>
              <a:gd name="connsiteX1033" fmla="*/ 4898522 w 12191993"/>
              <a:gd name="connsiteY1033" fmla="*/ 6499222 h 6857996"/>
              <a:gd name="connsiteX1034" fmla="*/ 4879530 w 12191993"/>
              <a:gd name="connsiteY1034" fmla="*/ 6501778 h 6857996"/>
              <a:gd name="connsiteX1035" fmla="*/ 4876959 w 12191993"/>
              <a:gd name="connsiteY1035" fmla="*/ 6503695 h 6857996"/>
              <a:gd name="connsiteX1036" fmla="*/ 4876959 w 12191993"/>
              <a:gd name="connsiteY1036" fmla="*/ 6506251 h 6857996"/>
              <a:gd name="connsiteX1037" fmla="*/ 4879852 w 12191993"/>
              <a:gd name="connsiteY1037" fmla="*/ 6508806 h 6857996"/>
              <a:gd name="connsiteX1038" fmla="*/ 4885972 w 12191993"/>
              <a:gd name="connsiteY1038" fmla="*/ 6517112 h 6857996"/>
              <a:gd name="connsiteX1039" fmla="*/ 4886292 w 12191993"/>
              <a:gd name="connsiteY1039" fmla="*/ 6531488 h 6857996"/>
              <a:gd name="connsiteX1040" fmla="*/ 4886292 w 12191993"/>
              <a:gd name="connsiteY1040" fmla="*/ 6533725 h 6857996"/>
              <a:gd name="connsiteX1041" fmla="*/ 4885328 w 12191993"/>
              <a:gd name="connsiteY1041" fmla="*/ 6535961 h 6857996"/>
              <a:gd name="connsiteX1042" fmla="*/ 4884360 w 12191993"/>
              <a:gd name="connsiteY1042" fmla="*/ 6535322 h 6857996"/>
              <a:gd name="connsiteX1043" fmla="*/ 4872127 w 12191993"/>
              <a:gd name="connsiteY1043" fmla="*/ 6532766 h 6857996"/>
              <a:gd name="connsiteX1044" fmla="*/ 4841871 w 12191993"/>
              <a:gd name="connsiteY1044" fmla="*/ 6569186 h 6857996"/>
              <a:gd name="connsiteX1045" fmla="*/ 4866980 w 12191993"/>
              <a:gd name="connsiteY1045" fmla="*/ 6601132 h 6857996"/>
              <a:gd name="connsiteX1046" fmla="*/ 4878566 w 12191993"/>
              <a:gd name="connsiteY1046" fmla="*/ 6597299 h 6857996"/>
              <a:gd name="connsiteX1047" fmla="*/ 4885328 w 12191993"/>
              <a:gd name="connsiteY1047" fmla="*/ 6591868 h 6857996"/>
              <a:gd name="connsiteX1048" fmla="*/ 4886614 w 12191993"/>
              <a:gd name="connsiteY1048" fmla="*/ 6591229 h 6857996"/>
              <a:gd name="connsiteX1049" fmla="*/ 4887899 w 12191993"/>
              <a:gd name="connsiteY1049" fmla="*/ 6594424 h 6857996"/>
              <a:gd name="connsiteX1050" fmla="*/ 4888221 w 12191993"/>
              <a:gd name="connsiteY1050" fmla="*/ 6600174 h 6857996"/>
              <a:gd name="connsiteX1051" fmla="*/ 4889831 w 12191993"/>
              <a:gd name="connsiteY1051" fmla="*/ 6602410 h 6857996"/>
              <a:gd name="connsiteX1052" fmla="*/ 4892085 w 12191993"/>
              <a:gd name="connsiteY1052" fmla="*/ 6602091 h 6857996"/>
              <a:gd name="connsiteX1053" fmla="*/ 4909145 w 12191993"/>
              <a:gd name="connsiteY1053" fmla="*/ 6598896 h 6857996"/>
              <a:gd name="connsiteX1054" fmla="*/ 4911721 w 12191993"/>
              <a:gd name="connsiteY1054" fmla="*/ 6596660 h 6857996"/>
              <a:gd name="connsiteX1055" fmla="*/ 4911721 w 12191993"/>
              <a:gd name="connsiteY1055" fmla="*/ 6594424 h 6857996"/>
              <a:gd name="connsiteX1056" fmla="*/ 4910113 w 12191993"/>
              <a:gd name="connsiteY1056" fmla="*/ 6592826 h 6857996"/>
              <a:gd name="connsiteX1057" fmla="*/ 4902066 w 12191993"/>
              <a:gd name="connsiteY1057" fmla="*/ 6589312 h 6857996"/>
              <a:gd name="connsiteX1058" fmla="*/ 4901098 w 12191993"/>
              <a:gd name="connsiteY1058" fmla="*/ 6565671 h 6857996"/>
              <a:gd name="connsiteX1059" fmla="*/ 4901098 w 12191993"/>
              <a:gd name="connsiteY1059" fmla="*/ 6542031 h 6857996"/>
              <a:gd name="connsiteX1060" fmla="*/ 4902066 w 12191993"/>
              <a:gd name="connsiteY1060" fmla="*/ 6501459 h 6857996"/>
              <a:gd name="connsiteX1061" fmla="*/ 4900132 w 12191993"/>
              <a:gd name="connsiteY1061" fmla="*/ 6499222 h 6857996"/>
              <a:gd name="connsiteX1062" fmla="*/ 4898522 w 12191993"/>
              <a:gd name="connsiteY1062" fmla="*/ 6499222 h 6857996"/>
              <a:gd name="connsiteX1063" fmla="*/ 6032809 w 12191993"/>
              <a:gd name="connsiteY1063" fmla="*/ 6467471 h 6857996"/>
              <a:gd name="connsiteX1064" fmla="*/ 6068221 w 12191993"/>
              <a:gd name="connsiteY1064" fmla="*/ 6467471 h 6857996"/>
              <a:gd name="connsiteX1065" fmla="*/ 6078971 w 12191993"/>
              <a:gd name="connsiteY1065" fmla="*/ 6469080 h 6857996"/>
              <a:gd name="connsiteX1066" fmla="*/ 6078971 w 12191993"/>
              <a:gd name="connsiteY1066" fmla="*/ 6471974 h 6857996"/>
              <a:gd name="connsiteX1067" fmla="*/ 6073597 w 12191993"/>
              <a:gd name="connsiteY1067" fmla="*/ 6479694 h 6857996"/>
              <a:gd name="connsiteX1068" fmla="*/ 6073597 w 12191993"/>
              <a:gd name="connsiteY1068" fmla="*/ 6480016 h 6857996"/>
              <a:gd name="connsiteX1069" fmla="*/ 6084979 w 12191993"/>
              <a:gd name="connsiteY1069" fmla="*/ 6488700 h 6857996"/>
              <a:gd name="connsiteX1070" fmla="*/ 6095413 w 12191993"/>
              <a:gd name="connsiteY1070" fmla="*/ 6492560 h 6857996"/>
              <a:gd name="connsiteX1071" fmla="*/ 6097310 w 12191993"/>
              <a:gd name="connsiteY1071" fmla="*/ 6491595 h 6857996"/>
              <a:gd name="connsiteX1072" fmla="*/ 6106163 w 12191993"/>
              <a:gd name="connsiteY1072" fmla="*/ 6479051 h 6857996"/>
              <a:gd name="connsiteX1073" fmla="*/ 6105847 w 12191993"/>
              <a:gd name="connsiteY1073" fmla="*/ 6476799 h 6857996"/>
              <a:gd name="connsiteX1074" fmla="*/ 6104898 w 12191993"/>
              <a:gd name="connsiteY1074" fmla="*/ 6474548 h 6857996"/>
              <a:gd name="connsiteX1075" fmla="*/ 6104898 w 12191993"/>
              <a:gd name="connsiteY1075" fmla="*/ 6474226 h 6857996"/>
              <a:gd name="connsiteX1076" fmla="*/ 6102052 w 12191993"/>
              <a:gd name="connsiteY1076" fmla="*/ 6471331 h 6857996"/>
              <a:gd name="connsiteX1077" fmla="*/ 6107428 w 12191993"/>
              <a:gd name="connsiteY1077" fmla="*/ 6467471 h 6857996"/>
              <a:gd name="connsiteX1078" fmla="*/ 6108060 w 12191993"/>
              <a:gd name="connsiteY1078" fmla="*/ 6467471 h 6857996"/>
              <a:gd name="connsiteX1079" fmla="*/ 6108376 w 12191993"/>
              <a:gd name="connsiteY1079" fmla="*/ 6467471 h 6857996"/>
              <a:gd name="connsiteX1080" fmla="*/ 6112486 w 12191993"/>
              <a:gd name="connsiteY1080" fmla="*/ 6471653 h 6857996"/>
              <a:gd name="connsiteX1081" fmla="*/ 6110589 w 12191993"/>
              <a:gd name="connsiteY1081" fmla="*/ 6479051 h 6857996"/>
              <a:gd name="connsiteX1082" fmla="*/ 6119126 w 12191993"/>
              <a:gd name="connsiteY1082" fmla="*/ 6491595 h 6857996"/>
              <a:gd name="connsiteX1083" fmla="*/ 6121023 w 12191993"/>
              <a:gd name="connsiteY1083" fmla="*/ 6492560 h 6857996"/>
              <a:gd name="connsiteX1084" fmla="*/ 6131774 w 12191993"/>
              <a:gd name="connsiteY1084" fmla="*/ 6488700 h 6857996"/>
              <a:gd name="connsiteX1085" fmla="*/ 6143156 w 12191993"/>
              <a:gd name="connsiteY1085" fmla="*/ 6480016 h 6857996"/>
              <a:gd name="connsiteX1086" fmla="*/ 6143156 w 12191993"/>
              <a:gd name="connsiteY1086" fmla="*/ 6479694 h 6857996"/>
              <a:gd name="connsiteX1087" fmla="*/ 6137781 w 12191993"/>
              <a:gd name="connsiteY1087" fmla="*/ 6471974 h 6857996"/>
              <a:gd name="connsiteX1088" fmla="*/ 6137781 w 12191993"/>
              <a:gd name="connsiteY1088" fmla="*/ 6469080 h 6857996"/>
              <a:gd name="connsiteX1089" fmla="*/ 6148531 w 12191993"/>
              <a:gd name="connsiteY1089" fmla="*/ 6467471 h 6857996"/>
              <a:gd name="connsiteX1090" fmla="*/ 6184576 w 12191993"/>
              <a:gd name="connsiteY1090" fmla="*/ 6467471 h 6857996"/>
              <a:gd name="connsiteX1091" fmla="*/ 6184892 w 12191993"/>
              <a:gd name="connsiteY1091" fmla="*/ 6476478 h 6857996"/>
              <a:gd name="connsiteX1092" fmla="*/ 6182363 w 12191993"/>
              <a:gd name="connsiteY1092" fmla="*/ 6504461 h 6857996"/>
              <a:gd name="connsiteX1093" fmla="*/ 6122920 w 12191993"/>
              <a:gd name="connsiteY1093" fmla="*/ 6495133 h 6857996"/>
              <a:gd name="connsiteX1094" fmla="*/ 6124185 w 12191993"/>
              <a:gd name="connsiteY1094" fmla="*/ 6500923 h 6857996"/>
              <a:gd name="connsiteX1095" fmla="*/ 6109008 w 12191993"/>
              <a:gd name="connsiteY1095" fmla="*/ 6516684 h 6857996"/>
              <a:gd name="connsiteX1096" fmla="*/ 6108376 w 12191993"/>
              <a:gd name="connsiteY1096" fmla="*/ 6516684 h 6857996"/>
              <a:gd name="connsiteX1097" fmla="*/ 6107744 w 12191993"/>
              <a:gd name="connsiteY1097" fmla="*/ 6516684 h 6857996"/>
              <a:gd name="connsiteX1098" fmla="*/ 6092883 w 12191993"/>
              <a:gd name="connsiteY1098" fmla="*/ 6500923 h 6857996"/>
              <a:gd name="connsiteX1099" fmla="*/ 6094148 w 12191993"/>
              <a:gd name="connsiteY1099" fmla="*/ 6495133 h 6857996"/>
              <a:gd name="connsiteX1100" fmla="*/ 6035022 w 12191993"/>
              <a:gd name="connsiteY1100" fmla="*/ 6504461 h 6857996"/>
              <a:gd name="connsiteX1101" fmla="*/ 6032492 w 12191993"/>
              <a:gd name="connsiteY1101" fmla="*/ 6476478 h 6857996"/>
              <a:gd name="connsiteX1102" fmla="*/ 6032809 w 12191993"/>
              <a:gd name="connsiteY1102" fmla="*/ 6467471 h 6857996"/>
              <a:gd name="connsiteX1103" fmla="*/ 6035029 w 12191993"/>
              <a:gd name="connsiteY1103" fmla="*/ 6454771 h 6857996"/>
              <a:gd name="connsiteX1104" fmla="*/ 6108377 w 12191993"/>
              <a:gd name="connsiteY1104" fmla="*/ 6454771 h 6857996"/>
              <a:gd name="connsiteX1105" fmla="*/ 6182357 w 12191993"/>
              <a:gd name="connsiteY1105" fmla="*/ 6454771 h 6857996"/>
              <a:gd name="connsiteX1106" fmla="*/ 6183305 w 12191993"/>
              <a:gd name="connsiteY1106" fmla="*/ 6459317 h 6857996"/>
              <a:gd name="connsiteX1107" fmla="*/ 6148528 w 12191993"/>
              <a:gd name="connsiteY1107" fmla="*/ 6459317 h 6857996"/>
              <a:gd name="connsiteX1108" fmla="*/ 6127346 w 12191993"/>
              <a:gd name="connsiteY1108" fmla="*/ 6471656 h 6857996"/>
              <a:gd name="connsiteX1109" fmla="*/ 6131456 w 12191993"/>
              <a:gd name="connsiteY1109" fmla="*/ 6479450 h 6857996"/>
              <a:gd name="connsiteX1110" fmla="*/ 6121655 w 12191993"/>
              <a:gd name="connsiteY1110" fmla="*/ 6483346 h 6857996"/>
              <a:gd name="connsiteX1111" fmla="*/ 6118810 w 12191993"/>
              <a:gd name="connsiteY1111" fmla="*/ 6478476 h 6857996"/>
              <a:gd name="connsiteX1112" fmla="*/ 6121023 w 12191993"/>
              <a:gd name="connsiteY1112" fmla="*/ 6471332 h 6857996"/>
              <a:gd name="connsiteX1113" fmla="*/ 6108060 w 12191993"/>
              <a:gd name="connsiteY1113" fmla="*/ 6459967 h 6857996"/>
              <a:gd name="connsiteX1114" fmla="*/ 6098892 w 12191993"/>
              <a:gd name="connsiteY1114" fmla="*/ 6463214 h 6857996"/>
              <a:gd name="connsiteX1115" fmla="*/ 6098576 w 12191993"/>
              <a:gd name="connsiteY1115" fmla="*/ 6463863 h 6857996"/>
              <a:gd name="connsiteX1116" fmla="*/ 6092253 w 12191993"/>
              <a:gd name="connsiteY1116" fmla="*/ 6471007 h 6857996"/>
              <a:gd name="connsiteX1117" fmla="*/ 6092253 w 12191993"/>
              <a:gd name="connsiteY1117" fmla="*/ 6474904 h 6857996"/>
              <a:gd name="connsiteX1118" fmla="*/ 6095098 w 12191993"/>
              <a:gd name="connsiteY1118" fmla="*/ 6475553 h 6857996"/>
              <a:gd name="connsiteX1119" fmla="*/ 6096995 w 12191993"/>
              <a:gd name="connsiteY1119" fmla="*/ 6477177 h 6857996"/>
              <a:gd name="connsiteX1120" fmla="*/ 6095098 w 12191993"/>
              <a:gd name="connsiteY1120" fmla="*/ 6483346 h 6857996"/>
              <a:gd name="connsiteX1121" fmla="*/ 6085297 w 12191993"/>
              <a:gd name="connsiteY1121" fmla="*/ 6479450 h 6857996"/>
              <a:gd name="connsiteX1122" fmla="*/ 6089407 w 12191993"/>
              <a:gd name="connsiteY1122" fmla="*/ 6471656 h 6857996"/>
              <a:gd name="connsiteX1123" fmla="*/ 6068225 w 12191993"/>
              <a:gd name="connsiteY1123" fmla="*/ 6459317 h 6857996"/>
              <a:gd name="connsiteX1124" fmla="*/ 6034080 w 12191993"/>
              <a:gd name="connsiteY1124" fmla="*/ 6459317 h 6857996"/>
              <a:gd name="connsiteX1125" fmla="*/ 6035029 w 12191993"/>
              <a:gd name="connsiteY1125" fmla="*/ 6454771 h 6857996"/>
              <a:gd name="connsiteX1126" fmla="*/ 6146512 w 12191993"/>
              <a:gd name="connsiteY1126" fmla="*/ 6416671 h 6857996"/>
              <a:gd name="connsiteX1127" fmla="*/ 6156317 w 12191993"/>
              <a:gd name="connsiteY1127" fmla="*/ 6423414 h 6857996"/>
              <a:gd name="connsiteX1128" fmla="*/ 6156317 w 12191993"/>
              <a:gd name="connsiteY1128" fmla="*/ 6445246 h 6857996"/>
              <a:gd name="connsiteX1129" fmla="*/ 6134092 w 12191993"/>
              <a:gd name="connsiteY1129" fmla="*/ 6445246 h 6857996"/>
              <a:gd name="connsiteX1130" fmla="*/ 6134092 w 12191993"/>
              <a:gd name="connsiteY1130" fmla="*/ 6422450 h 6857996"/>
              <a:gd name="connsiteX1131" fmla="*/ 6135400 w 12191993"/>
              <a:gd name="connsiteY1131" fmla="*/ 6418598 h 6857996"/>
              <a:gd name="connsiteX1132" fmla="*/ 6146512 w 12191993"/>
              <a:gd name="connsiteY1132" fmla="*/ 6416671 h 6857996"/>
              <a:gd name="connsiteX1133" fmla="*/ 6070000 w 12191993"/>
              <a:gd name="connsiteY1133" fmla="*/ 6416671 h 6857996"/>
              <a:gd name="connsiteX1134" fmla="*/ 6080473 w 12191993"/>
              <a:gd name="connsiteY1134" fmla="*/ 6418598 h 6857996"/>
              <a:gd name="connsiteX1135" fmla="*/ 6081705 w 12191993"/>
              <a:gd name="connsiteY1135" fmla="*/ 6422450 h 6857996"/>
              <a:gd name="connsiteX1136" fmla="*/ 6081705 w 12191993"/>
              <a:gd name="connsiteY1136" fmla="*/ 6445246 h 6857996"/>
              <a:gd name="connsiteX1137" fmla="*/ 6061067 w 12191993"/>
              <a:gd name="connsiteY1137" fmla="*/ 6445246 h 6857996"/>
              <a:gd name="connsiteX1138" fmla="*/ 6061067 w 12191993"/>
              <a:gd name="connsiteY1138" fmla="*/ 6423414 h 6857996"/>
              <a:gd name="connsiteX1139" fmla="*/ 6070000 w 12191993"/>
              <a:gd name="connsiteY1139" fmla="*/ 6416671 h 6857996"/>
              <a:gd name="connsiteX1140" fmla="*/ 6108533 w 12191993"/>
              <a:gd name="connsiteY1140" fmla="*/ 6408733 h 6857996"/>
              <a:gd name="connsiteX1141" fmla="*/ 6126155 w 12191993"/>
              <a:gd name="connsiteY1141" fmla="*/ 6422703 h 6857996"/>
              <a:gd name="connsiteX1142" fmla="*/ 6126155 w 12191993"/>
              <a:gd name="connsiteY1142" fmla="*/ 6445246 h 6857996"/>
              <a:gd name="connsiteX1143" fmla="*/ 6108533 w 12191993"/>
              <a:gd name="connsiteY1143" fmla="*/ 6445246 h 6857996"/>
              <a:gd name="connsiteX1144" fmla="*/ 6091230 w 12191993"/>
              <a:gd name="connsiteY1144" fmla="*/ 6445246 h 6857996"/>
              <a:gd name="connsiteX1145" fmla="*/ 6091230 w 12191993"/>
              <a:gd name="connsiteY1145" fmla="*/ 6422703 h 6857996"/>
              <a:gd name="connsiteX1146" fmla="*/ 6108533 w 12191993"/>
              <a:gd name="connsiteY1146" fmla="*/ 6408733 h 6857996"/>
              <a:gd name="connsiteX1147" fmla="*/ 6118217 w 12191993"/>
              <a:gd name="connsiteY1147" fmla="*/ 6397621 h 6857996"/>
              <a:gd name="connsiteX1148" fmla="*/ 6140442 w 12191993"/>
              <a:gd name="connsiteY1148" fmla="*/ 6407781 h 6857996"/>
              <a:gd name="connsiteX1149" fmla="*/ 6131364 w 12191993"/>
              <a:gd name="connsiteY1149" fmla="*/ 6410321 h 6857996"/>
              <a:gd name="connsiteX1150" fmla="*/ 6118217 w 12191993"/>
              <a:gd name="connsiteY1150" fmla="*/ 6400479 h 6857996"/>
              <a:gd name="connsiteX1151" fmla="*/ 6118217 w 12191993"/>
              <a:gd name="connsiteY1151" fmla="*/ 6397621 h 6857996"/>
              <a:gd name="connsiteX1152" fmla="*/ 6097580 w 12191993"/>
              <a:gd name="connsiteY1152" fmla="*/ 6397621 h 6857996"/>
              <a:gd name="connsiteX1153" fmla="*/ 6097580 w 12191993"/>
              <a:gd name="connsiteY1153" fmla="*/ 6400479 h 6857996"/>
              <a:gd name="connsiteX1154" fmla="*/ 6084563 w 12191993"/>
              <a:gd name="connsiteY1154" fmla="*/ 6410321 h 6857996"/>
              <a:gd name="connsiteX1155" fmla="*/ 6075355 w 12191993"/>
              <a:gd name="connsiteY1155" fmla="*/ 6407781 h 6857996"/>
              <a:gd name="connsiteX1156" fmla="*/ 6097580 w 12191993"/>
              <a:gd name="connsiteY1156" fmla="*/ 6397621 h 6857996"/>
              <a:gd name="connsiteX1157" fmla="*/ 6104824 w 12191993"/>
              <a:gd name="connsiteY1157" fmla="*/ 6365871 h 6857996"/>
              <a:gd name="connsiteX1158" fmla="*/ 6107737 w 12191993"/>
              <a:gd name="connsiteY1158" fmla="*/ 6365871 h 6857996"/>
              <a:gd name="connsiteX1159" fmla="*/ 6110650 w 12191993"/>
              <a:gd name="connsiteY1159" fmla="*/ 6365871 h 6857996"/>
              <a:gd name="connsiteX1160" fmla="*/ 6110650 w 12191993"/>
              <a:gd name="connsiteY1160" fmla="*/ 6379335 h 6857996"/>
              <a:gd name="connsiteX1161" fmla="*/ 6124568 w 12191993"/>
              <a:gd name="connsiteY1161" fmla="*/ 6379335 h 6857996"/>
              <a:gd name="connsiteX1162" fmla="*/ 6124568 w 12191993"/>
              <a:gd name="connsiteY1162" fmla="*/ 6385425 h 6857996"/>
              <a:gd name="connsiteX1163" fmla="*/ 6110650 w 12191993"/>
              <a:gd name="connsiteY1163" fmla="*/ 6385425 h 6857996"/>
              <a:gd name="connsiteX1164" fmla="*/ 6110650 w 12191993"/>
              <a:gd name="connsiteY1164" fmla="*/ 6399209 h 6857996"/>
              <a:gd name="connsiteX1165" fmla="*/ 6107737 w 12191993"/>
              <a:gd name="connsiteY1165" fmla="*/ 6399209 h 6857996"/>
              <a:gd name="connsiteX1166" fmla="*/ 6104824 w 12191993"/>
              <a:gd name="connsiteY1166" fmla="*/ 6399209 h 6857996"/>
              <a:gd name="connsiteX1167" fmla="*/ 6104824 w 12191993"/>
              <a:gd name="connsiteY1167" fmla="*/ 6385425 h 6857996"/>
              <a:gd name="connsiteX1168" fmla="*/ 6091230 w 12191993"/>
              <a:gd name="connsiteY1168" fmla="*/ 6385425 h 6857996"/>
              <a:gd name="connsiteX1169" fmla="*/ 6091230 w 12191993"/>
              <a:gd name="connsiteY1169" fmla="*/ 6379335 h 6857996"/>
              <a:gd name="connsiteX1170" fmla="*/ 6104824 w 12191993"/>
              <a:gd name="connsiteY1170" fmla="*/ 6379335 h 6857996"/>
              <a:gd name="connsiteX1171" fmla="*/ 6104824 w 12191993"/>
              <a:gd name="connsiteY1171" fmla="*/ 6365871 h 6857996"/>
              <a:gd name="connsiteX1172" fmla="*/ 6098253 w 12191993"/>
              <a:gd name="connsiteY1172" fmla="*/ 6359521 h 6857996"/>
              <a:gd name="connsiteX1173" fmla="*/ 6098253 w 12191993"/>
              <a:gd name="connsiteY1173" fmla="*/ 6372830 h 6857996"/>
              <a:gd name="connsiteX1174" fmla="*/ 6085284 w 12191993"/>
              <a:gd name="connsiteY1174" fmla="*/ 6372830 h 6857996"/>
              <a:gd name="connsiteX1175" fmla="*/ 6085284 w 12191993"/>
              <a:gd name="connsiteY1175" fmla="*/ 6392793 h 6857996"/>
              <a:gd name="connsiteX1176" fmla="*/ 6062508 w 12191993"/>
              <a:gd name="connsiteY1176" fmla="*/ 6409270 h 6857996"/>
              <a:gd name="connsiteX1177" fmla="*/ 6051753 w 12191993"/>
              <a:gd name="connsiteY1177" fmla="*/ 6424163 h 6857996"/>
              <a:gd name="connsiteX1178" fmla="*/ 6051753 w 12191993"/>
              <a:gd name="connsiteY1178" fmla="*/ 6445710 h 6857996"/>
              <a:gd name="connsiteX1179" fmla="*/ 6028345 w 12191993"/>
              <a:gd name="connsiteY1179" fmla="*/ 6445710 h 6857996"/>
              <a:gd name="connsiteX1180" fmla="*/ 6027080 w 12191993"/>
              <a:gd name="connsiteY1180" fmla="*/ 6449195 h 6857996"/>
              <a:gd name="connsiteX1181" fmla="*/ 6022967 w 12191993"/>
              <a:gd name="connsiteY1181" fmla="*/ 6477397 h 6857996"/>
              <a:gd name="connsiteX1182" fmla="*/ 6046376 w 12191993"/>
              <a:gd name="connsiteY1182" fmla="*/ 6575943 h 6857996"/>
              <a:gd name="connsiteX1183" fmla="*/ 6099202 w 12191993"/>
              <a:gd name="connsiteY1183" fmla="*/ 6673222 h 6857996"/>
              <a:gd name="connsiteX1184" fmla="*/ 6108060 w 12191993"/>
              <a:gd name="connsiteY1184" fmla="*/ 6678609 h 6857996"/>
              <a:gd name="connsiteX1185" fmla="*/ 6108376 w 12191993"/>
              <a:gd name="connsiteY1185" fmla="*/ 6678609 h 6857996"/>
              <a:gd name="connsiteX1186" fmla="*/ 6108692 w 12191993"/>
              <a:gd name="connsiteY1186" fmla="*/ 6678609 h 6857996"/>
              <a:gd name="connsiteX1187" fmla="*/ 6117866 w 12191993"/>
              <a:gd name="connsiteY1187" fmla="*/ 6673222 h 6857996"/>
              <a:gd name="connsiteX1188" fmla="*/ 6171009 w 12191993"/>
              <a:gd name="connsiteY1188" fmla="*/ 6575943 h 6857996"/>
              <a:gd name="connsiteX1189" fmla="*/ 6194417 w 12191993"/>
              <a:gd name="connsiteY1189" fmla="*/ 6477397 h 6857996"/>
              <a:gd name="connsiteX1190" fmla="*/ 6190305 w 12191993"/>
              <a:gd name="connsiteY1190" fmla="*/ 6449195 h 6857996"/>
              <a:gd name="connsiteX1191" fmla="*/ 6189040 w 12191993"/>
              <a:gd name="connsiteY1191" fmla="*/ 6445710 h 6857996"/>
              <a:gd name="connsiteX1192" fmla="*/ 6165631 w 12191993"/>
              <a:gd name="connsiteY1192" fmla="*/ 6445710 h 6857996"/>
              <a:gd name="connsiteX1193" fmla="*/ 6165631 w 12191993"/>
              <a:gd name="connsiteY1193" fmla="*/ 6424163 h 6857996"/>
              <a:gd name="connsiteX1194" fmla="*/ 6154560 w 12191993"/>
              <a:gd name="connsiteY1194" fmla="*/ 6409270 h 6857996"/>
              <a:gd name="connsiteX1195" fmla="*/ 6132101 w 12191993"/>
              <a:gd name="connsiteY1195" fmla="*/ 6392793 h 6857996"/>
              <a:gd name="connsiteX1196" fmla="*/ 6132101 w 12191993"/>
              <a:gd name="connsiteY1196" fmla="*/ 6372830 h 6857996"/>
              <a:gd name="connsiteX1197" fmla="*/ 6118498 w 12191993"/>
              <a:gd name="connsiteY1197" fmla="*/ 6372830 h 6857996"/>
              <a:gd name="connsiteX1198" fmla="*/ 6118498 w 12191993"/>
              <a:gd name="connsiteY1198" fmla="*/ 6359521 h 6857996"/>
              <a:gd name="connsiteX1199" fmla="*/ 6108376 w 12191993"/>
              <a:gd name="connsiteY1199" fmla="*/ 6359521 h 6857996"/>
              <a:gd name="connsiteX1200" fmla="*/ 6098253 w 12191993"/>
              <a:gd name="connsiteY1200" fmla="*/ 6359521 h 6857996"/>
              <a:gd name="connsiteX1201" fmla="*/ 0 w 12191993"/>
              <a:gd name="connsiteY1201" fmla="*/ 0 h 6857996"/>
              <a:gd name="connsiteX1202" fmla="*/ 12191993 w 12191993"/>
              <a:gd name="connsiteY1202" fmla="*/ 0 h 6857996"/>
              <a:gd name="connsiteX1203" fmla="*/ 12191993 w 12191993"/>
              <a:gd name="connsiteY1203" fmla="*/ 6857996 h 6857996"/>
              <a:gd name="connsiteX1204" fmla="*/ 0 w 12191993"/>
              <a:gd name="connsiteY1204" fmla="*/ 6857996 h 6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Lst>
            <a:rect l="l" t="t" r="r" b="b"/>
            <a:pathLst>
              <a:path w="12191993" h="6857996">
                <a:moveTo>
                  <a:pt x="6150497" y="6688738"/>
                </a:moveTo>
                <a:cubicBezTo>
                  <a:pt x="6148985" y="6689343"/>
                  <a:pt x="6148380" y="6691157"/>
                  <a:pt x="6148985" y="6692367"/>
                </a:cubicBezTo>
                <a:cubicBezTo>
                  <a:pt x="6149590" y="6693878"/>
                  <a:pt x="6151404" y="6694483"/>
                  <a:pt x="6152916" y="6693878"/>
                </a:cubicBezTo>
                <a:cubicBezTo>
                  <a:pt x="6154125" y="6693274"/>
                  <a:pt x="6154730" y="6691459"/>
                  <a:pt x="6154125" y="6690250"/>
                </a:cubicBezTo>
                <a:cubicBezTo>
                  <a:pt x="6153521" y="6688738"/>
                  <a:pt x="6152009" y="6688133"/>
                  <a:pt x="6150497" y="6688738"/>
                </a:cubicBezTo>
                <a:close/>
                <a:moveTo>
                  <a:pt x="6092818" y="6684958"/>
                </a:moveTo>
                <a:lnTo>
                  <a:pt x="6092818" y="6686546"/>
                </a:lnTo>
                <a:lnTo>
                  <a:pt x="6094405" y="6688133"/>
                </a:lnTo>
                <a:lnTo>
                  <a:pt x="6092818" y="6708771"/>
                </a:lnTo>
                <a:lnTo>
                  <a:pt x="6091231" y="6710359"/>
                </a:lnTo>
                <a:lnTo>
                  <a:pt x="6097580" y="6711946"/>
                </a:lnTo>
                <a:lnTo>
                  <a:pt x="6097580" y="6708771"/>
                </a:lnTo>
                <a:lnTo>
                  <a:pt x="6095993" y="6708771"/>
                </a:lnTo>
                <a:lnTo>
                  <a:pt x="6097580" y="6692896"/>
                </a:lnTo>
                <a:lnTo>
                  <a:pt x="6111868" y="6711946"/>
                </a:lnTo>
                <a:lnTo>
                  <a:pt x="6115043" y="6711946"/>
                </a:lnTo>
                <a:lnTo>
                  <a:pt x="6113456" y="6688133"/>
                </a:lnTo>
                <a:lnTo>
                  <a:pt x="6113456" y="6686546"/>
                </a:lnTo>
                <a:lnTo>
                  <a:pt x="6108693" y="6686546"/>
                </a:lnTo>
                <a:lnTo>
                  <a:pt x="6108693" y="6688133"/>
                </a:lnTo>
                <a:lnTo>
                  <a:pt x="6110281" y="6688133"/>
                </a:lnTo>
                <a:lnTo>
                  <a:pt x="6111868" y="6704009"/>
                </a:lnTo>
                <a:lnTo>
                  <a:pt x="6097580" y="6686546"/>
                </a:lnTo>
                <a:close/>
                <a:moveTo>
                  <a:pt x="6080118" y="6683371"/>
                </a:moveTo>
                <a:lnTo>
                  <a:pt x="6080118" y="6684959"/>
                </a:lnTo>
                <a:lnTo>
                  <a:pt x="6081705" y="6686546"/>
                </a:lnTo>
                <a:lnTo>
                  <a:pt x="6076943" y="6705597"/>
                </a:lnTo>
                <a:lnTo>
                  <a:pt x="6075355" y="6707184"/>
                </a:lnTo>
                <a:lnTo>
                  <a:pt x="6083293" y="6710359"/>
                </a:lnTo>
                <a:lnTo>
                  <a:pt x="6083293" y="6708772"/>
                </a:lnTo>
                <a:lnTo>
                  <a:pt x="6081705" y="6707184"/>
                </a:lnTo>
                <a:lnTo>
                  <a:pt x="6086468" y="6686546"/>
                </a:lnTo>
                <a:lnTo>
                  <a:pt x="6088055" y="6686546"/>
                </a:lnTo>
                <a:lnTo>
                  <a:pt x="6088055" y="6684959"/>
                </a:lnTo>
                <a:close/>
                <a:moveTo>
                  <a:pt x="6137500" y="6681783"/>
                </a:moveTo>
                <a:cubicBezTo>
                  <a:pt x="6135252" y="6682101"/>
                  <a:pt x="6133647" y="6682101"/>
                  <a:pt x="6131078" y="6682736"/>
                </a:cubicBezTo>
                <a:cubicBezTo>
                  <a:pt x="6123373" y="6684958"/>
                  <a:pt x="6116630" y="6689086"/>
                  <a:pt x="6120162" y="6699246"/>
                </a:cubicBezTo>
                <a:cubicBezTo>
                  <a:pt x="6122409" y="6708453"/>
                  <a:pt x="6129152" y="6710358"/>
                  <a:pt x="6136536" y="6708771"/>
                </a:cubicBezTo>
                <a:cubicBezTo>
                  <a:pt x="6140389" y="6707818"/>
                  <a:pt x="6142637" y="6706231"/>
                  <a:pt x="6145205" y="6703373"/>
                </a:cubicBezTo>
                <a:cubicBezTo>
                  <a:pt x="6145205" y="6703373"/>
                  <a:pt x="6145205" y="6703373"/>
                  <a:pt x="6143279" y="6697658"/>
                </a:cubicBezTo>
                <a:cubicBezTo>
                  <a:pt x="6143279" y="6697658"/>
                  <a:pt x="6143279" y="6697658"/>
                  <a:pt x="6142316" y="6697658"/>
                </a:cubicBezTo>
                <a:cubicBezTo>
                  <a:pt x="6142637" y="6701468"/>
                  <a:pt x="6139105" y="6704961"/>
                  <a:pt x="6136215" y="6705596"/>
                </a:cubicBezTo>
                <a:cubicBezTo>
                  <a:pt x="6131399" y="6706548"/>
                  <a:pt x="6126583" y="6703056"/>
                  <a:pt x="6126262" y="6698293"/>
                </a:cubicBezTo>
                <a:cubicBezTo>
                  <a:pt x="6126262" y="6698293"/>
                  <a:pt x="6126262" y="6698293"/>
                  <a:pt x="6138784" y="6695436"/>
                </a:cubicBezTo>
                <a:cubicBezTo>
                  <a:pt x="6138784" y="6695436"/>
                  <a:pt x="6138784" y="6695436"/>
                  <a:pt x="6139747" y="6696388"/>
                </a:cubicBezTo>
                <a:cubicBezTo>
                  <a:pt x="6139747" y="6696388"/>
                  <a:pt x="6139747" y="6696388"/>
                  <a:pt x="6141031" y="6696071"/>
                </a:cubicBezTo>
                <a:cubicBezTo>
                  <a:pt x="6141031" y="6696071"/>
                  <a:pt x="6141031" y="6696071"/>
                  <a:pt x="6139747" y="6690356"/>
                </a:cubicBezTo>
                <a:cubicBezTo>
                  <a:pt x="6139747" y="6690356"/>
                  <a:pt x="6139747" y="6690356"/>
                  <a:pt x="6138463" y="6690673"/>
                </a:cubicBezTo>
                <a:cubicBezTo>
                  <a:pt x="6138463" y="6690673"/>
                  <a:pt x="6138463" y="6690673"/>
                  <a:pt x="6137500" y="6692896"/>
                </a:cubicBezTo>
                <a:cubicBezTo>
                  <a:pt x="6137500" y="6692896"/>
                  <a:pt x="6137500" y="6692896"/>
                  <a:pt x="6124978" y="6695436"/>
                </a:cubicBezTo>
                <a:cubicBezTo>
                  <a:pt x="6123694" y="6691626"/>
                  <a:pt x="6126262" y="6686863"/>
                  <a:pt x="6130436" y="6685593"/>
                </a:cubicBezTo>
                <a:cubicBezTo>
                  <a:pt x="6133326" y="6684958"/>
                  <a:pt x="6136215" y="6685593"/>
                  <a:pt x="6137821" y="6687816"/>
                </a:cubicBezTo>
                <a:cubicBezTo>
                  <a:pt x="6137821" y="6687816"/>
                  <a:pt x="6137821" y="6687816"/>
                  <a:pt x="6139105" y="6687181"/>
                </a:cubicBezTo>
                <a:cubicBezTo>
                  <a:pt x="6139105" y="6687181"/>
                  <a:pt x="6139105" y="6687181"/>
                  <a:pt x="6137500" y="6681783"/>
                </a:cubicBezTo>
                <a:close/>
                <a:moveTo>
                  <a:pt x="6053130" y="6672258"/>
                </a:moveTo>
                <a:lnTo>
                  <a:pt x="6051542" y="6673846"/>
                </a:lnTo>
                <a:lnTo>
                  <a:pt x="6053130" y="6675433"/>
                </a:lnTo>
                <a:lnTo>
                  <a:pt x="6038842" y="6691308"/>
                </a:lnTo>
                <a:lnTo>
                  <a:pt x="6037255" y="6689721"/>
                </a:lnTo>
                <a:lnTo>
                  <a:pt x="6035668" y="6691308"/>
                </a:lnTo>
                <a:lnTo>
                  <a:pt x="6042018" y="6694483"/>
                </a:lnTo>
                <a:lnTo>
                  <a:pt x="6042018" y="6692896"/>
                </a:lnTo>
                <a:lnTo>
                  <a:pt x="6051542" y="6680196"/>
                </a:lnTo>
                <a:lnTo>
                  <a:pt x="6049955" y="6699246"/>
                </a:lnTo>
                <a:lnTo>
                  <a:pt x="6053130" y="6700833"/>
                </a:lnTo>
                <a:lnTo>
                  <a:pt x="6065830" y="6684958"/>
                </a:lnTo>
                <a:lnTo>
                  <a:pt x="6064243" y="6700833"/>
                </a:lnTo>
                <a:lnTo>
                  <a:pt x="6062656" y="6702421"/>
                </a:lnTo>
                <a:lnTo>
                  <a:pt x="6061068" y="6704008"/>
                </a:lnTo>
                <a:lnTo>
                  <a:pt x="6069005" y="6707183"/>
                </a:lnTo>
                <a:lnTo>
                  <a:pt x="6069005" y="6705596"/>
                </a:lnTo>
                <a:lnTo>
                  <a:pt x="6067418" y="6704008"/>
                </a:lnTo>
                <a:lnTo>
                  <a:pt x="6070593" y="6681783"/>
                </a:lnTo>
                <a:lnTo>
                  <a:pt x="6072180" y="6681783"/>
                </a:lnTo>
                <a:lnTo>
                  <a:pt x="6072180" y="6680196"/>
                </a:lnTo>
                <a:lnTo>
                  <a:pt x="6065830" y="6677021"/>
                </a:lnTo>
                <a:lnTo>
                  <a:pt x="6064243" y="6678608"/>
                </a:lnTo>
                <a:lnTo>
                  <a:pt x="6065830" y="6678608"/>
                </a:lnTo>
                <a:lnTo>
                  <a:pt x="6056306" y="6689721"/>
                </a:lnTo>
                <a:lnTo>
                  <a:pt x="6057893" y="6673846"/>
                </a:lnTo>
                <a:close/>
                <a:moveTo>
                  <a:pt x="6175023" y="6664321"/>
                </a:moveTo>
                <a:cubicBezTo>
                  <a:pt x="6154730" y="6675963"/>
                  <a:pt x="6154730" y="6675963"/>
                  <a:pt x="6154730" y="6675963"/>
                </a:cubicBezTo>
                <a:cubicBezTo>
                  <a:pt x="6155052" y="6677221"/>
                  <a:pt x="6155052" y="6677221"/>
                  <a:pt x="6155052" y="6677221"/>
                </a:cubicBezTo>
                <a:cubicBezTo>
                  <a:pt x="6156985" y="6677221"/>
                  <a:pt x="6156985" y="6677221"/>
                  <a:pt x="6156985" y="6677221"/>
                </a:cubicBezTo>
                <a:cubicBezTo>
                  <a:pt x="6166970" y="6696414"/>
                  <a:pt x="6166970" y="6696414"/>
                  <a:pt x="6166970" y="6696414"/>
                </a:cubicBezTo>
                <a:cubicBezTo>
                  <a:pt x="6166326" y="6697988"/>
                  <a:pt x="6166326" y="6697988"/>
                  <a:pt x="6166326" y="6697988"/>
                </a:cubicBezTo>
                <a:lnTo>
                  <a:pt x="6167292" y="6699246"/>
                </a:lnTo>
                <a:cubicBezTo>
                  <a:pt x="6174378" y="6695471"/>
                  <a:pt x="6174378" y="6695471"/>
                  <a:pt x="6174378" y="6695471"/>
                </a:cubicBezTo>
                <a:cubicBezTo>
                  <a:pt x="6173734" y="6694841"/>
                  <a:pt x="6173734" y="6694841"/>
                  <a:pt x="6173734" y="6694841"/>
                </a:cubicBezTo>
                <a:cubicBezTo>
                  <a:pt x="6171802" y="6694527"/>
                  <a:pt x="6171802" y="6694527"/>
                  <a:pt x="6171802" y="6694527"/>
                </a:cubicBezTo>
                <a:cubicBezTo>
                  <a:pt x="6166970" y="6684458"/>
                  <a:pt x="6166970" y="6684458"/>
                  <a:pt x="6166970" y="6684458"/>
                </a:cubicBezTo>
                <a:cubicBezTo>
                  <a:pt x="6166970" y="6684458"/>
                  <a:pt x="6170835" y="6681626"/>
                  <a:pt x="6173734" y="6680997"/>
                </a:cubicBezTo>
                <a:cubicBezTo>
                  <a:pt x="6175023" y="6680997"/>
                  <a:pt x="6176955" y="6680997"/>
                  <a:pt x="6176955" y="6680997"/>
                </a:cubicBezTo>
                <a:cubicBezTo>
                  <a:pt x="6174378" y="6675963"/>
                  <a:pt x="6174378" y="6675963"/>
                  <a:pt x="6174378" y="6675963"/>
                </a:cubicBezTo>
                <a:cubicBezTo>
                  <a:pt x="6174378" y="6675963"/>
                  <a:pt x="6173412" y="6677536"/>
                  <a:pt x="6172446" y="6678165"/>
                </a:cubicBezTo>
                <a:cubicBezTo>
                  <a:pt x="6170513" y="6680053"/>
                  <a:pt x="6165360" y="6681626"/>
                  <a:pt x="6165360" y="6681626"/>
                </a:cubicBezTo>
                <a:cubicBezTo>
                  <a:pt x="6161816" y="6674704"/>
                  <a:pt x="6161816" y="6674704"/>
                  <a:pt x="6161816" y="6674704"/>
                </a:cubicBezTo>
                <a:cubicBezTo>
                  <a:pt x="6161816" y="6674704"/>
                  <a:pt x="6166648" y="6671243"/>
                  <a:pt x="6169869" y="6670299"/>
                </a:cubicBezTo>
                <a:cubicBezTo>
                  <a:pt x="6170835" y="6669985"/>
                  <a:pt x="6173090" y="6669670"/>
                  <a:pt x="6173090" y="6669670"/>
                </a:cubicBezTo>
                <a:cubicBezTo>
                  <a:pt x="6173090" y="6669670"/>
                  <a:pt x="6173090" y="6668097"/>
                  <a:pt x="6173412" y="6667468"/>
                </a:cubicBezTo>
                <a:cubicBezTo>
                  <a:pt x="6173734" y="6666209"/>
                  <a:pt x="6175023" y="6664321"/>
                  <a:pt x="6175023" y="6664321"/>
                </a:cubicBezTo>
                <a:close/>
                <a:moveTo>
                  <a:pt x="6030390" y="6663090"/>
                </a:moveTo>
                <a:cubicBezTo>
                  <a:pt x="6032518" y="6661940"/>
                  <a:pt x="6034976" y="6661463"/>
                  <a:pt x="6037104" y="6663368"/>
                </a:cubicBezTo>
                <a:cubicBezTo>
                  <a:pt x="6037761" y="6664003"/>
                  <a:pt x="6037761" y="6664003"/>
                  <a:pt x="6037761" y="6664003"/>
                </a:cubicBezTo>
                <a:cubicBezTo>
                  <a:pt x="6042019" y="6668131"/>
                  <a:pt x="6036449" y="6675116"/>
                  <a:pt x="6035139" y="6676386"/>
                </a:cubicBezTo>
                <a:cubicBezTo>
                  <a:pt x="6034157" y="6677021"/>
                  <a:pt x="6030880" y="6680196"/>
                  <a:pt x="6027605" y="6680196"/>
                </a:cubicBezTo>
                <a:cubicBezTo>
                  <a:pt x="6025966" y="6680196"/>
                  <a:pt x="6024656" y="6679879"/>
                  <a:pt x="6023674" y="6678609"/>
                </a:cubicBezTo>
                <a:cubicBezTo>
                  <a:pt x="6023347" y="6678291"/>
                  <a:pt x="6023347" y="6678291"/>
                  <a:pt x="6023347" y="6678291"/>
                </a:cubicBezTo>
                <a:cubicBezTo>
                  <a:pt x="6022035" y="6677339"/>
                  <a:pt x="6021709" y="6676386"/>
                  <a:pt x="6021381" y="6675116"/>
                </a:cubicBezTo>
                <a:cubicBezTo>
                  <a:pt x="6021381" y="6672259"/>
                  <a:pt x="6024001" y="6668766"/>
                  <a:pt x="6025640" y="6666861"/>
                </a:cubicBezTo>
                <a:cubicBezTo>
                  <a:pt x="6026459" y="6666067"/>
                  <a:pt x="6028260" y="6664241"/>
                  <a:pt x="6030390" y="6663090"/>
                </a:cubicBezTo>
                <a:close/>
                <a:moveTo>
                  <a:pt x="6030111" y="6659872"/>
                </a:moveTo>
                <a:cubicBezTo>
                  <a:pt x="6026346" y="6660186"/>
                  <a:pt x="6022895" y="6662383"/>
                  <a:pt x="6020698" y="6665835"/>
                </a:cubicBezTo>
                <a:cubicBezTo>
                  <a:pt x="6016617" y="6670856"/>
                  <a:pt x="6016617" y="6677446"/>
                  <a:pt x="6021324" y="6682153"/>
                </a:cubicBezTo>
                <a:cubicBezTo>
                  <a:pt x="6021324" y="6682153"/>
                  <a:pt x="6021324" y="6682153"/>
                  <a:pt x="6021324" y="6682467"/>
                </a:cubicBezTo>
                <a:cubicBezTo>
                  <a:pt x="6021324" y="6682467"/>
                  <a:pt x="6021324" y="6682467"/>
                  <a:pt x="6021639" y="6682467"/>
                </a:cubicBezTo>
                <a:cubicBezTo>
                  <a:pt x="6026659" y="6686546"/>
                  <a:pt x="6033250" y="6686546"/>
                  <a:pt x="6038270" y="6682153"/>
                </a:cubicBezTo>
                <a:cubicBezTo>
                  <a:pt x="6041409" y="6679642"/>
                  <a:pt x="6042978" y="6676190"/>
                  <a:pt x="6043292" y="6672425"/>
                </a:cubicBezTo>
                <a:cubicBezTo>
                  <a:pt x="6043605" y="6668973"/>
                  <a:pt x="6042664" y="6665835"/>
                  <a:pt x="6040467" y="6663638"/>
                </a:cubicBezTo>
                <a:cubicBezTo>
                  <a:pt x="6040154" y="6663010"/>
                  <a:pt x="6040154" y="6663010"/>
                  <a:pt x="6040154" y="6663010"/>
                </a:cubicBezTo>
                <a:cubicBezTo>
                  <a:pt x="6039840" y="6662696"/>
                  <a:pt x="6039840" y="6662696"/>
                  <a:pt x="6039840" y="6662696"/>
                </a:cubicBezTo>
                <a:cubicBezTo>
                  <a:pt x="6039526" y="6662383"/>
                  <a:pt x="6039526" y="6662383"/>
                  <a:pt x="6039526" y="6662383"/>
                </a:cubicBezTo>
                <a:cubicBezTo>
                  <a:pt x="6037015" y="6660186"/>
                  <a:pt x="6033877" y="6659558"/>
                  <a:pt x="6030111" y="6659872"/>
                </a:cubicBezTo>
                <a:close/>
                <a:moveTo>
                  <a:pt x="6187938" y="6653208"/>
                </a:moveTo>
                <a:cubicBezTo>
                  <a:pt x="6186092" y="6654812"/>
                  <a:pt x="6184553" y="6655774"/>
                  <a:pt x="6183014" y="6657377"/>
                </a:cubicBezTo>
                <a:cubicBezTo>
                  <a:pt x="6177474" y="6662829"/>
                  <a:pt x="6173780" y="6669885"/>
                  <a:pt x="6180859" y="6677582"/>
                </a:cubicBezTo>
                <a:cubicBezTo>
                  <a:pt x="6187323" y="6684958"/>
                  <a:pt x="6194094" y="6683034"/>
                  <a:pt x="6199634" y="6677582"/>
                </a:cubicBezTo>
                <a:cubicBezTo>
                  <a:pt x="6202404" y="6675016"/>
                  <a:pt x="6203635" y="6672771"/>
                  <a:pt x="6203943" y="6668602"/>
                </a:cubicBezTo>
                <a:cubicBezTo>
                  <a:pt x="6203943" y="6668602"/>
                  <a:pt x="6203943" y="6668602"/>
                  <a:pt x="6200558" y="6664112"/>
                </a:cubicBezTo>
                <a:cubicBezTo>
                  <a:pt x="6200558" y="6664112"/>
                  <a:pt x="6200558" y="6664112"/>
                  <a:pt x="6199634" y="6664754"/>
                </a:cubicBezTo>
                <a:cubicBezTo>
                  <a:pt x="6201173" y="6668281"/>
                  <a:pt x="6199942" y="6673092"/>
                  <a:pt x="6197480" y="6675337"/>
                </a:cubicBezTo>
                <a:cubicBezTo>
                  <a:pt x="6194094" y="6678865"/>
                  <a:pt x="6188246" y="6677903"/>
                  <a:pt x="6186092" y="6673734"/>
                </a:cubicBezTo>
                <a:cubicBezTo>
                  <a:pt x="6186092" y="6673734"/>
                  <a:pt x="6186092" y="6673734"/>
                  <a:pt x="6195325" y="6664433"/>
                </a:cubicBezTo>
                <a:cubicBezTo>
                  <a:pt x="6195325" y="6664433"/>
                  <a:pt x="6195325" y="6664433"/>
                  <a:pt x="6196864" y="6664754"/>
                </a:cubicBezTo>
                <a:cubicBezTo>
                  <a:pt x="6196864" y="6664754"/>
                  <a:pt x="6196864" y="6664754"/>
                  <a:pt x="6197788" y="6663792"/>
                </a:cubicBezTo>
                <a:cubicBezTo>
                  <a:pt x="6197788" y="6663792"/>
                  <a:pt x="6197788" y="6663792"/>
                  <a:pt x="6193786" y="6659622"/>
                </a:cubicBezTo>
                <a:cubicBezTo>
                  <a:pt x="6193786" y="6659622"/>
                  <a:pt x="6193786" y="6659622"/>
                  <a:pt x="6193171" y="6660585"/>
                </a:cubicBezTo>
                <a:cubicBezTo>
                  <a:pt x="6193171" y="6660585"/>
                  <a:pt x="6193171" y="6660585"/>
                  <a:pt x="6193171" y="6663150"/>
                </a:cubicBezTo>
                <a:cubicBezTo>
                  <a:pt x="6193171" y="6663150"/>
                  <a:pt x="6193171" y="6663150"/>
                  <a:pt x="6183937" y="6671489"/>
                </a:cubicBezTo>
                <a:cubicBezTo>
                  <a:pt x="6180859" y="6668602"/>
                  <a:pt x="6180552" y="6663150"/>
                  <a:pt x="6183937" y="6660264"/>
                </a:cubicBezTo>
                <a:cubicBezTo>
                  <a:pt x="6185784" y="6658340"/>
                  <a:pt x="6188554" y="6657698"/>
                  <a:pt x="6191324" y="6658660"/>
                </a:cubicBezTo>
                <a:cubicBezTo>
                  <a:pt x="6191324" y="6658660"/>
                  <a:pt x="6191324" y="6658660"/>
                  <a:pt x="6191940" y="6657377"/>
                </a:cubicBezTo>
                <a:cubicBezTo>
                  <a:pt x="6191940" y="6657377"/>
                  <a:pt x="6191940" y="6657377"/>
                  <a:pt x="6187938" y="6653208"/>
                </a:cubicBezTo>
                <a:close/>
                <a:moveTo>
                  <a:pt x="6196845" y="6642096"/>
                </a:moveTo>
                <a:cubicBezTo>
                  <a:pt x="6191242" y="6649399"/>
                  <a:pt x="6191242" y="6649399"/>
                  <a:pt x="6191242" y="6649399"/>
                </a:cubicBezTo>
                <a:cubicBezTo>
                  <a:pt x="6192799" y="6650351"/>
                  <a:pt x="6192799" y="6650351"/>
                  <a:pt x="6192799" y="6650351"/>
                </a:cubicBezTo>
                <a:cubicBezTo>
                  <a:pt x="6194355" y="6649399"/>
                  <a:pt x="6194355" y="6649399"/>
                  <a:pt x="6194355" y="6649399"/>
                </a:cubicBezTo>
                <a:cubicBezTo>
                  <a:pt x="6210230" y="6662734"/>
                  <a:pt x="6210230" y="6662734"/>
                  <a:pt x="6210230" y="6662734"/>
                </a:cubicBezTo>
                <a:cubicBezTo>
                  <a:pt x="6209919" y="6664639"/>
                  <a:pt x="6209919" y="6664639"/>
                  <a:pt x="6209919" y="6664639"/>
                </a:cubicBezTo>
                <a:lnTo>
                  <a:pt x="6210541" y="6665909"/>
                </a:lnTo>
                <a:cubicBezTo>
                  <a:pt x="6222992" y="6651304"/>
                  <a:pt x="6222992" y="6651304"/>
                  <a:pt x="6222992" y="6651304"/>
                </a:cubicBezTo>
                <a:cubicBezTo>
                  <a:pt x="6220191" y="6644319"/>
                  <a:pt x="6220191" y="6644319"/>
                  <a:pt x="6220191" y="6644319"/>
                </a:cubicBezTo>
                <a:cubicBezTo>
                  <a:pt x="6218323" y="6646224"/>
                  <a:pt x="6218323" y="6646224"/>
                  <a:pt x="6218323" y="6646224"/>
                </a:cubicBezTo>
                <a:cubicBezTo>
                  <a:pt x="6218323" y="6646224"/>
                  <a:pt x="6218946" y="6649081"/>
                  <a:pt x="6218946" y="6650669"/>
                </a:cubicBezTo>
                <a:cubicBezTo>
                  <a:pt x="6218323" y="6654162"/>
                  <a:pt x="6213654" y="6658607"/>
                  <a:pt x="6213654" y="6658607"/>
                </a:cubicBezTo>
                <a:cubicBezTo>
                  <a:pt x="6197468" y="6644954"/>
                  <a:pt x="6197468" y="6644954"/>
                  <a:pt x="6197468" y="6644954"/>
                </a:cubicBezTo>
                <a:cubicBezTo>
                  <a:pt x="6198090" y="6643049"/>
                  <a:pt x="6198090" y="6643049"/>
                  <a:pt x="6198090" y="6643049"/>
                </a:cubicBezTo>
                <a:cubicBezTo>
                  <a:pt x="6196845" y="6642096"/>
                  <a:pt x="6196845" y="6642096"/>
                  <a:pt x="6196845" y="6642096"/>
                </a:cubicBezTo>
                <a:close/>
                <a:moveTo>
                  <a:pt x="6013443" y="6635746"/>
                </a:moveTo>
                <a:lnTo>
                  <a:pt x="6013443" y="6637334"/>
                </a:lnTo>
                <a:lnTo>
                  <a:pt x="5995980" y="6650034"/>
                </a:lnTo>
                <a:lnTo>
                  <a:pt x="5994393" y="6648446"/>
                </a:lnTo>
                <a:lnTo>
                  <a:pt x="5992806" y="6650034"/>
                </a:lnTo>
                <a:lnTo>
                  <a:pt x="5997568" y="6654797"/>
                </a:lnTo>
                <a:lnTo>
                  <a:pt x="5999156" y="6654797"/>
                </a:lnTo>
                <a:lnTo>
                  <a:pt x="5999156" y="6651621"/>
                </a:lnTo>
                <a:lnTo>
                  <a:pt x="6011855" y="6643684"/>
                </a:lnTo>
                <a:lnTo>
                  <a:pt x="6005506" y="6665909"/>
                </a:lnTo>
                <a:lnTo>
                  <a:pt x="6008680" y="6669084"/>
                </a:lnTo>
                <a:lnTo>
                  <a:pt x="6024555" y="6653209"/>
                </a:lnTo>
                <a:lnTo>
                  <a:pt x="6026143" y="6651621"/>
                </a:lnTo>
                <a:lnTo>
                  <a:pt x="6027731" y="6651621"/>
                </a:lnTo>
                <a:lnTo>
                  <a:pt x="6024555" y="6646859"/>
                </a:lnTo>
                <a:lnTo>
                  <a:pt x="6022968" y="6648446"/>
                </a:lnTo>
                <a:lnTo>
                  <a:pt x="6022968" y="6650034"/>
                </a:lnTo>
                <a:lnTo>
                  <a:pt x="6011855" y="6661147"/>
                </a:lnTo>
                <a:lnTo>
                  <a:pt x="6016618" y="6638921"/>
                </a:lnTo>
                <a:lnTo>
                  <a:pt x="6015031" y="6635746"/>
                </a:lnTo>
                <a:close/>
                <a:moveTo>
                  <a:pt x="5999458" y="6630479"/>
                </a:moveTo>
                <a:cubicBezTo>
                  <a:pt x="5998324" y="6631200"/>
                  <a:pt x="5997567" y="6633004"/>
                  <a:pt x="5998324" y="6634809"/>
                </a:cubicBezTo>
                <a:cubicBezTo>
                  <a:pt x="5999079" y="6636613"/>
                  <a:pt x="6001348" y="6637334"/>
                  <a:pt x="6003237" y="6636613"/>
                </a:cubicBezTo>
                <a:cubicBezTo>
                  <a:pt x="6004749" y="6635891"/>
                  <a:pt x="6005506" y="6633726"/>
                  <a:pt x="6004749" y="6632283"/>
                </a:cubicBezTo>
                <a:cubicBezTo>
                  <a:pt x="6003616" y="6630479"/>
                  <a:pt x="6001348" y="6629396"/>
                  <a:pt x="5999458" y="6630479"/>
                </a:cubicBezTo>
                <a:close/>
                <a:moveTo>
                  <a:pt x="6207117" y="6626221"/>
                </a:moveTo>
                <a:lnTo>
                  <a:pt x="6203942" y="6632571"/>
                </a:lnTo>
                <a:lnTo>
                  <a:pt x="6203942" y="6634159"/>
                </a:lnTo>
                <a:lnTo>
                  <a:pt x="6207117" y="6632571"/>
                </a:lnTo>
                <a:lnTo>
                  <a:pt x="6224580" y="6643684"/>
                </a:lnTo>
                <a:lnTo>
                  <a:pt x="6224580" y="6645271"/>
                </a:lnTo>
                <a:lnTo>
                  <a:pt x="6226168" y="6645271"/>
                </a:lnTo>
                <a:lnTo>
                  <a:pt x="6230930" y="6637334"/>
                </a:lnTo>
                <a:lnTo>
                  <a:pt x="6229343" y="6637334"/>
                </a:lnTo>
                <a:lnTo>
                  <a:pt x="6227755" y="6638921"/>
                </a:lnTo>
                <a:lnTo>
                  <a:pt x="6207117" y="6627809"/>
                </a:lnTo>
                <a:lnTo>
                  <a:pt x="6208705" y="6626221"/>
                </a:lnTo>
                <a:close/>
                <a:moveTo>
                  <a:pt x="6002331" y="6615108"/>
                </a:moveTo>
                <a:lnTo>
                  <a:pt x="6002331" y="6616696"/>
                </a:lnTo>
                <a:lnTo>
                  <a:pt x="5983280" y="6626221"/>
                </a:lnTo>
                <a:lnTo>
                  <a:pt x="5981693" y="6624634"/>
                </a:lnTo>
                <a:lnTo>
                  <a:pt x="5980106" y="6624634"/>
                </a:lnTo>
                <a:lnTo>
                  <a:pt x="5983280" y="6632571"/>
                </a:lnTo>
                <a:lnTo>
                  <a:pt x="5984868" y="6632571"/>
                </a:lnTo>
                <a:lnTo>
                  <a:pt x="5984868" y="6630984"/>
                </a:lnTo>
                <a:lnTo>
                  <a:pt x="6003918" y="6621458"/>
                </a:lnTo>
                <a:lnTo>
                  <a:pt x="6005507" y="6623046"/>
                </a:lnTo>
                <a:lnTo>
                  <a:pt x="6007094" y="6621458"/>
                </a:lnTo>
                <a:lnTo>
                  <a:pt x="6003918" y="6615108"/>
                </a:lnTo>
                <a:close/>
                <a:moveTo>
                  <a:pt x="6217912" y="6602408"/>
                </a:moveTo>
                <a:cubicBezTo>
                  <a:pt x="6216642" y="6604272"/>
                  <a:pt x="6215690" y="6605514"/>
                  <a:pt x="6214737" y="6607999"/>
                </a:cubicBezTo>
                <a:cubicBezTo>
                  <a:pt x="6211562" y="6615143"/>
                  <a:pt x="6210292" y="6622908"/>
                  <a:pt x="6219817" y="6626945"/>
                </a:cubicBezTo>
                <a:cubicBezTo>
                  <a:pt x="6229660" y="6630983"/>
                  <a:pt x="6235058" y="6626324"/>
                  <a:pt x="6238550" y="6619802"/>
                </a:cubicBezTo>
                <a:cubicBezTo>
                  <a:pt x="6240138" y="6616075"/>
                  <a:pt x="6240455" y="6613279"/>
                  <a:pt x="6239503" y="6609241"/>
                </a:cubicBezTo>
                <a:cubicBezTo>
                  <a:pt x="6239503" y="6609241"/>
                  <a:pt x="6239503" y="6609241"/>
                  <a:pt x="6234423" y="6607067"/>
                </a:cubicBezTo>
                <a:cubicBezTo>
                  <a:pt x="6234423" y="6607067"/>
                  <a:pt x="6234423" y="6607067"/>
                  <a:pt x="6233470" y="6607999"/>
                </a:cubicBezTo>
                <a:cubicBezTo>
                  <a:pt x="6236328" y="6610794"/>
                  <a:pt x="6236963" y="6614832"/>
                  <a:pt x="6235693" y="6617628"/>
                </a:cubicBezTo>
                <a:cubicBezTo>
                  <a:pt x="6233470" y="6621976"/>
                  <a:pt x="6225215" y="6622908"/>
                  <a:pt x="6221722" y="6620112"/>
                </a:cubicBezTo>
                <a:cubicBezTo>
                  <a:pt x="6217912" y="6617317"/>
                  <a:pt x="6214737" y="6613900"/>
                  <a:pt x="6216642" y="6609863"/>
                </a:cubicBezTo>
                <a:cubicBezTo>
                  <a:pt x="6217912" y="6607378"/>
                  <a:pt x="6220135" y="6605825"/>
                  <a:pt x="6222992" y="6605825"/>
                </a:cubicBezTo>
                <a:cubicBezTo>
                  <a:pt x="6222992" y="6605825"/>
                  <a:pt x="6222992" y="6605825"/>
                  <a:pt x="6223310" y="6604272"/>
                </a:cubicBezTo>
                <a:cubicBezTo>
                  <a:pt x="6223310" y="6604272"/>
                  <a:pt x="6223310" y="6604272"/>
                  <a:pt x="6217912" y="6602408"/>
                </a:cubicBezTo>
                <a:close/>
                <a:moveTo>
                  <a:pt x="6129330" y="6599233"/>
                </a:moveTo>
                <a:cubicBezTo>
                  <a:pt x="6133335" y="6599233"/>
                  <a:pt x="6143192" y="6599233"/>
                  <a:pt x="6149968" y="6599233"/>
                </a:cubicBezTo>
                <a:cubicBezTo>
                  <a:pt x="6142884" y="6614711"/>
                  <a:pt x="6135799" y="6628900"/>
                  <a:pt x="6129330" y="6640508"/>
                </a:cubicBezTo>
                <a:cubicBezTo>
                  <a:pt x="6129330" y="6625353"/>
                  <a:pt x="6129330" y="6604393"/>
                  <a:pt x="6129330" y="6599233"/>
                </a:cubicBezTo>
                <a:close/>
                <a:moveTo>
                  <a:pt x="6065830" y="6599233"/>
                </a:moveTo>
                <a:cubicBezTo>
                  <a:pt x="6073348" y="6599233"/>
                  <a:pt x="6083480" y="6599233"/>
                  <a:pt x="6088055" y="6599233"/>
                </a:cubicBezTo>
                <a:cubicBezTo>
                  <a:pt x="6088055" y="6604393"/>
                  <a:pt x="6088055" y="6625353"/>
                  <a:pt x="6088055" y="6640508"/>
                </a:cubicBezTo>
                <a:cubicBezTo>
                  <a:pt x="6080866" y="6628900"/>
                  <a:pt x="6073348" y="6614711"/>
                  <a:pt x="6065830" y="6599233"/>
                </a:cubicBezTo>
                <a:close/>
                <a:moveTo>
                  <a:pt x="5985060" y="6592919"/>
                </a:moveTo>
                <a:cubicBezTo>
                  <a:pt x="5975325" y="6595487"/>
                  <a:pt x="5973756" y="6602551"/>
                  <a:pt x="5975325" y="6609935"/>
                </a:cubicBezTo>
                <a:cubicBezTo>
                  <a:pt x="5976267" y="6613788"/>
                  <a:pt x="5977838" y="6616036"/>
                  <a:pt x="5980978" y="6618283"/>
                </a:cubicBezTo>
                <a:cubicBezTo>
                  <a:pt x="5980978" y="6618283"/>
                  <a:pt x="5980978" y="6618283"/>
                  <a:pt x="5986630" y="6616999"/>
                </a:cubicBezTo>
                <a:cubicBezTo>
                  <a:pt x="5986630" y="6616999"/>
                  <a:pt x="5986630" y="6616999"/>
                  <a:pt x="5986630" y="6616036"/>
                </a:cubicBezTo>
                <a:cubicBezTo>
                  <a:pt x="5982862" y="6615715"/>
                  <a:pt x="5979094" y="6612183"/>
                  <a:pt x="5978465" y="6609293"/>
                </a:cubicBezTo>
                <a:cubicBezTo>
                  <a:pt x="5977523" y="6604477"/>
                  <a:pt x="5980978" y="6599661"/>
                  <a:pt x="5985688" y="6599340"/>
                </a:cubicBezTo>
                <a:cubicBezTo>
                  <a:pt x="5985688" y="6599340"/>
                  <a:pt x="5985688" y="6599340"/>
                  <a:pt x="5988828" y="6611862"/>
                </a:cubicBezTo>
                <a:cubicBezTo>
                  <a:pt x="5988828" y="6611862"/>
                  <a:pt x="5988828" y="6611862"/>
                  <a:pt x="5987886" y="6613146"/>
                </a:cubicBezTo>
                <a:cubicBezTo>
                  <a:pt x="5987886" y="6613146"/>
                  <a:pt x="5987886" y="6613146"/>
                  <a:pt x="5988200" y="6614430"/>
                </a:cubicBezTo>
                <a:cubicBezTo>
                  <a:pt x="5988200" y="6614430"/>
                  <a:pt x="5988200" y="6614430"/>
                  <a:pt x="5994166" y="6612825"/>
                </a:cubicBezTo>
                <a:cubicBezTo>
                  <a:pt x="5994166" y="6612825"/>
                  <a:pt x="5994166" y="6612825"/>
                  <a:pt x="5993538" y="6611541"/>
                </a:cubicBezTo>
                <a:cubicBezTo>
                  <a:pt x="5993538" y="6611541"/>
                  <a:pt x="5993538" y="6611541"/>
                  <a:pt x="5991340" y="6610578"/>
                </a:cubicBezTo>
                <a:cubicBezTo>
                  <a:pt x="5991340" y="6610578"/>
                  <a:pt x="5991340" y="6610578"/>
                  <a:pt x="5988828" y="6598377"/>
                </a:cubicBezTo>
                <a:cubicBezTo>
                  <a:pt x="5992597" y="6596772"/>
                  <a:pt x="5997307" y="6599019"/>
                  <a:pt x="5998249" y="6603193"/>
                </a:cubicBezTo>
                <a:cubicBezTo>
                  <a:pt x="5998877" y="6606083"/>
                  <a:pt x="5998249" y="6608972"/>
                  <a:pt x="5996365" y="6610899"/>
                </a:cubicBezTo>
                <a:cubicBezTo>
                  <a:pt x="5996365" y="6610899"/>
                  <a:pt x="5996365" y="6610899"/>
                  <a:pt x="5996992" y="6611862"/>
                </a:cubicBezTo>
                <a:cubicBezTo>
                  <a:pt x="5996992" y="6611862"/>
                  <a:pt x="5996992" y="6611862"/>
                  <a:pt x="6002330" y="6610257"/>
                </a:cubicBezTo>
                <a:cubicBezTo>
                  <a:pt x="6002017" y="6608009"/>
                  <a:pt x="6002017" y="6606404"/>
                  <a:pt x="6001388" y="6603835"/>
                </a:cubicBezTo>
                <a:cubicBezTo>
                  <a:pt x="5999190" y="6596130"/>
                  <a:pt x="5994794" y="6589708"/>
                  <a:pt x="5985060" y="6592919"/>
                </a:cubicBezTo>
                <a:close/>
                <a:moveTo>
                  <a:pt x="6218230" y="6591296"/>
                </a:moveTo>
                <a:lnTo>
                  <a:pt x="6216642" y="6599234"/>
                </a:lnTo>
                <a:lnTo>
                  <a:pt x="6218230" y="6599234"/>
                </a:lnTo>
                <a:lnTo>
                  <a:pt x="6219817" y="6597646"/>
                </a:lnTo>
                <a:lnTo>
                  <a:pt x="6240455" y="6600821"/>
                </a:lnTo>
                <a:lnTo>
                  <a:pt x="6240455" y="6602409"/>
                </a:lnTo>
                <a:lnTo>
                  <a:pt x="6242043" y="6603996"/>
                </a:lnTo>
                <a:lnTo>
                  <a:pt x="6243630" y="6594471"/>
                </a:lnTo>
                <a:lnTo>
                  <a:pt x="6242043" y="6596059"/>
                </a:lnTo>
                <a:lnTo>
                  <a:pt x="6219817" y="6592884"/>
                </a:lnTo>
                <a:lnTo>
                  <a:pt x="6219817" y="6591296"/>
                </a:lnTo>
                <a:close/>
                <a:moveTo>
                  <a:pt x="4811421" y="6570659"/>
                </a:moveTo>
                <a:cubicBezTo>
                  <a:pt x="4812046" y="6570659"/>
                  <a:pt x="4812046" y="6570659"/>
                  <a:pt x="4812359" y="6570659"/>
                </a:cubicBezTo>
                <a:cubicBezTo>
                  <a:pt x="4813298" y="6570659"/>
                  <a:pt x="4813298" y="6570987"/>
                  <a:pt x="4813298" y="6572952"/>
                </a:cubicBezTo>
                <a:lnTo>
                  <a:pt x="4813298" y="6576883"/>
                </a:lnTo>
                <a:cubicBezTo>
                  <a:pt x="4813298" y="6581797"/>
                  <a:pt x="4812673" y="6584090"/>
                  <a:pt x="4810796" y="6586056"/>
                </a:cubicBezTo>
                <a:cubicBezTo>
                  <a:pt x="4807980" y="6589332"/>
                  <a:pt x="4803602" y="6591297"/>
                  <a:pt x="4800166" y="6591297"/>
                </a:cubicBezTo>
                <a:cubicBezTo>
                  <a:pt x="4795787" y="6591297"/>
                  <a:pt x="4792659" y="6588349"/>
                  <a:pt x="4792659" y="6583763"/>
                </a:cubicBezTo>
                <a:cubicBezTo>
                  <a:pt x="4792659" y="6579832"/>
                  <a:pt x="4794536" y="6577211"/>
                  <a:pt x="4797977" y="6574918"/>
                </a:cubicBezTo>
                <a:cubicBezTo>
                  <a:pt x="4800789" y="6573280"/>
                  <a:pt x="4802978" y="6572625"/>
                  <a:pt x="4810169" y="6570987"/>
                </a:cubicBezTo>
                <a:cubicBezTo>
                  <a:pt x="4810169" y="6570987"/>
                  <a:pt x="4810169" y="6570987"/>
                  <a:pt x="4811421" y="6570659"/>
                </a:cubicBezTo>
                <a:close/>
                <a:moveTo>
                  <a:pt x="5974078" y="6569071"/>
                </a:moveTo>
                <a:cubicBezTo>
                  <a:pt x="5994394" y="6569721"/>
                  <a:pt x="5994394" y="6569721"/>
                  <a:pt x="5994394" y="6569721"/>
                </a:cubicBezTo>
                <a:cubicBezTo>
                  <a:pt x="5994072" y="6571994"/>
                  <a:pt x="5994394" y="6573293"/>
                  <a:pt x="5993749" y="6575566"/>
                </a:cubicBezTo>
                <a:cubicBezTo>
                  <a:pt x="5993103" y="6578488"/>
                  <a:pt x="5989557" y="6582710"/>
                  <a:pt x="5985364" y="6583035"/>
                </a:cubicBezTo>
                <a:cubicBezTo>
                  <a:pt x="5979237" y="6583359"/>
                  <a:pt x="5974400" y="6578164"/>
                  <a:pt x="5974078" y="6574267"/>
                </a:cubicBezTo>
                <a:cubicBezTo>
                  <a:pt x="5973756" y="6570045"/>
                  <a:pt x="5974078" y="6569071"/>
                  <a:pt x="5974078" y="6569071"/>
                </a:cubicBezTo>
                <a:close/>
                <a:moveTo>
                  <a:pt x="5970895" y="6561133"/>
                </a:moveTo>
                <a:cubicBezTo>
                  <a:pt x="5970895" y="6574627"/>
                  <a:pt x="5970895" y="6574627"/>
                  <a:pt x="5970895" y="6574627"/>
                </a:cubicBezTo>
                <a:cubicBezTo>
                  <a:pt x="5970581" y="6580732"/>
                  <a:pt x="5976858" y="6588121"/>
                  <a:pt x="5985016" y="6588121"/>
                </a:cubicBezTo>
                <a:cubicBezTo>
                  <a:pt x="5992548" y="6587479"/>
                  <a:pt x="5996313" y="6580089"/>
                  <a:pt x="5996628" y="6573342"/>
                </a:cubicBezTo>
                <a:cubicBezTo>
                  <a:pt x="5997568" y="6561776"/>
                  <a:pt x="5997568" y="6561776"/>
                  <a:pt x="5997568" y="6561776"/>
                </a:cubicBezTo>
                <a:lnTo>
                  <a:pt x="5996000" y="6561776"/>
                </a:lnTo>
                <a:cubicBezTo>
                  <a:pt x="5995058" y="6563382"/>
                  <a:pt x="5995058" y="6563382"/>
                  <a:pt x="5995058" y="6563382"/>
                </a:cubicBezTo>
                <a:cubicBezTo>
                  <a:pt x="5973718" y="6563061"/>
                  <a:pt x="5973718" y="6563061"/>
                  <a:pt x="5973718" y="6563061"/>
                </a:cubicBezTo>
                <a:cubicBezTo>
                  <a:pt x="5972463" y="6561133"/>
                  <a:pt x="5972463" y="6561133"/>
                  <a:pt x="5972463" y="6561133"/>
                </a:cubicBezTo>
                <a:cubicBezTo>
                  <a:pt x="5970895" y="6561133"/>
                  <a:pt x="5970895" y="6561133"/>
                  <a:pt x="5970895" y="6561133"/>
                </a:cubicBezTo>
                <a:close/>
                <a:moveTo>
                  <a:pt x="6218230" y="6559546"/>
                </a:moveTo>
                <a:cubicBezTo>
                  <a:pt x="6218230" y="6559546"/>
                  <a:pt x="6218230" y="6559546"/>
                  <a:pt x="6220070" y="6564826"/>
                </a:cubicBezTo>
                <a:cubicBezTo>
                  <a:pt x="6220070" y="6564826"/>
                  <a:pt x="6220070" y="6564826"/>
                  <a:pt x="6219764" y="6584394"/>
                </a:cubicBezTo>
                <a:lnTo>
                  <a:pt x="6218537" y="6588121"/>
                </a:lnTo>
                <a:cubicBezTo>
                  <a:pt x="6218537" y="6588121"/>
                  <a:pt x="6218537" y="6588121"/>
                  <a:pt x="6224364" y="6584394"/>
                </a:cubicBezTo>
                <a:cubicBezTo>
                  <a:pt x="6223751" y="6584394"/>
                  <a:pt x="6223137" y="6584083"/>
                  <a:pt x="6223137" y="6583773"/>
                </a:cubicBezTo>
                <a:cubicBezTo>
                  <a:pt x="6222524" y="6583152"/>
                  <a:pt x="6222830" y="6579735"/>
                  <a:pt x="6222830" y="6577561"/>
                </a:cubicBezTo>
                <a:cubicBezTo>
                  <a:pt x="6222830" y="6577561"/>
                  <a:pt x="6222830" y="6577561"/>
                  <a:pt x="6243685" y="6577250"/>
                </a:cubicBezTo>
                <a:cubicBezTo>
                  <a:pt x="6243685" y="6577250"/>
                  <a:pt x="6243685" y="6577250"/>
                  <a:pt x="6244605" y="6578803"/>
                </a:cubicBezTo>
                <a:cubicBezTo>
                  <a:pt x="6244605" y="6578803"/>
                  <a:pt x="6244605" y="6578803"/>
                  <a:pt x="6245218" y="6579114"/>
                </a:cubicBezTo>
                <a:cubicBezTo>
                  <a:pt x="6245218" y="6579114"/>
                  <a:pt x="6245218" y="6579114"/>
                  <a:pt x="6245218" y="6571349"/>
                </a:cubicBezTo>
                <a:cubicBezTo>
                  <a:pt x="6245218" y="6571349"/>
                  <a:pt x="6245218" y="6571349"/>
                  <a:pt x="6243992" y="6571349"/>
                </a:cubicBezTo>
                <a:cubicBezTo>
                  <a:pt x="6243992" y="6571349"/>
                  <a:pt x="6243992" y="6571349"/>
                  <a:pt x="6243685" y="6572281"/>
                </a:cubicBezTo>
                <a:cubicBezTo>
                  <a:pt x="6243685" y="6572281"/>
                  <a:pt x="6243685" y="6572281"/>
                  <a:pt x="6222524" y="6572591"/>
                </a:cubicBezTo>
                <a:cubicBezTo>
                  <a:pt x="6222524" y="6568243"/>
                  <a:pt x="6222524" y="6565137"/>
                  <a:pt x="6223444" y="6564516"/>
                </a:cubicBezTo>
                <a:cubicBezTo>
                  <a:pt x="6223751" y="6564205"/>
                  <a:pt x="6224364" y="6563895"/>
                  <a:pt x="6224977" y="6563895"/>
                </a:cubicBezTo>
                <a:cubicBezTo>
                  <a:pt x="6224977" y="6563895"/>
                  <a:pt x="6224977" y="6563895"/>
                  <a:pt x="6218230" y="6559546"/>
                </a:cubicBezTo>
                <a:close/>
                <a:moveTo>
                  <a:pt x="5983809" y="6552364"/>
                </a:moveTo>
                <a:cubicBezTo>
                  <a:pt x="5982298" y="6553120"/>
                  <a:pt x="5981692" y="6555010"/>
                  <a:pt x="5982298" y="6556900"/>
                </a:cubicBezTo>
                <a:cubicBezTo>
                  <a:pt x="5982902" y="6558790"/>
                  <a:pt x="5984717" y="6559546"/>
                  <a:pt x="5985926" y="6558790"/>
                </a:cubicBezTo>
                <a:cubicBezTo>
                  <a:pt x="5987437" y="6557278"/>
                  <a:pt x="5988043" y="6555388"/>
                  <a:pt x="5987437" y="6553498"/>
                </a:cubicBezTo>
                <a:cubicBezTo>
                  <a:pt x="5986834" y="6551986"/>
                  <a:pt x="5985018" y="6551608"/>
                  <a:pt x="5983809" y="6552364"/>
                </a:cubicBezTo>
                <a:close/>
                <a:moveTo>
                  <a:pt x="5026508" y="6543672"/>
                </a:moveTo>
                <a:cubicBezTo>
                  <a:pt x="5036386" y="6543672"/>
                  <a:pt x="5043486" y="6554080"/>
                  <a:pt x="5043486" y="6568904"/>
                </a:cubicBezTo>
                <a:cubicBezTo>
                  <a:pt x="5043486" y="6581520"/>
                  <a:pt x="5036696" y="6591297"/>
                  <a:pt x="5027743" y="6591297"/>
                </a:cubicBezTo>
                <a:cubicBezTo>
                  <a:pt x="5017557" y="6591297"/>
                  <a:pt x="5010148" y="6580889"/>
                  <a:pt x="5010148" y="6566696"/>
                </a:cubicBezTo>
                <a:cubicBezTo>
                  <a:pt x="5010148" y="6553450"/>
                  <a:pt x="5017248" y="6543672"/>
                  <a:pt x="5026508" y="6543672"/>
                </a:cubicBezTo>
                <a:close/>
                <a:moveTo>
                  <a:pt x="4954742" y="6543672"/>
                </a:moveTo>
                <a:cubicBezTo>
                  <a:pt x="4963220" y="6543672"/>
                  <a:pt x="4968873" y="6552679"/>
                  <a:pt x="4968873" y="6566831"/>
                </a:cubicBezTo>
                <a:cubicBezTo>
                  <a:pt x="4968873" y="6581627"/>
                  <a:pt x="4961336" y="6592885"/>
                  <a:pt x="4951602" y="6592885"/>
                </a:cubicBezTo>
                <a:cubicBezTo>
                  <a:pt x="4947520" y="6592885"/>
                  <a:pt x="4943121" y="6590312"/>
                  <a:pt x="4941867" y="6587739"/>
                </a:cubicBezTo>
                <a:cubicBezTo>
                  <a:pt x="4940924" y="6585166"/>
                  <a:pt x="4940297" y="6581627"/>
                  <a:pt x="4940297" y="6571334"/>
                </a:cubicBezTo>
                <a:cubicBezTo>
                  <a:pt x="4940297" y="6562971"/>
                  <a:pt x="4940924" y="6557503"/>
                  <a:pt x="4942494" y="6553965"/>
                </a:cubicBezTo>
                <a:cubicBezTo>
                  <a:pt x="4944692" y="6547532"/>
                  <a:pt x="4949718" y="6543672"/>
                  <a:pt x="4954742" y="6543672"/>
                </a:cubicBezTo>
                <a:close/>
                <a:moveTo>
                  <a:pt x="5178611" y="6542084"/>
                </a:moveTo>
                <a:cubicBezTo>
                  <a:pt x="5183202" y="6542084"/>
                  <a:pt x="5187465" y="6544624"/>
                  <a:pt x="5189759" y="6548752"/>
                </a:cubicBezTo>
                <a:cubicBezTo>
                  <a:pt x="5191727" y="6552562"/>
                  <a:pt x="5192710" y="6557959"/>
                  <a:pt x="5192710" y="6566214"/>
                </a:cubicBezTo>
                <a:cubicBezTo>
                  <a:pt x="5192710" y="6582089"/>
                  <a:pt x="5188121" y="6589709"/>
                  <a:pt x="5178611" y="6589709"/>
                </a:cubicBezTo>
                <a:cubicBezTo>
                  <a:pt x="5169104" y="6589709"/>
                  <a:pt x="5162548" y="6579549"/>
                  <a:pt x="5162548" y="6564944"/>
                </a:cubicBezTo>
                <a:cubicBezTo>
                  <a:pt x="5162548" y="6551609"/>
                  <a:pt x="5169104" y="6542084"/>
                  <a:pt x="5178611" y="6542084"/>
                </a:cubicBezTo>
                <a:close/>
                <a:moveTo>
                  <a:pt x="4872968" y="6542084"/>
                </a:moveTo>
                <a:cubicBezTo>
                  <a:pt x="4877312" y="6542084"/>
                  <a:pt x="4881351" y="6544624"/>
                  <a:pt x="4883528" y="6548752"/>
                </a:cubicBezTo>
                <a:cubicBezTo>
                  <a:pt x="4885388" y="6552562"/>
                  <a:pt x="4886321" y="6557959"/>
                  <a:pt x="4886321" y="6566214"/>
                </a:cubicBezTo>
                <a:cubicBezTo>
                  <a:pt x="4886321" y="6582089"/>
                  <a:pt x="4881972" y="6589709"/>
                  <a:pt x="4872968" y="6589709"/>
                </a:cubicBezTo>
                <a:cubicBezTo>
                  <a:pt x="4863959" y="6589709"/>
                  <a:pt x="4857745" y="6579549"/>
                  <a:pt x="4857745" y="6564944"/>
                </a:cubicBezTo>
                <a:cubicBezTo>
                  <a:pt x="4857745" y="6551609"/>
                  <a:pt x="4863959" y="6542084"/>
                  <a:pt x="4872968" y="6542084"/>
                </a:cubicBezTo>
                <a:close/>
                <a:moveTo>
                  <a:pt x="5579869" y="6540496"/>
                </a:moveTo>
                <a:cubicBezTo>
                  <a:pt x="5583002" y="6540496"/>
                  <a:pt x="5585823" y="6541819"/>
                  <a:pt x="5587389" y="6544134"/>
                </a:cubicBezTo>
                <a:cubicBezTo>
                  <a:pt x="5588642" y="6546119"/>
                  <a:pt x="5589582" y="6549426"/>
                  <a:pt x="5589582" y="6551741"/>
                </a:cubicBezTo>
                <a:cubicBezTo>
                  <a:pt x="5589582" y="6553395"/>
                  <a:pt x="5588957" y="6554387"/>
                  <a:pt x="5587077" y="6554387"/>
                </a:cubicBezTo>
                <a:cubicBezTo>
                  <a:pt x="5584571" y="6554718"/>
                  <a:pt x="5578303" y="6555379"/>
                  <a:pt x="5576110" y="6555710"/>
                </a:cubicBezTo>
                <a:cubicBezTo>
                  <a:pt x="5576110" y="6555710"/>
                  <a:pt x="5576110" y="6555710"/>
                  <a:pt x="5570157" y="6556041"/>
                </a:cubicBezTo>
                <a:lnTo>
                  <a:pt x="5567337" y="6556371"/>
                </a:lnTo>
                <a:cubicBezTo>
                  <a:pt x="5566084" y="6556371"/>
                  <a:pt x="5565771" y="6555710"/>
                  <a:pt x="5565771" y="6554718"/>
                </a:cubicBezTo>
                <a:cubicBezTo>
                  <a:pt x="5565771" y="6552402"/>
                  <a:pt x="5567024" y="6548434"/>
                  <a:pt x="5569217" y="6545788"/>
                </a:cubicBezTo>
                <a:cubicBezTo>
                  <a:pt x="5571410" y="6542481"/>
                  <a:pt x="5575482" y="6540496"/>
                  <a:pt x="5579869" y="6540496"/>
                </a:cubicBezTo>
                <a:close/>
                <a:moveTo>
                  <a:pt x="6129330" y="6537321"/>
                </a:moveTo>
                <a:cubicBezTo>
                  <a:pt x="6173780" y="6537321"/>
                  <a:pt x="6173780" y="6537321"/>
                  <a:pt x="6173780" y="6537321"/>
                </a:cubicBezTo>
                <a:cubicBezTo>
                  <a:pt x="6171604" y="6544512"/>
                  <a:pt x="6169428" y="6552029"/>
                  <a:pt x="6166631" y="6559546"/>
                </a:cubicBezTo>
                <a:cubicBezTo>
                  <a:pt x="6158549" y="6559546"/>
                  <a:pt x="6135236" y="6559546"/>
                  <a:pt x="6129330" y="6559546"/>
                </a:cubicBezTo>
                <a:cubicBezTo>
                  <a:pt x="6129330" y="6554971"/>
                  <a:pt x="6129330" y="6543858"/>
                  <a:pt x="6129330" y="6537321"/>
                </a:cubicBezTo>
                <a:close/>
                <a:moveTo>
                  <a:pt x="6096878" y="6537321"/>
                </a:moveTo>
                <a:cubicBezTo>
                  <a:pt x="6108373" y="6537321"/>
                  <a:pt x="6108373" y="6537321"/>
                  <a:pt x="6108373" y="6537321"/>
                </a:cubicBezTo>
                <a:cubicBezTo>
                  <a:pt x="6119869" y="6537321"/>
                  <a:pt x="6119869" y="6537321"/>
                  <a:pt x="6119869" y="6537321"/>
                </a:cubicBezTo>
                <a:cubicBezTo>
                  <a:pt x="6119869" y="6568512"/>
                  <a:pt x="6119869" y="6568512"/>
                  <a:pt x="6119869" y="6568512"/>
                </a:cubicBezTo>
                <a:cubicBezTo>
                  <a:pt x="6164255" y="6568512"/>
                  <a:pt x="6164255" y="6568512"/>
                  <a:pt x="6164255" y="6568512"/>
                </a:cubicBezTo>
                <a:cubicBezTo>
                  <a:pt x="6163936" y="6569466"/>
                  <a:pt x="6163297" y="6570739"/>
                  <a:pt x="6162659" y="6572012"/>
                </a:cubicBezTo>
                <a:cubicBezTo>
                  <a:pt x="6160423" y="6578060"/>
                  <a:pt x="6157549" y="6584107"/>
                  <a:pt x="6154995" y="6590154"/>
                </a:cubicBezTo>
                <a:cubicBezTo>
                  <a:pt x="6124659" y="6590154"/>
                  <a:pt x="6124659" y="6590154"/>
                  <a:pt x="6124659" y="6590154"/>
                </a:cubicBezTo>
                <a:cubicBezTo>
                  <a:pt x="6119869" y="6590154"/>
                  <a:pt x="6119869" y="6590154"/>
                  <a:pt x="6119869" y="6590154"/>
                </a:cubicBezTo>
                <a:cubicBezTo>
                  <a:pt x="6119869" y="6655080"/>
                  <a:pt x="6119869" y="6655080"/>
                  <a:pt x="6119869" y="6655080"/>
                </a:cubicBezTo>
                <a:cubicBezTo>
                  <a:pt x="6116676" y="6659854"/>
                  <a:pt x="6113483" y="6663992"/>
                  <a:pt x="6110928" y="6666538"/>
                </a:cubicBezTo>
                <a:cubicBezTo>
                  <a:pt x="6110289" y="6667493"/>
                  <a:pt x="6109012" y="6668448"/>
                  <a:pt x="6108373" y="6669084"/>
                </a:cubicBezTo>
                <a:cubicBezTo>
                  <a:pt x="6107735" y="6668448"/>
                  <a:pt x="6106777" y="6667493"/>
                  <a:pt x="6105819" y="6666538"/>
                </a:cubicBezTo>
                <a:cubicBezTo>
                  <a:pt x="6103264" y="6663992"/>
                  <a:pt x="6100390" y="6659854"/>
                  <a:pt x="6096878" y="6655080"/>
                </a:cubicBezTo>
                <a:cubicBezTo>
                  <a:pt x="6096878" y="6590154"/>
                  <a:pt x="6096878" y="6590154"/>
                  <a:pt x="6096878" y="6590154"/>
                </a:cubicBezTo>
                <a:cubicBezTo>
                  <a:pt x="6092407" y="6590154"/>
                  <a:pt x="6092407" y="6590154"/>
                  <a:pt x="6092407" y="6590154"/>
                </a:cubicBezTo>
                <a:cubicBezTo>
                  <a:pt x="6062391" y="6590154"/>
                  <a:pt x="6062391" y="6590154"/>
                  <a:pt x="6062391" y="6590154"/>
                </a:cubicBezTo>
                <a:cubicBezTo>
                  <a:pt x="6059517" y="6584107"/>
                  <a:pt x="6056962" y="6578060"/>
                  <a:pt x="6054727" y="6572012"/>
                </a:cubicBezTo>
                <a:cubicBezTo>
                  <a:pt x="6054088" y="6570739"/>
                  <a:pt x="6053769" y="6569466"/>
                  <a:pt x="6053130" y="6568512"/>
                </a:cubicBezTo>
                <a:cubicBezTo>
                  <a:pt x="6096878" y="6568512"/>
                  <a:pt x="6096878" y="6568512"/>
                  <a:pt x="6096878" y="6568512"/>
                </a:cubicBezTo>
                <a:cubicBezTo>
                  <a:pt x="6096878" y="6537321"/>
                  <a:pt x="6096878" y="6537321"/>
                  <a:pt x="6096878" y="6537321"/>
                </a:cubicBezTo>
                <a:close/>
                <a:moveTo>
                  <a:pt x="6042017" y="6537321"/>
                </a:moveTo>
                <a:cubicBezTo>
                  <a:pt x="6088055" y="6537321"/>
                  <a:pt x="6088055" y="6537321"/>
                  <a:pt x="6088055" y="6537321"/>
                </a:cubicBezTo>
                <a:cubicBezTo>
                  <a:pt x="6088055" y="6543858"/>
                  <a:pt x="6088055" y="6554971"/>
                  <a:pt x="6088055" y="6559546"/>
                </a:cubicBezTo>
                <a:cubicBezTo>
                  <a:pt x="6081571" y="6559546"/>
                  <a:pt x="6057580" y="6559546"/>
                  <a:pt x="6049150" y="6559546"/>
                </a:cubicBezTo>
                <a:cubicBezTo>
                  <a:pt x="6046232" y="6552029"/>
                  <a:pt x="6043963" y="6544512"/>
                  <a:pt x="6042017" y="6537321"/>
                </a:cubicBezTo>
                <a:close/>
                <a:moveTo>
                  <a:pt x="5089323" y="6532559"/>
                </a:moveTo>
                <a:cubicBezTo>
                  <a:pt x="5089323" y="6532559"/>
                  <a:pt x="5088378" y="6532877"/>
                  <a:pt x="5087120" y="6532877"/>
                </a:cubicBezTo>
                <a:cubicBezTo>
                  <a:pt x="5087120" y="6532877"/>
                  <a:pt x="5087120" y="6532877"/>
                  <a:pt x="5067916" y="6534782"/>
                </a:cubicBezTo>
                <a:cubicBezTo>
                  <a:pt x="5066342" y="6535099"/>
                  <a:pt x="5065710" y="6535099"/>
                  <a:pt x="5065710" y="6536687"/>
                </a:cubicBezTo>
                <a:cubicBezTo>
                  <a:pt x="5065710" y="6536687"/>
                  <a:pt x="5065710" y="6536687"/>
                  <a:pt x="5065710" y="6538909"/>
                </a:cubicBezTo>
                <a:cubicBezTo>
                  <a:pt x="5065710" y="6540497"/>
                  <a:pt x="5066342" y="6540814"/>
                  <a:pt x="5069489" y="6541132"/>
                </a:cubicBezTo>
                <a:cubicBezTo>
                  <a:pt x="5074527" y="6541767"/>
                  <a:pt x="5074842" y="6543037"/>
                  <a:pt x="5074842" y="6558277"/>
                </a:cubicBezTo>
                <a:cubicBezTo>
                  <a:pt x="5074842" y="6558277"/>
                  <a:pt x="5074842" y="6558277"/>
                  <a:pt x="5074842" y="6570025"/>
                </a:cubicBezTo>
                <a:cubicBezTo>
                  <a:pt x="5074842" y="6570025"/>
                  <a:pt x="5074842" y="6570025"/>
                  <a:pt x="5074842" y="6577010"/>
                </a:cubicBezTo>
                <a:cubicBezTo>
                  <a:pt x="5074842" y="6579232"/>
                  <a:pt x="5074842" y="6581455"/>
                  <a:pt x="5074842" y="6582725"/>
                </a:cubicBezTo>
                <a:cubicBezTo>
                  <a:pt x="5074842" y="6589710"/>
                  <a:pt x="5076731" y="6594472"/>
                  <a:pt x="5080824" y="6597012"/>
                </a:cubicBezTo>
                <a:cubicBezTo>
                  <a:pt x="5084286" y="6599235"/>
                  <a:pt x="5089323" y="6600505"/>
                  <a:pt x="5094046" y="6600505"/>
                </a:cubicBezTo>
                <a:cubicBezTo>
                  <a:pt x="5100972" y="6600505"/>
                  <a:pt x="5103490" y="6598917"/>
                  <a:pt x="5112304" y="6590980"/>
                </a:cubicBezTo>
                <a:cubicBezTo>
                  <a:pt x="5113880" y="6589075"/>
                  <a:pt x="5114508" y="6588757"/>
                  <a:pt x="5115138" y="6588757"/>
                </a:cubicBezTo>
                <a:cubicBezTo>
                  <a:pt x="5115768" y="6588757"/>
                  <a:pt x="5116082" y="6589710"/>
                  <a:pt x="5116398" y="6591615"/>
                </a:cubicBezTo>
                <a:cubicBezTo>
                  <a:pt x="5117027" y="6600822"/>
                  <a:pt x="5117027" y="6600822"/>
                  <a:pt x="5118599" y="6600822"/>
                </a:cubicBezTo>
                <a:cubicBezTo>
                  <a:pt x="5118917" y="6600822"/>
                  <a:pt x="5119546" y="6600505"/>
                  <a:pt x="5120489" y="6600505"/>
                </a:cubicBezTo>
                <a:cubicBezTo>
                  <a:pt x="5120489" y="6600505"/>
                  <a:pt x="5120489" y="6600505"/>
                  <a:pt x="5138120" y="6597965"/>
                </a:cubicBezTo>
                <a:cubicBezTo>
                  <a:pt x="5139694" y="6597965"/>
                  <a:pt x="5140322" y="6597330"/>
                  <a:pt x="5140322" y="6595742"/>
                </a:cubicBezTo>
                <a:cubicBezTo>
                  <a:pt x="5140322" y="6595742"/>
                  <a:pt x="5140322" y="6595742"/>
                  <a:pt x="5140322" y="6594155"/>
                </a:cubicBezTo>
                <a:cubicBezTo>
                  <a:pt x="5140322" y="6592567"/>
                  <a:pt x="5139694" y="6592250"/>
                  <a:pt x="5137805" y="6591932"/>
                </a:cubicBezTo>
                <a:cubicBezTo>
                  <a:pt x="5132767" y="6591297"/>
                  <a:pt x="5131509" y="6590345"/>
                  <a:pt x="5131195" y="6586535"/>
                </a:cubicBezTo>
                <a:cubicBezTo>
                  <a:pt x="5130880" y="6584312"/>
                  <a:pt x="5130565" y="6577010"/>
                  <a:pt x="5130565" y="6564627"/>
                </a:cubicBezTo>
                <a:lnTo>
                  <a:pt x="5130565" y="6555419"/>
                </a:lnTo>
                <a:cubicBezTo>
                  <a:pt x="5130565" y="6552244"/>
                  <a:pt x="5130565" y="6549387"/>
                  <a:pt x="5130565" y="6546847"/>
                </a:cubicBezTo>
                <a:cubicBezTo>
                  <a:pt x="5130880" y="6541132"/>
                  <a:pt x="5130880" y="6541132"/>
                  <a:pt x="5130880" y="6537639"/>
                </a:cubicBezTo>
                <a:cubicBezTo>
                  <a:pt x="5130880" y="6537639"/>
                  <a:pt x="5130880" y="6537639"/>
                  <a:pt x="5131195" y="6534147"/>
                </a:cubicBezTo>
                <a:cubicBezTo>
                  <a:pt x="5131195" y="6532877"/>
                  <a:pt x="5130565" y="6532559"/>
                  <a:pt x="5129304" y="6532559"/>
                </a:cubicBezTo>
                <a:cubicBezTo>
                  <a:pt x="5128990" y="6532559"/>
                  <a:pt x="5128044" y="6532559"/>
                  <a:pt x="5127416" y="6532877"/>
                </a:cubicBezTo>
                <a:cubicBezTo>
                  <a:pt x="5127416" y="6532877"/>
                  <a:pt x="5127416" y="6532877"/>
                  <a:pt x="5108842" y="6534782"/>
                </a:cubicBezTo>
                <a:cubicBezTo>
                  <a:pt x="5106954" y="6534782"/>
                  <a:pt x="5106638" y="6535099"/>
                  <a:pt x="5106638" y="6536687"/>
                </a:cubicBezTo>
                <a:cubicBezTo>
                  <a:pt x="5106638" y="6536687"/>
                  <a:pt x="5106638" y="6536687"/>
                  <a:pt x="5106638" y="6538909"/>
                </a:cubicBezTo>
                <a:cubicBezTo>
                  <a:pt x="5106638" y="6540497"/>
                  <a:pt x="5107268" y="6540814"/>
                  <a:pt x="5110102" y="6541132"/>
                </a:cubicBezTo>
                <a:cubicBezTo>
                  <a:pt x="5113564" y="6541449"/>
                  <a:pt x="5114825" y="6542402"/>
                  <a:pt x="5115138" y="6544942"/>
                </a:cubicBezTo>
                <a:cubicBezTo>
                  <a:pt x="5115453" y="6546212"/>
                  <a:pt x="5115768" y="6553197"/>
                  <a:pt x="5115768" y="6558277"/>
                </a:cubicBezTo>
                <a:cubicBezTo>
                  <a:pt x="5115768" y="6558277"/>
                  <a:pt x="5115768" y="6558277"/>
                  <a:pt x="5115768" y="6564627"/>
                </a:cubicBezTo>
                <a:cubicBezTo>
                  <a:pt x="5115768" y="6575105"/>
                  <a:pt x="5115453" y="6578280"/>
                  <a:pt x="5113564" y="6581455"/>
                </a:cubicBezTo>
                <a:cubicBezTo>
                  <a:pt x="5111359" y="6585900"/>
                  <a:pt x="5106009" y="6588757"/>
                  <a:pt x="5100026" y="6588757"/>
                </a:cubicBezTo>
                <a:cubicBezTo>
                  <a:pt x="5096249" y="6588757"/>
                  <a:pt x="5093416" y="6587487"/>
                  <a:pt x="5091842" y="6585265"/>
                </a:cubicBezTo>
                <a:cubicBezTo>
                  <a:pt x="5089954" y="6582407"/>
                  <a:pt x="5089639" y="6580502"/>
                  <a:pt x="5089639" y="6568437"/>
                </a:cubicBezTo>
                <a:cubicBezTo>
                  <a:pt x="5089639" y="6568437"/>
                  <a:pt x="5089639" y="6568437"/>
                  <a:pt x="5089639" y="6557959"/>
                </a:cubicBezTo>
                <a:cubicBezTo>
                  <a:pt x="5089639" y="6551609"/>
                  <a:pt x="5089954" y="6543354"/>
                  <a:pt x="5090582" y="6537004"/>
                </a:cubicBezTo>
                <a:cubicBezTo>
                  <a:pt x="5090582" y="6535734"/>
                  <a:pt x="5090582" y="6534782"/>
                  <a:pt x="5090582" y="6534147"/>
                </a:cubicBezTo>
                <a:cubicBezTo>
                  <a:pt x="5090582" y="6533194"/>
                  <a:pt x="5090268" y="6532559"/>
                  <a:pt x="5089323" y="6532559"/>
                </a:cubicBezTo>
                <a:close/>
                <a:moveTo>
                  <a:pt x="5027612" y="6532559"/>
                </a:moveTo>
                <a:cubicBezTo>
                  <a:pt x="5017451" y="6532559"/>
                  <a:pt x="5009832" y="6535749"/>
                  <a:pt x="5003796" y="6542129"/>
                </a:cubicBezTo>
                <a:cubicBezTo>
                  <a:pt x="4997764" y="6548828"/>
                  <a:pt x="4994273" y="6558078"/>
                  <a:pt x="4994273" y="6568605"/>
                </a:cubicBezTo>
                <a:cubicBezTo>
                  <a:pt x="4994273" y="6588382"/>
                  <a:pt x="5006339" y="6600822"/>
                  <a:pt x="5025071" y="6600822"/>
                </a:cubicBezTo>
                <a:cubicBezTo>
                  <a:pt x="5036184" y="6600822"/>
                  <a:pt x="5045073" y="6596994"/>
                  <a:pt x="5051107" y="6589658"/>
                </a:cubicBezTo>
                <a:cubicBezTo>
                  <a:pt x="5056187" y="6583278"/>
                  <a:pt x="5059361" y="6574027"/>
                  <a:pt x="5059361" y="6565096"/>
                </a:cubicBezTo>
                <a:cubicBezTo>
                  <a:pt x="5059361" y="6558078"/>
                  <a:pt x="5057457" y="6551698"/>
                  <a:pt x="5054599" y="6546276"/>
                </a:cubicBezTo>
                <a:cubicBezTo>
                  <a:pt x="5049520" y="6537344"/>
                  <a:pt x="5039677" y="6532559"/>
                  <a:pt x="5027612" y="6532559"/>
                </a:cubicBezTo>
                <a:close/>
                <a:moveTo>
                  <a:pt x="4803177" y="6532559"/>
                </a:moveTo>
                <a:cubicBezTo>
                  <a:pt x="4798465" y="6532559"/>
                  <a:pt x="4791238" y="6533525"/>
                  <a:pt x="4786838" y="6534491"/>
                </a:cubicBezTo>
                <a:cubicBezTo>
                  <a:pt x="4782755" y="6535778"/>
                  <a:pt x="4781810" y="6536744"/>
                  <a:pt x="4781497" y="6540285"/>
                </a:cubicBezTo>
                <a:lnTo>
                  <a:pt x="4780556" y="6547366"/>
                </a:lnTo>
                <a:cubicBezTo>
                  <a:pt x="4780556" y="6547366"/>
                  <a:pt x="4780556" y="6547366"/>
                  <a:pt x="4780556" y="6548010"/>
                </a:cubicBezTo>
                <a:cubicBezTo>
                  <a:pt x="4780556" y="6549297"/>
                  <a:pt x="4780870" y="6549619"/>
                  <a:pt x="4781497" y="6549619"/>
                </a:cubicBezTo>
                <a:cubicBezTo>
                  <a:pt x="4781810" y="6549619"/>
                  <a:pt x="4782440" y="6549619"/>
                  <a:pt x="4783384" y="6548976"/>
                </a:cubicBezTo>
                <a:cubicBezTo>
                  <a:pt x="4788409" y="6546079"/>
                  <a:pt x="4795636" y="6543825"/>
                  <a:pt x="4801291" y="6543825"/>
                </a:cubicBezTo>
                <a:cubicBezTo>
                  <a:pt x="4809776" y="6543825"/>
                  <a:pt x="4812916" y="6547366"/>
                  <a:pt x="4812916" y="6556379"/>
                </a:cubicBezTo>
                <a:cubicBezTo>
                  <a:pt x="4812916" y="6556379"/>
                  <a:pt x="4812916" y="6556379"/>
                  <a:pt x="4812916" y="6558632"/>
                </a:cubicBezTo>
                <a:cubicBezTo>
                  <a:pt x="4812916" y="6562817"/>
                  <a:pt x="4812288" y="6563461"/>
                  <a:pt x="4804747" y="6565070"/>
                </a:cubicBezTo>
                <a:cubicBezTo>
                  <a:pt x="4804747" y="6565070"/>
                  <a:pt x="4804747" y="6565070"/>
                  <a:pt x="4787782" y="6568611"/>
                </a:cubicBezTo>
                <a:cubicBezTo>
                  <a:pt x="4781185" y="6569898"/>
                  <a:pt x="4780870" y="6569898"/>
                  <a:pt x="4779927" y="6571508"/>
                </a:cubicBezTo>
                <a:cubicBezTo>
                  <a:pt x="4778041" y="6574405"/>
                  <a:pt x="4776786" y="6579877"/>
                  <a:pt x="4776786" y="6584705"/>
                </a:cubicBezTo>
                <a:cubicBezTo>
                  <a:pt x="4776786" y="6594040"/>
                  <a:pt x="4783069" y="6601444"/>
                  <a:pt x="4791238" y="6601444"/>
                </a:cubicBezTo>
                <a:cubicBezTo>
                  <a:pt x="4795636" y="6601444"/>
                  <a:pt x="4800350" y="6600156"/>
                  <a:pt x="4804120" y="6597903"/>
                </a:cubicBezTo>
                <a:cubicBezTo>
                  <a:pt x="4805690" y="6596937"/>
                  <a:pt x="4811032" y="6593074"/>
                  <a:pt x="4811661" y="6592109"/>
                </a:cubicBezTo>
                <a:cubicBezTo>
                  <a:pt x="4812288" y="6592109"/>
                  <a:pt x="4812602" y="6591787"/>
                  <a:pt x="4812602" y="6591787"/>
                </a:cubicBezTo>
                <a:cubicBezTo>
                  <a:pt x="4813231" y="6591787"/>
                  <a:pt x="4813545" y="6592753"/>
                  <a:pt x="4813545" y="6595328"/>
                </a:cubicBezTo>
                <a:cubicBezTo>
                  <a:pt x="4813545" y="6596293"/>
                  <a:pt x="4813859" y="6599512"/>
                  <a:pt x="4814174" y="6600478"/>
                </a:cubicBezTo>
                <a:cubicBezTo>
                  <a:pt x="4814488" y="6602087"/>
                  <a:pt x="4815117" y="6602409"/>
                  <a:pt x="4816372" y="6602409"/>
                </a:cubicBezTo>
                <a:cubicBezTo>
                  <a:pt x="4817630" y="6602409"/>
                  <a:pt x="4818573" y="6602409"/>
                  <a:pt x="4819200" y="6602409"/>
                </a:cubicBezTo>
                <a:cubicBezTo>
                  <a:pt x="4819200" y="6602409"/>
                  <a:pt x="4819200" y="6602409"/>
                  <a:pt x="4834596" y="6599512"/>
                </a:cubicBezTo>
                <a:cubicBezTo>
                  <a:pt x="4836794" y="6598868"/>
                  <a:pt x="4837109" y="6598868"/>
                  <a:pt x="4837109" y="6597259"/>
                </a:cubicBezTo>
                <a:cubicBezTo>
                  <a:pt x="4837109" y="6597259"/>
                  <a:pt x="4837109" y="6597259"/>
                  <a:pt x="4837109" y="6595328"/>
                </a:cubicBezTo>
                <a:cubicBezTo>
                  <a:pt x="4837109" y="6593718"/>
                  <a:pt x="4836480" y="6593074"/>
                  <a:pt x="4833968" y="6593074"/>
                </a:cubicBezTo>
                <a:cubicBezTo>
                  <a:pt x="4830825" y="6592753"/>
                  <a:pt x="4829570" y="6592109"/>
                  <a:pt x="4828312" y="6591465"/>
                </a:cubicBezTo>
                <a:cubicBezTo>
                  <a:pt x="4826740" y="6589856"/>
                  <a:pt x="4826740" y="6589856"/>
                  <a:pt x="4826740" y="6576336"/>
                </a:cubicBezTo>
                <a:cubicBezTo>
                  <a:pt x="4826740" y="6576336"/>
                  <a:pt x="4826740" y="6576336"/>
                  <a:pt x="4827371" y="6551551"/>
                </a:cubicBezTo>
                <a:cubicBezTo>
                  <a:pt x="4827371" y="6538675"/>
                  <a:pt x="4819828" y="6532559"/>
                  <a:pt x="4803177" y="6532559"/>
                </a:cubicBezTo>
                <a:close/>
                <a:moveTo>
                  <a:pt x="6236007" y="6532558"/>
                </a:moveTo>
                <a:cubicBezTo>
                  <a:pt x="6236007" y="6532558"/>
                  <a:pt x="6236007" y="6532558"/>
                  <a:pt x="6230040" y="6533843"/>
                </a:cubicBezTo>
                <a:cubicBezTo>
                  <a:pt x="6230040" y="6533843"/>
                  <a:pt x="6230040" y="6533843"/>
                  <a:pt x="6230040" y="6534806"/>
                </a:cubicBezTo>
                <a:cubicBezTo>
                  <a:pt x="6234349" y="6535448"/>
                  <a:pt x="6237995" y="6538659"/>
                  <a:pt x="6238658" y="6541869"/>
                </a:cubicBezTo>
                <a:cubicBezTo>
                  <a:pt x="6239653" y="6546364"/>
                  <a:pt x="6236007" y="6551501"/>
                  <a:pt x="6231035" y="6551822"/>
                </a:cubicBezTo>
                <a:cubicBezTo>
                  <a:pt x="6231035" y="6551822"/>
                  <a:pt x="6231035" y="6551822"/>
                  <a:pt x="6227720" y="6538980"/>
                </a:cubicBezTo>
                <a:cubicBezTo>
                  <a:pt x="6227720" y="6538980"/>
                  <a:pt x="6227720" y="6538980"/>
                  <a:pt x="6228714" y="6537374"/>
                </a:cubicBezTo>
                <a:cubicBezTo>
                  <a:pt x="6228714" y="6537374"/>
                  <a:pt x="6228714" y="6537374"/>
                  <a:pt x="6228383" y="6536411"/>
                </a:cubicBezTo>
                <a:cubicBezTo>
                  <a:pt x="6228383" y="6536411"/>
                  <a:pt x="6228383" y="6536411"/>
                  <a:pt x="6222417" y="6538016"/>
                </a:cubicBezTo>
                <a:cubicBezTo>
                  <a:pt x="6222417" y="6538016"/>
                  <a:pt x="6222417" y="6538016"/>
                  <a:pt x="6222748" y="6539301"/>
                </a:cubicBezTo>
                <a:cubicBezTo>
                  <a:pt x="6222748" y="6539301"/>
                  <a:pt x="6222748" y="6539301"/>
                  <a:pt x="6225068" y="6540264"/>
                </a:cubicBezTo>
                <a:cubicBezTo>
                  <a:pt x="6225068" y="6540264"/>
                  <a:pt x="6225068" y="6540264"/>
                  <a:pt x="6227720" y="6552785"/>
                </a:cubicBezTo>
                <a:cubicBezTo>
                  <a:pt x="6223743" y="6554391"/>
                  <a:pt x="6218771" y="6551822"/>
                  <a:pt x="6217776" y="6547648"/>
                </a:cubicBezTo>
                <a:cubicBezTo>
                  <a:pt x="6217113" y="6544759"/>
                  <a:pt x="6217776" y="6541869"/>
                  <a:pt x="6220096" y="6539943"/>
                </a:cubicBezTo>
                <a:cubicBezTo>
                  <a:pt x="6220096" y="6539943"/>
                  <a:pt x="6220096" y="6539943"/>
                  <a:pt x="6219102" y="6538980"/>
                </a:cubicBezTo>
                <a:cubicBezTo>
                  <a:pt x="6219102" y="6538980"/>
                  <a:pt x="6219102" y="6538980"/>
                  <a:pt x="6213467" y="6540264"/>
                </a:cubicBezTo>
                <a:cubicBezTo>
                  <a:pt x="6213799" y="6542832"/>
                  <a:pt x="6214130" y="6544438"/>
                  <a:pt x="6214793" y="6547006"/>
                </a:cubicBezTo>
                <a:cubicBezTo>
                  <a:pt x="6216782" y="6554712"/>
                  <a:pt x="6221422" y="6561133"/>
                  <a:pt x="6231698" y="6558244"/>
                </a:cubicBezTo>
                <a:cubicBezTo>
                  <a:pt x="6241641" y="6555675"/>
                  <a:pt x="6243630" y="6548612"/>
                  <a:pt x="6241973" y="6541227"/>
                </a:cubicBezTo>
                <a:cubicBezTo>
                  <a:pt x="6240979" y="6537374"/>
                  <a:pt x="6239321" y="6535127"/>
                  <a:pt x="6236007" y="6532558"/>
                </a:cubicBezTo>
                <a:close/>
                <a:moveTo>
                  <a:pt x="5837231" y="6532558"/>
                </a:moveTo>
                <a:cubicBezTo>
                  <a:pt x="5836278" y="6532558"/>
                  <a:pt x="5835644" y="6533195"/>
                  <a:pt x="5835644" y="6534151"/>
                </a:cubicBezTo>
                <a:cubicBezTo>
                  <a:pt x="5835644" y="6534151"/>
                  <a:pt x="5835644" y="6534151"/>
                  <a:pt x="5835644" y="6536381"/>
                </a:cubicBezTo>
                <a:cubicBezTo>
                  <a:pt x="5835644" y="6537974"/>
                  <a:pt x="5835961" y="6538293"/>
                  <a:pt x="5836915" y="6538612"/>
                </a:cubicBezTo>
                <a:cubicBezTo>
                  <a:pt x="5839771" y="6539567"/>
                  <a:pt x="5840406" y="6539886"/>
                  <a:pt x="5841676" y="6543072"/>
                </a:cubicBezTo>
                <a:cubicBezTo>
                  <a:pt x="5843581" y="6547532"/>
                  <a:pt x="5845486" y="6552311"/>
                  <a:pt x="5847074" y="6555816"/>
                </a:cubicBezTo>
                <a:cubicBezTo>
                  <a:pt x="5851518" y="6566330"/>
                  <a:pt x="5855963" y="6576843"/>
                  <a:pt x="5860408" y="6587357"/>
                </a:cubicBezTo>
                <a:cubicBezTo>
                  <a:pt x="5863901" y="6596278"/>
                  <a:pt x="5863901" y="6596597"/>
                  <a:pt x="5865488" y="6597234"/>
                </a:cubicBezTo>
                <a:cubicBezTo>
                  <a:pt x="5865806" y="6597552"/>
                  <a:pt x="5866123" y="6597871"/>
                  <a:pt x="5866123" y="6598190"/>
                </a:cubicBezTo>
                <a:cubicBezTo>
                  <a:pt x="5865806" y="6598827"/>
                  <a:pt x="5865488" y="6599783"/>
                  <a:pt x="5865171" y="6600738"/>
                </a:cubicBezTo>
                <a:cubicBezTo>
                  <a:pt x="5863266" y="6607748"/>
                  <a:pt x="5858503" y="6611571"/>
                  <a:pt x="5851518" y="6611571"/>
                </a:cubicBezTo>
                <a:cubicBezTo>
                  <a:pt x="5848026" y="6611571"/>
                  <a:pt x="5845168" y="6610934"/>
                  <a:pt x="5841358" y="6609978"/>
                </a:cubicBezTo>
                <a:cubicBezTo>
                  <a:pt x="5841041" y="6609978"/>
                  <a:pt x="5840724" y="6609978"/>
                  <a:pt x="5840406" y="6609978"/>
                </a:cubicBezTo>
                <a:cubicBezTo>
                  <a:pt x="5839455" y="6609978"/>
                  <a:pt x="5839136" y="6610296"/>
                  <a:pt x="5839136" y="6611889"/>
                </a:cubicBezTo>
                <a:cubicBezTo>
                  <a:pt x="5839136" y="6611889"/>
                  <a:pt x="5839136" y="6611889"/>
                  <a:pt x="5839136" y="6614119"/>
                </a:cubicBezTo>
                <a:cubicBezTo>
                  <a:pt x="5838818" y="6615075"/>
                  <a:pt x="5838818" y="6616031"/>
                  <a:pt x="5838818" y="6617305"/>
                </a:cubicBezTo>
                <a:cubicBezTo>
                  <a:pt x="5838818" y="6623996"/>
                  <a:pt x="5840088" y="6624633"/>
                  <a:pt x="5850566" y="6624633"/>
                </a:cubicBezTo>
                <a:cubicBezTo>
                  <a:pt x="5855646" y="6624633"/>
                  <a:pt x="5861043" y="6622403"/>
                  <a:pt x="5864218" y="6618898"/>
                </a:cubicBezTo>
                <a:cubicBezTo>
                  <a:pt x="5867711" y="6615075"/>
                  <a:pt x="5868346" y="6613482"/>
                  <a:pt x="5874696" y="6596597"/>
                </a:cubicBezTo>
                <a:cubicBezTo>
                  <a:pt x="5877554" y="6589269"/>
                  <a:pt x="5880094" y="6582578"/>
                  <a:pt x="5882634" y="6575569"/>
                </a:cubicBezTo>
                <a:cubicBezTo>
                  <a:pt x="5882634" y="6575569"/>
                  <a:pt x="5882634" y="6575569"/>
                  <a:pt x="5889619" y="6558046"/>
                </a:cubicBezTo>
                <a:cubicBezTo>
                  <a:pt x="5890889" y="6554860"/>
                  <a:pt x="5892159" y="6551674"/>
                  <a:pt x="5893429" y="6548170"/>
                </a:cubicBezTo>
                <a:cubicBezTo>
                  <a:pt x="5896287" y="6540205"/>
                  <a:pt x="5896604" y="6539886"/>
                  <a:pt x="5899461" y="6538612"/>
                </a:cubicBezTo>
                <a:cubicBezTo>
                  <a:pt x="5900731" y="6537974"/>
                  <a:pt x="5900731" y="6537656"/>
                  <a:pt x="5900731" y="6536381"/>
                </a:cubicBezTo>
                <a:lnTo>
                  <a:pt x="5900731" y="6534151"/>
                </a:lnTo>
                <a:cubicBezTo>
                  <a:pt x="5900731" y="6533195"/>
                  <a:pt x="5900414" y="6532558"/>
                  <a:pt x="5899144" y="6532558"/>
                </a:cubicBezTo>
                <a:cubicBezTo>
                  <a:pt x="5898827" y="6532558"/>
                  <a:pt x="5898509" y="6532558"/>
                  <a:pt x="5897874" y="6532877"/>
                </a:cubicBezTo>
                <a:cubicBezTo>
                  <a:pt x="5895651" y="6532877"/>
                  <a:pt x="5893111" y="6532877"/>
                  <a:pt x="5890254" y="6532877"/>
                </a:cubicBezTo>
                <a:cubicBezTo>
                  <a:pt x="5886761" y="6532877"/>
                  <a:pt x="5883269" y="6532877"/>
                  <a:pt x="5880729" y="6532558"/>
                </a:cubicBezTo>
                <a:cubicBezTo>
                  <a:pt x="5880729" y="6532558"/>
                  <a:pt x="5880729" y="6532558"/>
                  <a:pt x="5879459" y="6532558"/>
                </a:cubicBezTo>
                <a:cubicBezTo>
                  <a:pt x="5878506" y="6532558"/>
                  <a:pt x="5878189" y="6532877"/>
                  <a:pt x="5878189" y="6534151"/>
                </a:cubicBezTo>
                <a:cubicBezTo>
                  <a:pt x="5878189" y="6534151"/>
                  <a:pt x="5878189" y="6534151"/>
                  <a:pt x="5878189" y="6536381"/>
                </a:cubicBezTo>
                <a:cubicBezTo>
                  <a:pt x="5878189" y="6538293"/>
                  <a:pt x="5878189" y="6538293"/>
                  <a:pt x="5881364" y="6538930"/>
                </a:cubicBezTo>
                <a:cubicBezTo>
                  <a:pt x="5883904" y="6539567"/>
                  <a:pt x="5885174" y="6540842"/>
                  <a:pt x="5885174" y="6542753"/>
                </a:cubicBezTo>
                <a:cubicBezTo>
                  <a:pt x="5885174" y="6545302"/>
                  <a:pt x="5874061" y="6580985"/>
                  <a:pt x="5873109" y="6580985"/>
                </a:cubicBezTo>
                <a:cubicBezTo>
                  <a:pt x="5873109" y="6580985"/>
                  <a:pt x="5872791" y="6580348"/>
                  <a:pt x="5871840" y="6578118"/>
                </a:cubicBezTo>
                <a:cubicBezTo>
                  <a:pt x="5870886" y="6575569"/>
                  <a:pt x="5869299" y="6571427"/>
                  <a:pt x="5868346" y="6569197"/>
                </a:cubicBezTo>
                <a:cubicBezTo>
                  <a:pt x="5868346" y="6569197"/>
                  <a:pt x="5868346" y="6569197"/>
                  <a:pt x="5866441" y="6563781"/>
                </a:cubicBezTo>
                <a:cubicBezTo>
                  <a:pt x="5866441" y="6563781"/>
                  <a:pt x="5866441" y="6563781"/>
                  <a:pt x="5862313" y="6552949"/>
                </a:cubicBezTo>
                <a:cubicBezTo>
                  <a:pt x="5861678" y="6550718"/>
                  <a:pt x="5860726" y="6548488"/>
                  <a:pt x="5860091" y="6546258"/>
                </a:cubicBezTo>
                <a:cubicBezTo>
                  <a:pt x="5859456" y="6545302"/>
                  <a:pt x="5859138" y="6544028"/>
                  <a:pt x="5859138" y="6543391"/>
                </a:cubicBezTo>
                <a:cubicBezTo>
                  <a:pt x="5859138" y="6541479"/>
                  <a:pt x="5860726" y="6540205"/>
                  <a:pt x="5863266" y="6539567"/>
                </a:cubicBezTo>
                <a:cubicBezTo>
                  <a:pt x="5868028" y="6538293"/>
                  <a:pt x="5868028" y="6538293"/>
                  <a:pt x="5868028" y="6536381"/>
                </a:cubicBezTo>
                <a:cubicBezTo>
                  <a:pt x="5868028" y="6536381"/>
                  <a:pt x="5868028" y="6536381"/>
                  <a:pt x="5868028" y="6534151"/>
                </a:cubicBezTo>
                <a:cubicBezTo>
                  <a:pt x="5868028" y="6533195"/>
                  <a:pt x="5867393" y="6532558"/>
                  <a:pt x="5866441" y="6532558"/>
                </a:cubicBezTo>
                <a:cubicBezTo>
                  <a:pt x="5866441" y="6532558"/>
                  <a:pt x="5866441" y="6532558"/>
                  <a:pt x="5865171" y="6532558"/>
                </a:cubicBezTo>
                <a:cubicBezTo>
                  <a:pt x="5862948" y="6532877"/>
                  <a:pt x="5856916" y="6532877"/>
                  <a:pt x="5853423" y="6532877"/>
                </a:cubicBezTo>
                <a:cubicBezTo>
                  <a:pt x="5850883" y="6532877"/>
                  <a:pt x="5839136" y="6532877"/>
                  <a:pt x="5838184" y="6532558"/>
                </a:cubicBezTo>
                <a:cubicBezTo>
                  <a:pt x="5838184" y="6532558"/>
                  <a:pt x="5838184" y="6532558"/>
                  <a:pt x="5837231" y="6532558"/>
                </a:cubicBezTo>
                <a:close/>
                <a:moveTo>
                  <a:pt x="5758711" y="6532558"/>
                </a:moveTo>
                <a:cubicBezTo>
                  <a:pt x="5758391" y="6532558"/>
                  <a:pt x="5758072" y="6532558"/>
                  <a:pt x="5757429" y="6532877"/>
                </a:cubicBezTo>
                <a:cubicBezTo>
                  <a:pt x="5757429" y="6532877"/>
                  <a:pt x="5757429" y="6532877"/>
                  <a:pt x="5756469" y="6532877"/>
                </a:cubicBezTo>
                <a:cubicBezTo>
                  <a:pt x="5756469" y="6532877"/>
                  <a:pt x="5756469" y="6532877"/>
                  <a:pt x="5737876" y="6534791"/>
                </a:cubicBezTo>
                <a:cubicBezTo>
                  <a:pt x="5735953" y="6535110"/>
                  <a:pt x="5735632" y="6535429"/>
                  <a:pt x="5735632" y="6536705"/>
                </a:cubicBezTo>
                <a:cubicBezTo>
                  <a:pt x="5735632" y="6536705"/>
                  <a:pt x="5735632" y="6536705"/>
                  <a:pt x="5735632" y="6539258"/>
                </a:cubicBezTo>
                <a:cubicBezTo>
                  <a:pt x="5735632" y="6540534"/>
                  <a:pt x="5736274" y="6540853"/>
                  <a:pt x="5739159" y="6541172"/>
                </a:cubicBezTo>
                <a:cubicBezTo>
                  <a:pt x="5744608" y="6541810"/>
                  <a:pt x="5744929" y="6542767"/>
                  <a:pt x="5744929" y="6558399"/>
                </a:cubicBezTo>
                <a:lnTo>
                  <a:pt x="5744929" y="6569245"/>
                </a:lnTo>
                <a:cubicBezTo>
                  <a:pt x="5744929" y="6578178"/>
                  <a:pt x="5744608" y="6584239"/>
                  <a:pt x="5744608" y="6587430"/>
                </a:cubicBezTo>
                <a:cubicBezTo>
                  <a:pt x="5744286" y="6590301"/>
                  <a:pt x="5743647" y="6590939"/>
                  <a:pt x="5739478" y="6592534"/>
                </a:cubicBezTo>
                <a:cubicBezTo>
                  <a:pt x="5735632" y="6593810"/>
                  <a:pt x="5735632" y="6593810"/>
                  <a:pt x="5735632" y="6595405"/>
                </a:cubicBezTo>
                <a:cubicBezTo>
                  <a:pt x="5735632" y="6595405"/>
                  <a:pt x="5735632" y="6595405"/>
                  <a:pt x="5735632" y="6597638"/>
                </a:cubicBezTo>
                <a:cubicBezTo>
                  <a:pt x="5735632" y="6598914"/>
                  <a:pt x="5735632" y="6599233"/>
                  <a:pt x="5736913" y="6599233"/>
                </a:cubicBezTo>
                <a:cubicBezTo>
                  <a:pt x="5736913" y="6599233"/>
                  <a:pt x="5736913" y="6599233"/>
                  <a:pt x="5737876" y="6599233"/>
                </a:cubicBezTo>
                <a:cubicBezTo>
                  <a:pt x="5741081" y="6599233"/>
                  <a:pt x="5747493" y="6598914"/>
                  <a:pt x="5752302" y="6598914"/>
                </a:cubicBezTo>
                <a:cubicBezTo>
                  <a:pt x="5757429" y="6598914"/>
                  <a:pt x="5763199" y="6599233"/>
                  <a:pt x="5766726" y="6599233"/>
                </a:cubicBezTo>
                <a:cubicBezTo>
                  <a:pt x="5766726" y="6599233"/>
                  <a:pt x="5766726" y="6599233"/>
                  <a:pt x="5767687" y="6599233"/>
                </a:cubicBezTo>
                <a:cubicBezTo>
                  <a:pt x="5768649" y="6599233"/>
                  <a:pt x="5768969" y="6598914"/>
                  <a:pt x="5768969" y="6597638"/>
                </a:cubicBezTo>
                <a:cubicBezTo>
                  <a:pt x="5768969" y="6597638"/>
                  <a:pt x="5768969" y="6597638"/>
                  <a:pt x="5768969" y="6595405"/>
                </a:cubicBezTo>
                <a:cubicBezTo>
                  <a:pt x="5768969" y="6593810"/>
                  <a:pt x="5768969" y="6593491"/>
                  <a:pt x="5765124" y="6592534"/>
                </a:cubicBezTo>
                <a:cubicBezTo>
                  <a:pt x="5761276" y="6591258"/>
                  <a:pt x="5760314" y="6590301"/>
                  <a:pt x="5759994" y="6587430"/>
                </a:cubicBezTo>
                <a:cubicBezTo>
                  <a:pt x="5759994" y="6584239"/>
                  <a:pt x="5759994" y="6577221"/>
                  <a:pt x="5759994" y="6569245"/>
                </a:cubicBezTo>
                <a:cubicBezTo>
                  <a:pt x="5759994" y="6569245"/>
                  <a:pt x="5759994" y="6569245"/>
                  <a:pt x="5759994" y="6562865"/>
                </a:cubicBezTo>
                <a:cubicBezTo>
                  <a:pt x="5759994" y="6555528"/>
                  <a:pt x="5759994" y="6542448"/>
                  <a:pt x="5759994" y="6540215"/>
                </a:cubicBezTo>
                <a:cubicBezTo>
                  <a:pt x="5760314" y="6535429"/>
                  <a:pt x="5760314" y="6535429"/>
                  <a:pt x="5760314" y="6535110"/>
                </a:cubicBezTo>
                <a:cubicBezTo>
                  <a:pt x="5760314" y="6533515"/>
                  <a:pt x="5759675" y="6532558"/>
                  <a:pt x="5758711" y="6532558"/>
                </a:cubicBezTo>
                <a:close/>
                <a:moveTo>
                  <a:pt x="5705788" y="6532558"/>
                </a:moveTo>
                <a:cubicBezTo>
                  <a:pt x="5689595" y="6532558"/>
                  <a:pt x="5680070" y="6540214"/>
                  <a:pt x="5680070" y="6553292"/>
                </a:cubicBezTo>
                <a:cubicBezTo>
                  <a:pt x="5680070" y="6563181"/>
                  <a:pt x="5684197" y="6567647"/>
                  <a:pt x="5701025" y="6575621"/>
                </a:cubicBezTo>
                <a:cubicBezTo>
                  <a:pt x="5708327" y="6578811"/>
                  <a:pt x="5710233" y="6581044"/>
                  <a:pt x="5710233" y="6584872"/>
                </a:cubicBezTo>
                <a:cubicBezTo>
                  <a:pt x="5710233" y="6589976"/>
                  <a:pt x="5705470" y="6593804"/>
                  <a:pt x="5699119" y="6593804"/>
                </a:cubicBezTo>
                <a:cubicBezTo>
                  <a:pt x="5692770" y="6593804"/>
                  <a:pt x="5687055" y="6590295"/>
                  <a:pt x="5686102" y="6585829"/>
                </a:cubicBezTo>
                <a:cubicBezTo>
                  <a:pt x="5685150" y="6582320"/>
                  <a:pt x="5685150" y="6582320"/>
                  <a:pt x="5683880" y="6582320"/>
                </a:cubicBezTo>
                <a:cubicBezTo>
                  <a:pt x="5683880" y="6582320"/>
                  <a:pt x="5683880" y="6582320"/>
                  <a:pt x="5681657" y="6582320"/>
                </a:cubicBezTo>
                <a:cubicBezTo>
                  <a:pt x="5680070" y="6582320"/>
                  <a:pt x="5679434" y="6582958"/>
                  <a:pt x="5679434" y="6584553"/>
                </a:cubicBezTo>
                <a:cubicBezTo>
                  <a:pt x="5679434" y="6584553"/>
                  <a:pt x="5679434" y="6584553"/>
                  <a:pt x="5678483" y="6593485"/>
                </a:cubicBezTo>
                <a:cubicBezTo>
                  <a:pt x="5678483" y="6595717"/>
                  <a:pt x="5678800" y="6596355"/>
                  <a:pt x="5680705" y="6597312"/>
                </a:cubicBezTo>
                <a:cubicBezTo>
                  <a:pt x="5684832" y="6599545"/>
                  <a:pt x="5691500" y="6600821"/>
                  <a:pt x="5697533" y="6600821"/>
                </a:cubicBezTo>
                <a:cubicBezTo>
                  <a:pt x="5714043" y="6600821"/>
                  <a:pt x="5724521" y="6592847"/>
                  <a:pt x="5724521" y="6580725"/>
                </a:cubicBezTo>
                <a:cubicBezTo>
                  <a:pt x="5724521" y="6573388"/>
                  <a:pt x="5719757" y="6567009"/>
                  <a:pt x="5711185" y="6562862"/>
                </a:cubicBezTo>
                <a:cubicBezTo>
                  <a:pt x="5702613" y="6559034"/>
                  <a:pt x="5702613" y="6559034"/>
                  <a:pt x="5699755" y="6557439"/>
                </a:cubicBezTo>
                <a:cubicBezTo>
                  <a:pt x="5694675" y="6554249"/>
                  <a:pt x="5692770" y="6552016"/>
                  <a:pt x="5692770" y="6548508"/>
                </a:cubicBezTo>
                <a:cubicBezTo>
                  <a:pt x="5692770" y="6543085"/>
                  <a:pt x="5696897" y="6539895"/>
                  <a:pt x="5703248" y="6539895"/>
                </a:cubicBezTo>
                <a:cubicBezTo>
                  <a:pt x="5708963" y="6539895"/>
                  <a:pt x="5712773" y="6541809"/>
                  <a:pt x="5714360" y="6545318"/>
                </a:cubicBezTo>
                <a:cubicBezTo>
                  <a:pt x="5715630" y="6548827"/>
                  <a:pt x="5715630" y="6548827"/>
                  <a:pt x="5716901" y="6548827"/>
                </a:cubicBezTo>
                <a:cubicBezTo>
                  <a:pt x="5716901" y="6548827"/>
                  <a:pt x="5716901" y="6548827"/>
                  <a:pt x="5719123" y="6548827"/>
                </a:cubicBezTo>
                <a:cubicBezTo>
                  <a:pt x="5720393" y="6548827"/>
                  <a:pt x="5720710" y="6548508"/>
                  <a:pt x="5720710" y="6546275"/>
                </a:cubicBezTo>
                <a:lnTo>
                  <a:pt x="5721663" y="6538300"/>
                </a:lnTo>
                <a:cubicBezTo>
                  <a:pt x="5721663" y="6538300"/>
                  <a:pt x="5721663" y="6538300"/>
                  <a:pt x="5721663" y="6537981"/>
                </a:cubicBezTo>
                <a:cubicBezTo>
                  <a:pt x="5721663" y="6536386"/>
                  <a:pt x="5721027" y="6535748"/>
                  <a:pt x="5719123" y="6534791"/>
                </a:cubicBezTo>
                <a:cubicBezTo>
                  <a:pt x="5715947" y="6533515"/>
                  <a:pt x="5710550" y="6532558"/>
                  <a:pt x="5705788" y="6532558"/>
                </a:cubicBezTo>
                <a:close/>
                <a:moveTo>
                  <a:pt x="5638758" y="6532558"/>
                </a:moveTo>
                <a:cubicBezTo>
                  <a:pt x="5638436" y="6532558"/>
                  <a:pt x="5638114" y="6532558"/>
                  <a:pt x="5637794" y="6532877"/>
                </a:cubicBezTo>
                <a:cubicBezTo>
                  <a:pt x="5637794" y="6532877"/>
                  <a:pt x="5637794" y="6532877"/>
                  <a:pt x="5636508" y="6532877"/>
                </a:cubicBezTo>
                <a:cubicBezTo>
                  <a:pt x="5636508" y="6532877"/>
                  <a:pt x="5636508" y="6532877"/>
                  <a:pt x="5617231" y="6535748"/>
                </a:cubicBezTo>
                <a:cubicBezTo>
                  <a:pt x="5615304" y="6536067"/>
                  <a:pt x="5614983" y="6536386"/>
                  <a:pt x="5614983" y="6538301"/>
                </a:cubicBezTo>
                <a:lnTo>
                  <a:pt x="5614983" y="6540853"/>
                </a:lnTo>
                <a:cubicBezTo>
                  <a:pt x="5614983" y="6542129"/>
                  <a:pt x="5615304" y="6542448"/>
                  <a:pt x="5618196" y="6542448"/>
                </a:cubicBezTo>
                <a:cubicBezTo>
                  <a:pt x="5622371" y="6542767"/>
                  <a:pt x="5624300" y="6543724"/>
                  <a:pt x="5625585" y="6547233"/>
                </a:cubicBezTo>
                <a:cubicBezTo>
                  <a:pt x="5626870" y="6550742"/>
                  <a:pt x="5627833" y="6558399"/>
                  <a:pt x="5627833" y="6565098"/>
                </a:cubicBezTo>
                <a:cubicBezTo>
                  <a:pt x="5627833" y="6565098"/>
                  <a:pt x="5627833" y="6565098"/>
                  <a:pt x="5627833" y="6569245"/>
                </a:cubicBezTo>
                <a:cubicBezTo>
                  <a:pt x="5627833" y="6578178"/>
                  <a:pt x="5627833" y="6584239"/>
                  <a:pt x="5627512" y="6587430"/>
                </a:cubicBezTo>
                <a:cubicBezTo>
                  <a:pt x="5627191" y="6590301"/>
                  <a:pt x="5626548" y="6590939"/>
                  <a:pt x="5622693" y="6592534"/>
                </a:cubicBezTo>
                <a:cubicBezTo>
                  <a:pt x="5618516" y="6593810"/>
                  <a:pt x="5618516" y="6593810"/>
                  <a:pt x="5618516" y="6595405"/>
                </a:cubicBezTo>
                <a:cubicBezTo>
                  <a:pt x="5618516" y="6595405"/>
                  <a:pt x="5618516" y="6595405"/>
                  <a:pt x="5618516" y="6597638"/>
                </a:cubicBezTo>
                <a:cubicBezTo>
                  <a:pt x="5618516" y="6598914"/>
                  <a:pt x="5618838" y="6599233"/>
                  <a:pt x="5620123" y="6599233"/>
                </a:cubicBezTo>
                <a:cubicBezTo>
                  <a:pt x="5620123" y="6599233"/>
                  <a:pt x="5620123" y="6599233"/>
                  <a:pt x="5620765" y="6599233"/>
                </a:cubicBezTo>
                <a:cubicBezTo>
                  <a:pt x="5624300" y="6599233"/>
                  <a:pt x="5630404" y="6598914"/>
                  <a:pt x="5634581" y="6598914"/>
                </a:cubicBezTo>
                <a:cubicBezTo>
                  <a:pt x="5639721" y="6598914"/>
                  <a:pt x="5650323" y="6599233"/>
                  <a:pt x="5654178" y="6599233"/>
                </a:cubicBezTo>
                <a:cubicBezTo>
                  <a:pt x="5654178" y="6599233"/>
                  <a:pt x="5654178" y="6599233"/>
                  <a:pt x="5654821" y="6599233"/>
                </a:cubicBezTo>
                <a:cubicBezTo>
                  <a:pt x="5655785" y="6599233"/>
                  <a:pt x="5656427" y="6598595"/>
                  <a:pt x="5656427" y="6597319"/>
                </a:cubicBezTo>
                <a:cubicBezTo>
                  <a:pt x="5656427" y="6597319"/>
                  <a:pt x="5656427" y="6597319"/>
                  <a:pt x="5656427" y="6595405"/>
                </a:cubicBezTo>
                <a:cubicBezTo>
                  <a:pt x="5656427" y="6593491"/>
                  <a:pt x="5656427" y="6593491"/>
                  <a:pt x="5652251" y="6592534"/>
                </a:cubicBezTo>
                <a:cubicBezTo>
                  <a:pt x="5646468" y="6591258"/>
                  <a:pt x="5646468" y="6591258"/>
                  <a:pt x="5645504" y="6590939"/>
                </a:cubicBezTo>
                <a:cubicBezTo>
                  <a:pt x="5643576" y="6589982"/>
                  <a:pt x="5643255" y="6588706"/>
                  <a:pt x="5643255" y="6584239"/>
                </a:cubicBezTo>
                <a:cubicBezTo>
                  <a:pt x="5643255" y="6584239"/>
                  <a:pt x="5643255" y="6584239"/>
                  <a:pt x="5642934" y="6575945"/>
                </a:cubicBezTo>
                <a:cubicBezTo>
                  <a:pt x="5642934" y="6575945"/>
                  <a:pt x="5642934" y="6575945"/>
                  <a:pt x="5642934" y="6569883"/>
                </a:cubicBezTo>
                <a:cubicBezTo>
                  <a:pt x="5642934" y="6556804"/>
                  <a:pt x="5643576" y="6553933"/>
                  <a:pt x="5646468" y="6551061"/>
                </a:cubicBezTo>
                <a:cubicBezTo>
                  <a:pt x="5649038" y="6548828"/>
                  <a:pt x="5652894" y="6547233"/>
                  <a:pt x="5657712" y="6547233"/>
                </a:cubicBezTo>
                <a:cubicBezTo>
                  <a:pt x="5660604" y="6547233"/>
                  <a:pt x="5663496" y="6547552"/>
                  <a:pt x="5665102" y="6548190"/>
                </a:cubicBezTo>
                <a:cubicBezTo>
                  <a:pt x="5665744" y="6548190"/>
                  <a:pt x="5666066" y="6548509"/>
                  <a:pt x="5666387" y="6548509"/>
                </a:cubicBezTo>
                <a:cubicBezTo>
                  <a:pt x="5667352" y="6548509"/>
                  <a:pt x="5667994" y="6547552"/>
                  <a:pt x="5668315" y="6545000"/>
                </a:cubicBezTo>
                <a:cubicBezTo>
                  <a:pt x="5668315" y="6545000"/>
                  <a:pt x="5668315" y="6545000"/>
                  <a:pt x="5668636" y="6535748"/>
                </a:cubicBezTo>
                <a:cubicBezTo>
                  <a:pt x="5668636" y="6535748"/>
                  <a:pt x="5668636" y="6535748"/>
                  <a:pt x="5668636" y="6535429"/>
                </a:cubicBezTo>
                <a:cubicBezTo>
                  <a:pt x="5668958" y="6533515"/>
                  <a:pt x="5667352" y="6532558"/>
                  <a:pt x="5664138" y="6532558"/>
                </a:cubicBezTo>
                <a:cubicBezTo>
                  <a:pt x="5661567" y="6532558"/>
                  <a:pt x="5659640" y="6532877"/>
                  <a:pt x="5657712" y="6533515"/>
                </a:cubicBezTo>
                <a:cubicBezTo>
                  <a:pt x="5653858" y="6534153"/>
                  <a:pt x="5652571" y="6535110"/>
                  <a:pt x="5649038" y="6539258"/>
                </a:cubicBezTo>
                <a:cubicBezTo>
                  <a:pt x="5645825" y="6543086"/>
                  <a:pt x="5645825" y="6543086"/>
                  <a:pt x="5643898" y="6545319"/>
                </a:cubicBezTo>
                <a:cubicBezTo>
                  <a:pt x="5642934" y="6546276"/>
                  <a:pt x="5641649" y="6547233"/>
                  <a:pt x="5641327" y="6547233"/>
                </a:cubicBezTo>
                <a:cubicBezTo>
                  <a:pt x="5640364" y="6547233"/>
                  <a:pt x="5640042" y="6546276"/>
                  <a:pt x="5640042" y="6540853"/>
                </a:cubicBezTo>
                <a:cubicBezTo>
                  <a:pt x="5640042" y="6540853"/>
                  <a:pt x="5640042" y="6540853"/>
                  <a:pt x="5640364" y="6534791"/>
                </a:cubicBezTo>
                <a:cubicBezTo>
                  <a:pt x="5640364" y="6533515"/>
                  <a:pt x="5639721" y="6532558"/>
                  <a:pt x="5638758" y="6532558"/>
                </a:cubicBezTo>
                <a:close/>
                <a:moveTo>
                  <a:pt x="5580642" y="6532558"/>
                </a:moveTo>
                <a:cubicBezTo>
                  <a:pt x="5562120" y="6532558"/>
                  <a:pt x="5548308" y="6547870"/>
                  <a:pt x="5548308" y="6568604"/>
                </a:cubicBezTo>
                <a:cubicBezTo>
                  <a:pt x="5548308" y="6587743"/>
                  <a:pt x="5561180" y="6600821"/>
                  <a:pt x="5580013" y="6600821"/>
                </a:cubicBezTo>
                <a:cubicBezTo>
                  <a:pt x="5585350" y="6600821"/>
                  <a:pt x="5591315" y="6599545"/>
                  <a:pt x="5596022" y="6597631"/>
                </a:cubicBezTo>
                <a:cubicBezTo>
                  <a:pt x="5599475" y="6596355"/>
                  <a:pt x="5601047" y="6595398"/>
                  <a:pt x="5601360" y="6594761"/>
                </a:cubicBezTo>
                <a:cubicBezTo>
                  <a:pt x="5601673" y="6593804"/>
                  <a:pt x="5602929" y="6585191"/>
                  <a:pt x="5602929" y="6582958"/>
                </a:cubicBezTo>
                <a:cubicBezTo>
                  <a:pt x="5602929" y="6582320"/>
                  <a:pt x="5602302" y="6582001"/>
                  <a:pt x="5601987" y="6582001"/>
                </a:cubicBezTo>
                <a:cubicBezTo>
                  <a:pt x="5601987" y="6582001"/>
                  <a:pt x="5601673" y="6582001"/>
                  <a:pt x="5601360" y="6582320"/>
                </a:cubicBezTo>
                <a:cubicBezTo>
                  <a:pt x="5597278" y="6585829"/>
                  <a:pt x="5588174" y="6589019"/>
                  <a:pt x="5581583" y="6589019"/>
                </a:cubicBezTo>
                <a:cubicBezTo>
                  <a:pt x="5570596" y="6589019"/>
                  <a:pt x="5562748" y="6579449"/>
                  <a:pt x="5562748" y="6566690"/>
                </a:cubicBezTo>
                <a:cubicBezTo>
                  <a:pt x="5562748" y="6562224"/>
                  <a:pt x="5563062" y="6561905"/>
                  <a:pt x="5567770" y="6561905"/>
                </a:cubicBezTo>
                <a:lnTo>
                  <a:pt x="5597592" y="6561905"/>
                </a:lnTo>
                <a:cubicBezTo>
                  <a:pt x="5602616" y="6561905"/>
                  <a:pt x="5603870" y="6560629"/>
                  <a:pt x="5603870" y="6557120"/>
                </a:cubicBezTo>
                <a:cubicBezTo>
                  <a:pt x="5603870" y="6541490"/>
                  <a:pt x="5595709" y="6532558"/>
                  <a:pt x="5580642" y="6532558"/>
                </a:cubicBezTo>
                <a:close/>
                <a:moveTo>
                  <a:pt x="5480669" y="6532558"/>
                </a:moveTo>
                <a:cubicBezTo>
                  <a:pt x="5479091" y="6532558"/>
                  <a:pt x="5478458" y="6532874"/>
                  <a:pt x="5478458" y="6534138"/>
                </a:cubicBezTo>
                <a:cubicBezTo>
                  <a:pt x="5478458" y="6534138"/>
                  <a:pt x="5478458" y="6534138"/>
                  <a:pt x="5478458" y="6536666"/>
                </a:cubicBezTo>
                <a:cubicBezTo>
                  <a:pt x="5478458" y="6537614"/>
                  <a:pt x="5478775" y="6538562"/>
                  <a:pt x="5479722" y="6538878"/>
                </a:cubicBezTo>
                <a:cubicBezTo>
                  <a:pt x="5482566" y="6539826"/>
                  <a:pt x="5482882" y="6539826"/>
                  <a:pt x="5483831" y="6542038"/>
                </a:cubicBezTo>
                <a:cubicBezTo>
                  <a:pt x="5486042" y="6547410"/>
                  <a:pt x="5488570" y="6554046"/>
                  <a:pt x="5494572" y="6571110"/>
                </a:cubicBezTo>
                <a:cubicBezTo>
                  <a:pt x="5500576" y="6587541"/>
                  <a:pt x="5501839" y="6590385"/>
                  <a:pt x="5503420" y="6594809"/>
                </a:cubicBezTo>
                <a:cubicBezTo>
                  <a:pt x="5504998" y="6599233"/>
                  <a:pt x="5504998" y="6599233"/>
                  <a:pt x="5506262" y="6599233"/>
                </a:cubicBezTo>
                <a:cubicBezTo>
                  <a:pt x="5506578" y="6599233"/>
                  <a:pt x="5507211" y="6599233"/>
                  <a:pt x="5507842" y="6599233"/>
                </a:cubicBezTo>
                <a:cubicBezTo>
                  <a:pt x="5512266" y="6598285"/>
                  <a:pt x="5512582" y="6598285"/>
                  <a:pt x="5513845" y="6598285"/>
                </a:cubicBezTo>
                <a:cubicBezTo>
                  <a:pt x="5515426" y="6597969"/>
                  <a:pt x="5516057" y="6597653"/>
                  <a:pt x="5516373" y="6597021"/>
                </a:cubicBezTo>
                <a:cubicBezTo>
                  <a:pt x="5517006" y="6596073"/>
                  <a:pt x="5517006" y="6596073"/>
                  <a:pt x="5518269" y="6592913"/>
                </a:cubicBezTo>
                <a:cubicBezTo>
                  <a:pt x="5518900" y="6590385"/>
                  <a:pt x="5519849" y="6588173"/>
                  <a:pt x="5523957" y="6577746"/>
                </a:cubicBezTo>
                <a:cubicBezTo>
                  <a:pt x="5535015" y="6550570"/>
                  <a:pt x="5535015" y="6550570"/>
                  <a:pt x="5536595" y="6546778"/>
                </a:cubicBezTo>
                <a:cubicBezTo>
                  <a:pt x="5538808" y="6541090"/>
                  <a:pt x="5539438" y="6539826"/>
                  <a:pt x="5541019" y="6539194"/>
                </a:cubicBezTo>
                <a:cubicBezTo>
                  <a:pt x="5543547" y="6538562"/>
                  <a:pt x="5543547" y="6538562"/>
                  <a:pt x="5543547" y="6536666"/>
                </a:cubicBezTo>
                <a:lnTo>
                  <a:pt x="5543547" y="6534138"/>
                </a:lnTo>
                <a:cubicBezTo>
                  <a:pt x="5543547" y="6532874"/>
                  <a:pt x="5543230" y="6532558"/>
                  <a:pt x="5542282" y="6532558"/>
                </a:cubicBezTo>
                <a:cubicBezTo>
                  <a:pt x="5542282" y="6532558"/>
                  <a:pt x="5542282" y="6532558"/>
                  <a:pt x="5541019" y="6532558"/>
                </a:cubicBezTo>
                <a:cubicBezTo>
                  <a:pt x="5538174" y="6532874"/>
                  <a:pt x="5535331" y="6532874"/>
                  <a:pt x="5533119" y="6532874"/>
                </a:cubicBezTo>
                <a:cubicBezTo>
                  <a:pt x="5530277" y="6532874"/>
                  <a:pt x="5525222" y="6532874"/>
                  <a:pt x="5523640" y="6532874"/>
                </a:cubicBezTo>
                <a:cubicBezTo>
                  <a:pt x="5523010" y="6532558"/>
                  <a:pt x="5522692" y="6532558"/>
                  <a:pt x="5522060" y="6532558"/>
                </a:cubicBezTo>
                <a:cubicBezTo>
                  <a:pt x="5521113" y="6532558"/>
                  <a:pt x="5520482" y="6533190"/>
                  <a:pt x="5520482" y="6534138"/>
                </a:cubicBezTo>
                <a:cubicBezTo>
                  <a:pt x="5520482" y="6534138"/>
                  <a:pt x="5520482" y="6534138"/>
                  <a:pt x="5520482" y="6536666"/>
                </a:cubicBezTo>
                <a:cubicBezTo>
                  <a:pt x="5520482" y="6537930"/>
                  <a:pt x="5521113" y="6538246"/>
                  <a:pt x="5522692" y="6538562"/>
                </a:cubicBezTo>
                <a:cubicBezTo>
                  <a:pt x="5525852" y="6539194"/>
                  <a:pt x="5527748" y="6540774"/>
                  <a:pt x="5527748" y="6542354"/>
                </a:cubicBezTo>
                <a:cubicBezTo>
                  <a:pt x="5527748" y="6543618"/>
                  <a:pt x="5526800" y="6547410"/>
                  <a:pt x="5522692" y="6558786"/>
                </a:cubicBezTo>
                <a:cubicBezTo>
                  <a:pt x="5522692" y="6558786"/>
                  <a:pt x="5522692" y="6558786"/>
                  <a:pt x="5518900" y="6568898"/>
                </a:cubicBezTo>
                <a:cubicBezTo>
                  <a:pt x="5518269" y="6572058"/>
                  <a:pt x="5517321" y="6574270"/>
                  <a:pt x="5516690" y="6576482"/>
                </a:cubicBezTo>
                <a:cubicBezTo>
                  <a:pt x="5516690" y="6576482"/>
                  <a:pt x="5516690" y="6576482"/>
                  <a:pt x="5515426" y="6579958"/>
                </a:cubicBezTo>
                <a:cubicBezTo>
                  <a:pt x="5515426" y="6579958"/>
                  <a:pt x="5515426" y="6579958"/>
                  <a:pt x="5515109" y="6581854"/>
                </a:cubicBezTo>
                <a:cubicBezTo>
                  <a:pt x="5514793" y="6582801"/>
                  <a:pt x="5514793" y="6583433"/>
                  <a:pt x="5514478" y="6583433"/>
                </a:cubicBezTo>
                <a:cubicBezTo>
                  <a:pt x="5514162" y="6583433"/>
                  <a:pt x="5511634" y="6575218"/>
                  <a:pt x="5507526" y="6561946"/>
                </a:cubicBezTo>
                <a:cubicBezTo>
                  <a:pt x="5507526" y="6561946"/>
                  <a:pt x="5507526" y="6561946"/>
                  <a:pt x="5504367" y="6551518"/>
                </a:cubicBezTo>
                <a:cubicBezTo>
                  <a:pt x="5503735" y="6549622"/>
                  <a:pt x="5503104" y="6547726"/>
                  <a:pt x="5502471" y="6545514"/>
                </a:cubicBezTo>
                <a:cubicBezTo>
                  <a:pt x="5502156" y="6544566"/>
                  <a:pt x="5502156" y="6543618"/>
                  <a:pt x="5502156" y="6542986"/>
                </a:cubicBezTo>
                <a:cubicBezTo>
                  <a:pt x="5502156" y="6541090"/>
                  <a:pt x="5503420" y="6540142"/>
                  <a:pt x="5507211" y="6539194"/>
                </a:cubicBezTo>
                <a:cubicBezTo>
                  <a:pt x="5510686" y="6538246"/>
                  <a:pt x="5510686" y="6538246"/>
                  <a:pt x="5510686" y="6536666"/>
                </a:cubicBezTo>
                <a:cubicBezTo>
                  <a:pt x="5510686" y="6536666"/>
                  <a:pt x="5510686" y="6536666"/>
                  <a:pt x="5510686" y="6534138"/>
                </a:cubicBezTo>
                <a:cubicBezTo>
                  <a:pt x="5510686" y="6532874"/>
                  <a:pt x="5510371" y="6532558"/>
                  <a:pt x="5509106" y="6532558"/>
                </a:cubicBezTo>
                <a:cubicBezTo>
                  <a:pt x="5509106" y="6532558"/>
                  <a:pt x="5509106" y="6532558"/>
                  <a:pt x="5507526" y="6532558"/>
                </a:cubicBezTo>
                <a:cubicBezTo>
                  <a:pt x="5503735" y="6532874"/>
                  <a:pt x="5499944" y="6532874"/>
                  <a:pt x="5493624" y="6532874"/>
                </a:cubicBezTo>
                <a:cubicBezTo>
                  <a:pt x="5490781" y="6532874"/>
                  <a:pt x="5488253" y="6532874"/>
                  <a:pt x="5486989" y="6532874"/>
                </a:cubicBezTo>
                <a:cubicBezTo>
                  <a:pt x="5480986" y="6532558"/>
                  <a:pt x="5480986" y="6532558"/>
                  <a:pt x="5480669" y="6532558"/>
                </a:cubicBezTo>
                <a:close/>
                <a:moveTo>
                  <a:pt x="5463439" y="6532558"/>
                </a:moveTo>
                <a:cubicBezTo>
                  <a:pt x="5463117" y="6532558"/>
                  <a:pt x="5462797" y="6532558"/>
                  <a:pt x="5462477" y="6532877"/>
                </a:cubicBezTo>
                <a:cubicBezTo>
                  <a:pt x="5462477" y="6532877"/>
                  <a:pt x="5462477" y="6532877"/>
                  <a:pt x="5461194" y="6532877"/>
                </a:cubicBezTo>
                <a:cubicBezTo>
                  <a:pt x="5461194" y="6532877"/>
                  <a:pt x="5461194" y="6532877"/>
                  <a:pt x="5442603" y="6534791"/>
                </a:cubicBezTo>
                <a:cubicBezTo>
                  <a:pt x="5440679" y="6535110"/>
                  <a:pt x="5440359" y="6535429"/>
                  <a:pt x="5440359" y="6536705"/>
                </a:cubicBezTo>
                <a:cubicBezTo>
                  <a:pt x="5440359" y="6536705"/>
                  <a:pt x="5440359" y="6536705"/>
                  <a:pt x="5440359" y="6539258"/>
                </a:cubicBezTo>
                <a:cubicBezTo>
                  <a:pt x="5440359" y="6540534"/>
                  <a:pt x="5440999" y="6540853"/>
                  <a:pt x="5444205" y="6541172"/>
                </a:cubicBezTo>
                <a:cubicBezTo>
                  <a:pt x="5449334" y="6541810"/>
                  <a:pt x="5449654" y="6542767"/>
                  <a:pt x="5449654" y="6558399"/>
                </a:cubicBezTo>
                <a:lnTo>
                  <a:pt x="5449654" y="6569245"/>
                </a:lnTo>
                <a:cubicBezTo>
                  <a:pt x="5449654" y="6578178"/>
                  <a:pt x="5449654" y="6584239"/>
                  <a:pt x="5449334" y="6587430"/>
                </a:cubicBezTo>
                <a:cubicBezTo>
                  <a:pt x="5449334" y="6590301"/>
                  <a:pt x="5448373" y="6590939"/>
                  <a:pt x="5444526" y="6592534"/>
                </a:cubicBezTo>
                <a:cubicBezTo>
                  <a:pt x="5440359" y="6593810"/>
                  <a:pt x="5440359" y="6593810"/>
                  <a:pt x="5440359" y="6595405"/>
                </a:cubicBezTo>
                <a:cubicBezTo>
                  <a:pt x="5440359" y="6595405"/>
                  <a:pt x="5440359" y="6595405"/>
                  <a:pt x="5440359" y="6597638"/>
                </a:cubicBezTo>
                <a:cubicBezTo>
                  <a:pt x="5440359" y="6598914"/>
                  <a:pt x="5440679" y="6599233"/>
                  <a:pt x="5441961" y="6599233"/>
                </a:cubicBezTo>
                <a:cubicBezTo>
                  <a:pt x="5441961" y="6599233"/>
                  <a:pt x="5441961" y="6599233"/>
                  <a:pt x="5442923" y="6599233"/>
                </a:cubicBezTo>
                <a:cubicBezTo>
                  <a:pt x="5446128" y="6599233"/>
                  <a:pt x="5452220" y="6598914"/>
                  <a:pt x="5457348" y="6598914"/>
                </a:cubicBezTo>
                <a:cubicBezTo>
                  <a:pt x="5462157" y="6598914"/>
                  <a:pt x="5468247" y="6599233"/>
                  <a:pt x="5471452" y="6599233"/>
                </a:cubicBezTo>
                <a:cubicBezTo>
                  <a:pt x="5471452" y="6599233"/>
                  <a:pt x="5471452" y="6599233"/>
                  <a:pt x="5472414" y="6599233"/>
                </a:cubicBezTo>
                <a:cubicBezTo>
                  <a:pt x="5473376" y="6599233"/>
                  <a:pt x="5473697" y="6598914"/>
                  <a:pt x="5473697" y="6597638"/>
                </a:cubicBezTo>
                <a:cubicBezTo>
                  <a:pt x="5473697" y="6597638"/>
                  <a:pt x="5473697" y="6597638"/>
                  <a:pt x="5473697" y="6595405"/>
                </a:cubicBezTo>
                <a:cubicBezTo>
                  <a:pt x="5473697" y="6593810"/>
                  <a:pt x="5473697" y="6593491"/>
                  <a:pt x="5469850" y="6592534"/>
                </a:cubicBezTo>
                <a:cubicBezTo>
                  <a:pt x="5466002" y="6591258"/>
                  <a:pt x="5465362" y="6590301"/>
                  <a:pt x="5465042" y="6587430"/>
                </a:cubicBezTo>
                <a:cubicBezTo>
                  <a:pt x="5464721" y="6584239"/>
                  <a:pt x="5464721" y="6577221"/>
                  <a:pt x="5464721" y="6569245"/>
                </a:cubicBezTo>
                <a:cubicBezTo>
                  <a:pt x="5464721" y="6569245"/>
                  <a:pt x="5464721" y="6569245"/>
                  <a:pt x="5464721" y="6562865"/>
                </a:cubicBezTo>
                <a:cubicBezTo>
                  <a:pt x="5464721" y="6555528"/>
                  <a:pt x="5464721" y="6542448"/>
                  <a:pt x="5465042" y="6540215"/>
                </a:cubicBezTo>
                <a:cubicBezTo>
                  <a:pt x="5465042" y="6535429"/>
                  <a:pt x="5465042" y="6535429"/>
                  <a:pt x="5465042" y="6535110"/>
                </a:cubicBezTo>
                <a:cubicBezTo>
                  <a:pt x="5465042" y="6533515"/>
                  <a:pt x="5464721" y="6532558"/>
                  <a:pt x="5463439" y="6532558"/>
                </a:cubicBezTo>
                <a:close/>
                <a:moveTo>
                  <a:pt x="5375310" y="6532558"/>
                </a:moveTo>
                <a:cubicBezTo>
                  <a:pt x="5374996" y="6532558"/>
                  <a:pt x="5374056" y="6532877"/>
                  <a:pt x="5373115" y="6532877"/>
                </a:cubicBezTo>
                <a:cubicBezTo>
                  <a:pt x="5373115" y="6532877"/>
                  <a:pt x="5373115" y="6532877"/>
                  <a:pt x="5354928" y="6535110"/>
                </a:cubicBezTo>
                <a:cubicBezTo>
                  <a:pt x="5353046" y="6535429"/>
                  <a:pt x="5353046" y="6535748"/>
                  <a:pt x="5353046" y="6537663"/>
                </a:cubicBezTo>
                <a:lnTo>
                  <a:pt x="5353046" y="6540534"/>
                </a:lnTo>
                <a:cubicBezTo>
                  <a:pt x="5353046" y="6541491"/>
                  <a:pt x="5353674" y="6541810"/>
                  <a:pt x="5356496" y="6542129"/>
                </a:cubicBezTo>
                <a:cubicBezTo>
                  <a:pt x="5360573" y="6542448"/>
                  <a:pt x="5361827" y="6543086"/>
                  <a:pt x="5362453" y="6545638"/>
                </a:cubicBezTo>
                <a:cubicBezTo>
                  <a:pt x="5363394" y="6547871"/>
                  <a:pt x="5364021" y="6558080"/>
                  <a:pt x="5364021" y="6564779"/>
                </a:cubicBezTo>
                <a:cubicBezTo>
                  <a:pt x="5364021" y="6564779"/>
                  <a:pt x="5364021" y="6564779"/>
                  <a:pt x="5364021" y="6569245"/>
                </a:cubicBezTo>
                <a:cubicBezTo>
                  <a:pt x="5364021" y="6577540"/>
                  <a:pt x="5364021" y="6584877"/>
                  <a:pt x="5363707" y="6587430"/>
                </a:cubicBezTo>
                <a:cubicBezTo>
                  <a:pt x="5363707" y="6590301"/>
                  <a:pt x="5362768" y="6591258"/>
                  <a:pt x="5359004" y="6592534"/>
                </a:cubicBezTo>
                <a:cubicBezTo>
                  <a:pt x="5355241" y="6593491"/>
                  <a:pt x="5354928" y="6593810"/>
                  <a:pt x="5354928" y="6595405"/>
                </a:cubicBezTo>
                <a:cubicBezTo>
                  <a:pt x="5354928" y="6595405"/>
                  <a:pt x="5354928" y="6595405"/>
                  <a:pt x="5354928" y="6597638"/>
                </a:cubicBezTo>
                <a:cubicBezTo>
                  <a:pt x="5354928" y="6598914"/>
                  <a:pt x="5355241" y="6599233"/>
                  <a:pt x="5356496" y="6599233"/>
                </a:cubicBezTo>
                <a:cubicBezTo>
                  <a:pt x="5356496" y="6599233"/>
                  <a:pt x="5356496" y="6599233"/>
                  <a:pt x="5357436" y="6599233"/>
                </a:cubicBezTo>
                <a:cubicBezTo>
                  <a:pt x="5360258" y="6599233"/>
                  <a:pt x="5366530" y="6598914"/>
                  <a:pt x="5371547" y="6598914"/>
                </a:cubicBezTo>
                <a:cubicBezTo>
                  <a:pt x="5376251" y="6598914"/>
                  <a:pt x="5382209" y="6599233"/>
                  <a:pt x="5385344" y="6599233"/>
                </a:cubicBezTo>
                <a:cubicBezTo>
                  <a:pt x="5385344" y="6599233"/>
                  <a:pt x="5385344" y="6599233"/>
                  <a:pt x="5386286" y="6599233"/>
                </a:cubicBezTo>
                <a:cubicBezTo>
                  <a:pt x="5387227" y="6599233"/>
                  <a:pt x="5387854" y="6598914"/>
                  <a:pt x="5387854" y="6597638"/>
                </a:cubicBezTo>
                <a:cubicBezTo>
                  <a:pt x="5387854" y="6597638"/>
                  <a:pt x="5387854" y="6597638"/>
                  <a:pt x="5387854" y="6595405"/>
                </a:cubicBezTo>
                <a:cubicBezTo>
                  <a:pt x="5387854" y="6593810"/>
                  <a:pt x="5387539" y="6593810"/>
                  <a:pt x="5383777" y="6592534"/>
                </a:cubicBezTo>
                <a:cubicBezTo>
                  <a:pt x="5380014" y="6591258"/>
                  <a:pt x="5379387" y="6590301"/>
                  <a:pt x="5379073" y="6587430"/>
                </a:cubicBezTo>
                <a:cubicBezTo>
                  <a:pt x="5379073" y="6584558"/>
                  <a:pt x="5378760" y="6577540"/>
                  <a:pt x="5378760" y="6569245"/>
                </a:cubicBezTo>
                <a:cubicBezTo>
                  <a:pt x="5378760" y="6569245"/>
                  <a:pt x="5378760" y="6569245"/>
                  <a:pt x="5378760" y="6566055"/>
                </a:cubicBezTo>
                <a:cubicBezTo>
                  <a:pt x="5378760" y="6557442"/>
                  <a:pt x="5379387" y="6554571"/>
                  <a:pt x="5381582" y="6551380"/>
                </a:cubicBezTo>
                <a:cubicBezTo>
                  <a:pt x="5384404" y="6547233"/>
                  <a:pt x="5389422" y="6544681"/>
                  <a:pt x="5394439" y="6544681"/>
                </a:cubicBezTo>
                <a:cubicBezTo>
                  <a:pt x="5399143" y="6544681"/>
                  <a:pt x="5402592" y="6546595"/>
                  <a:pt x="5404159" y="6550104"/>
                </a:cubicBezTo>
                <a:cubicBezTo>
                  <a:pt x="5405100" y="6552975"/>
                  <a:pt x="5405414" y="6556485"/>
                  <a:pt x="5405414" y="6565098"/>
                </a:cubicBezTo>
                <a:cubicBezTo>
                  <a:pt x="5405414" y="6565098"/>
                  <a:pt x="5405414" y="6565098"/>
                  <a:pt x="5405414" y="6569245"/>
                </a:cubicBezTo>
                <a:cubicBezTo>
                  <a:pt x="5405414" y="6577221"/>
                  <a:pt x="5405414" y="6584558"/>
                  <a:pt x="5405100" y="6587430"/>
                </a:cubicBezTo>
                <a:cubicBezTo>
                  <a:pt x="5405100" y="6590301"/>
                  <a:pt x="5404159" y="6591258"/>
                  <a:pt x="5400397" y="6592534"/>
                </a:cubicBezTo>
                <a:cubicBezTo>
                  <a:pt x="5396634" y="6593491"/>
                  <a:pt x="5396321" y="6593810"/>
                  <a:pt x="5396321" y="6595405"/>
                </a:cubicBezTo>
                <a:cubicBezTo>
                  <a:pt x="5396321" y="6595405"/>
                  <a:pt x="5396321" y="6595405"/>
                  <a:pt x="5396321" y="6597638"/>
                </a:cubicBezTo>
                <a:cubicBezTo>
                  <a:pt x="5396321" y="6598914"/>
                  <a:pt x="5396947" y="6599233"/>
                  <a:pt x="5397888" y="6599233"/>
                </a:cubicBezTo>
                <a:cubicBezTo>
                  <a:pt x="5397888" y="6599233"/>
                  <a:pt x="5397888" y="6599233"/>
                  <a:pt x="5398829" y="6599233"/>
                </a:cubicBezTo>
                <a:cubicBezTo>
                  <a:pt x="5401964" y="6599233"/>
                  <a:pt x="5407922" y="6598914"/>
                  <a:pt x="5412940" y="6598914"/>
                </a:cubicBezTo>
                <a:cubicBezTo>
                  <a:pt x="5417644" y="6598914"/>
                  <a:pt x="5423602" y="6599233"/>
                  <a:pt x="5427050" y="6599233"/>
                </a:cubicBezTo>
                <a:cubicBezTo>
                  <a:pt x="5427050" y="6599233"/>
                  <a:pt x="5427050" y="6599233"/>
                  <a:pt x="5427991" y="6599233"/>
                </a:cubicBezTo>
                <a:cubicBezTo>
                  <a:pt x="5428932" y="6599233"/>
                  <a:pt x="5429245" y="6598914"/>
                  <a:pt x="5429245" y="6597638"/>
                </a:cubicBezTo>
                <a:cubicBezTo>
                  <a:pt x="5429245" y="6597638"/>
                  <a:pt x="5429245" y="6597638"/>
                  <a:pt x="5429245" y="6595405"/>
                </a:cubicBezTo>
                <a:cubicBezTo>
                  <a:pt x="5429245" y="6593810"/>
                  <a:pt x="5429245" y="6593491"/>
                  <a:pt x="5425169" y="6592534"/>
                </a:cubicBezTo>
                <a:cubicBezTo>
                  <a:pt x="5421407" y="6591258"/>
                  <a:pt x="5420779" y="6590301"/>
                  <a:pt x="5420466" y="6587430"/>
                </a:cubicBezTo>
                <a:cubicBezTo>
                  <a:pt x="5420466" y="6584877"/>
                  <a:pt x="5420151" y="6577221"/>
                  <a:pt x="5420151" y="6569245"/>
                </a:cubicBezTo>
                <a:cubicBezTo>
                  <a:pt x="5420151" y="6569245"/>
                  <a:pt x="5420151" y="6569245"/>
                  <a:pt x="5420151" y="6565098"/>
                </a:cubicBezTo>
                <a:cubicBezTo>
                  <a:pt x="5420151" y="6545638"/>
                  <a:pt x="5420151" y="6545638"/>
                  <a:pt x="5418897" y="6542448"/>
                </a:cubicBezTo>
                <a:cubicBezTo>
                  <a:pt x="5416390" y="6536067"/>
                  <a:pt x="5409804" y="6532558"/>
                  <a:pt x="5400397" y="6532558"/>
                </a:cubicBezTo>
                <a:cubicBezTo>
                  <a:pt x="5393184" y="6532558"/>
                  <a:pt x="5390049" y="6534153"/>
                  <a:pt x="5383777" y="6540853"/>
                </a:cubicBezTo>
                <a:cubicBezTo>
                  <a:pt x="5383777" y="6540853"/>
                  <a:pt x="5383777" y="6540853"/>
                  <a:pt x="5381268" y="6543405"/>
                </a:cubicBezTo>
                <a:cubicBezTo>
                  <a:pt x="5381268" y="6543405"/>
                  <a:pt x="5381268" y="6543405"/>
                  <a:pt x="5380014" y="6545000"/>
                </a:cubicBezTo>
                <a:cubicBezTo>
                  <a:pt x="5379701" y="6545638"/>
                  <a:pt x="5379073" y="6545957"/>
                  <a:pt x="5378760" y="6545957"/>
                </a:cubicBezTo>
                <a:cubicBezTo>
                  <a:pt x="5378132" y="6545957"/>
                  <a:pt x="5377506" y="6544681"/>
                  <a:pt x="5377506" y="6543086"/>
                </a:cubicBezTo>
                <a:cubicBezTo>
                  <a:pt x="5377506" y="6542448"/>
                  <a:pt x="5377192" y="6536067"/>
                  <a:pt x="5376878" y="6535110"/>
                </a:cubicBezTo>
                <a:cubicBezTo>
                  <a:pt x="5376878" y="6533515"/>
                  <a:pt x="5376251" y="6532558"/>
                  <a:pt x="5375310" y="6532558"/>
                </a:cubicBezTo>
                <a:close/>
                <a:moveTo>
                  <a:pt x="5981693" y="6519858"/>
                </a:moveTo>
                <a:lnTo>
                  <a:pt x="5980106" y="6526208"/>
                </a:lnTo>
                <a:lnTo>
                  <a:pt x="5981693" y="6527796"/>
                </a:lnTo>
                <a:lnTo>
                  <a:pt x="5983280" y="6526208"/>
                </a:lnTo>
                <a:lnTo>
                  <a:pt x="5995980" y="6530971"/>
                </a:lnTo>
                <a:lnTo>
                  <a:pt x="5975343" y="6540496"/>
                </a:lnTo>
                <a:lnTo>
                  <a:pt x="5973755" y="6543671"/>
                </a:lnTo>
                <a:lnTo>
                  <a:pt x="5995980" y="6548434"/>
                </a:lnTo>
                <a:lnTo>
                  <a:pt x="5997568" y="6550021"/>
                </a:lnTo>
                <a:lnTo>
                  <a:pt x="5999156" y="6550021"/>
                </a:lnTo>
                <a:lnTo>
                  <a:pt x="5999156" y="6545259"/>
                </a:lnTo>
                <a:lnTo>
                  <a:pt x="5999156" y="6543671"/>
                </a:lnTo>
                <a:lnTo>
                  <a:pt x="5997568" y="6545259"/>
                </a:lnTo>
                <a:lnTo>
                  <a:pt x="5983280" y="6542084"/>
                </a:lnTo>
                <a:lnTo>
                  <a:pt x="6003918" y="6534146"/>
                </a:lnTo>
                <a:lnTo>
                  <a:pt x="6005506" y="6529383"/>
                </a:lnTo>
                <a:lnTo>
                  <a:pt x="6003918" y="6529383"/>
                </a:lnTo>
                <a:lnTo>
                  <a:pt x="6002330" y="6529383"/>
                </a:lnTo>
                <a:lnTo>
                  <a:pt x="5983280" y="6521446"/>
                </a:lnTo>
                <a:lnTo>
                  <a:pt x="5983280" y="6519858"/>
                </a:lnTo>
                <a:close/>
                <a:moveTo>
                  <a:pt x="6113455" y="6516683"/>
                </a:moveTo>
                <a:lnTo>
                  <a:pt x="6121393" y="6527796"/>
                </a:lnTo>
                <a:lnTo>
                  <a:pt x="6113455" y="6527796"/>
                </a:lnTo>
                <a:close/>
                <a:moveTo>
                  <a:pt x="6103930" y="6516683"/>
                </a:moveTo>
                <a:lnTo>
                  <a:pt x="6103930" y="6527796"/>
                </a:lnTo>
                <a:lnTo>
                  <a:pt x="6095992" y="6527796"/>
                </a:lnTo>
                <a:close/>
                <a:moveTo>
                  <a:pt x="4716822" y="6515097"/>
                </a:moveTo>
                <a:cubicBezTo>
                  <a:pt x="4721967" y="6515097"/>
                  <a:pt x="4725503" y="6515412"/>
                  <a:pt x="4728076" y="6516040"/>
                </a:cubicBezTo>
                <a:cubicBezTo>
                  <a:pt x="4734507" y="6517612"/>
                  <a:pt x="4738685" y="6523271"/>
                  <a:pt x="4738685" y="6530501"/>
                </a:cubicBezTo>
                <a:cubicBezTo>
                  <a:pt x="4738685" y="6535530"/>
                  <a:pt x="4736437" y="6540560"/>
                  <a:pt x="4732898" y="6543389"/>
                </a:cubicBezTo>
                <a:cubicBezTo>
                  <a:pt x="4729683" y="6545904"/>
                  <a:pt x="4724858" y="6546847"/>
                  <a:pt x="4716180" y="6546847"/>
                </a:cubicBezTo>
                <a:cubicBezTo>
                  <a:pt x="4713927" y="6546847"/>
                  <a:pt x="4713285" y="6546533"/>
                  <a:pt x="4713607" y="6543704"/>
                </a:cubicBezTo>
                <a:cubicBezTo>
                  <a:pt x="4713607" y="6543704"/>
                  <a:pt x="4713607" y="6543704"/>
                  <a:pt x="4713285" y="6540246"/>
                </a:cubicBezTo>
                <a:cubicBezTo>
                  <a:pt x="4713285" y="6540246"/>
                  <a:pt x="4713285" y="6540246"/>
                  <a:pt x="4713285" y="6535530"/>
                </a:cubicBezTo>
                <a:cubicBezTo>
                  <a:pt x="4713285" y="6535530"/>
                  <a:pt x="4713285" y="6535530"/>
                  <a:pt x="4713607" y="6519813"/>
                </a:cubicBezTo>
                <a:lnTo>
                  <a:pt x="4713607" y="6517298"/>
                </a:lnTo>
                <a:cubicBezTo>
                  <a:pt x="4713607" y="6515412"/>
                  <a:pt x="4713927" y="6515097"/>
                  <a:pt x="4716822" y="6515097"/>
                </a:cubicBezTo>
                <a:close/>
                <a:moveTo>
                  <a:pt x="6214308" y="6515096"/>
                </a:moveTo>
                <a:cubicBezTo>
                  <a:pt x="6220129" y="6513508"/>
                  <a:pt x="6223895" y="6518906"/>
                  <a:pt x="6224580" y="6523033"/>
                </a:cubicBezTo>
                <a:lnTo>
                  <a:pt x="6211226" y="6529383"/>
                </a:lnTo>
                <a:cubicBezTo>
                  <a:pt x="6208829" y="6524303"/>
                  <a:pt x="6207117" y="6516683"/>
                  <a:pt x="6214308" y="6515096"/>
                </a:cubicBezTo>
                <a:close/>
                <a:moveTo>
                  <a:pt x="6121392" y="6513508"/>
                </a:moveTo>
                <a:lnTo>
                  <a:pt x="6153142" y="6527796"/>
                </a:lnTo>
                <a:lnTo>
                  <a:pt x="6132505" y="6527796"/>
                </a:lnTo>
                <a:close/>
                <a:moveTo>
                  <a:pt x="6094405" y="6513508"/>
                </a:moveTo>
                <a:lnTo>
                  <a:pt x="6084881" y="6527796"/>
                </a:lnTo>
                <a:lnTo>
                  <a:pt x="6062656" y="6527796"/>
                </a:lnTo>
                <a:close/>
                <a:moveTo>
                  <a:pt x="5802498" y="6508746"/>
                </a:moveTo>
                <a:cubicBezTo>
                  <a:pt x="5802174" y="6508746"/>
                  <a:pt x="5802174" y="6508746"/>
                  <a:pt x="5799587" y="6509699"/>
                </a:cubicBezTo>
                <a:cubicBezTo>
                  <a:pt x="5799587" y="6509699"/>
                  <a:pt x="5799587" y="6509699"/>
                  <a:pt x="5791174" y="6512874"/>
                </a:cubicBezTo>
                <a:cubicBezTo>
                  <a:pt x="5788262" y="6513826"/>
                  <a:pt x="5787614" y="6514779"/>
                  <a:pt x="5787614" y="6517636"/>
                </a:cubicBezTo>
                <a:cubicBezTo>
                  <a:pt x="5787614" y="6519224"/>
                  <a:pt x="5787614" y="6521129"/>
                  <a:pt x="5787614" y="6523351"/>
                </a:cubicBezTo>
                <a:cubicBezTo>
                  <a:pt x="5787938" y="6527161"/>
                  <a:pt x="5788262" y="6531289"/>
                  <a:pt x="5788262" y="6531924"/>
                </a:cubicBezTo>
                <a:cubicBezTo>
                  <a:pt x="5788262" y="6533829"/>
                  <a:pt x="5787290" y="6534781"/>
                  <a:pt x="5784703" y="6534781"/>
                </a:cubicBezTo>
                <a:cubicBezTo>
                  <a:pt x="5784379" y="6534781"/>
                  <a:pt x="5783731" y="6534781"/>
                  <a:pt x="5783085" y="6534464"/>
                </a:cubicBezTo>
                <a:cubicBezTo>
                  <a:pt x="5781790" y="6534464"/>
                  <a:pt x="5780495" y="6534464"/>
                  <a:pt x="5780172" y="6534464"/>
                </a:cubicBezTo>
                <a:cubicBezTo>
                  <a:pt x="5778877" y="6534464"/>
                  <a:pt x="5778554" y="6534464"/>
                  <a:pt x="5777584" y="6537639"/>
                </a:cubicBezTo>
                <a:cubicBezTo>
                  <a:pt x="5777584" y="6537639"/>
                  <a:pt x="5777584" y="6537639"/>
                  <a:pt x="5775966" y="6541766"/>
                </a:cubicBezTo>
                <a:cubicBezTo>
                  <a:pt x="5775318" y="6542719"/>
                  <a:pt x="5775318" y="6543354"/>
                  <a:pt x="5775318" y="6543671"/>
                </a:cubicBezTo>
                <a:cubicBezTo>
                  <a:pt x="5775318" y="6543989"/>
                  <a:pt x="5775966" y="6544306"/>
                  <a:pt x="5776613" y="6544306"/>
                </a:cubicBezTo>
                <a:cubicBezTo>
                  <a:pt x="5776936" y="6544306"/>
                  <a:pt x="5777584" y="6544306"/>
                  <a:pt x="5778554" y="6544306"/>
                </a:cubicBezTo>
                <a:cubicBezTo>
                  <a:pt x="5778554" y="6544306"/>
                  <a:pt x="5778554" y="6544306"/>
                  <a:pt x="5782113" y="6544306"/>
                </a:cubicBezTo>
                <a:cubicBezTo>
                  <a:pt x="5784055" y="6543989"/>
                  <a:pt x="5784055" y="6543989"/>
                  <a:pt x="5784379" y="6543989"/>
                </a:cubicBezTo>
                <a:cubicBezTo>
                  <a:pt x="5787614" y="6543989"/>
                  <a:pt x="5787614" y="6544306"/>
                  <a:pt x="5787614" y="6551926"/>
                </a:cubicBezTo>
                <a:lnTo>
                  <a:pt x="5787614" y="6569706"/>
                </a:lnTo>
                <a:cubicBezTo>
                  <a:pt x="5787614" y="6571611"/>
                  <a:pt x="5787614" y="6574151"/>
                  <a:pt x="5787614" y="6577326"/>
                </a:cubicBezTo>
                <a:cubicBezTo>
                  <a:pt x="5787614" y="6577326"/>
                  <a:pt x="5787614" y="6577326"/>
                  <a:pt x="5787290" y="6584946"/>
                </a:cubicBezTo>
                <a:cubicBezTo>
                  <a:pt x="5787290" y="6596376"/>
                  <a:pt x="5793116" y="6600821"/>
                  <a:pt x="5808000" y="6600821"/>
                </a:cubicBezTo>
                <a:cubicBezTo>
                  <a:pt x="5814146" y="6600821"/>
                  <a:pt x="5823208" y="6599234"/>
                  <a:pt x="5824500" y="6597646"/>
                </a:cubicBezTo>
                <a:cubicBezTo>
                  <a:pt x="5824825" y="6597329"/>
                  <a:pt x="5825795" y="6590979"/>
                  <a:pt x="5825795" y="6589074"/>
                </a:cubicBezTo>
                <a:cubicBezTo>
                  <a:pt x="5825795" y="6588439"/>
                  <a:pt x="5825795" y="6588121"/>
                  <a:pt x="5825148" y="6588121"/>
                </a:cubicBezTo>
                <a:cubicBezTo>
                  <a:pt x="5824825" y="6588121"/>
                  <a:pt x="5824177" y="6588121"/>
                  <a:pt x="5823208" y="6588439"/>
                </a:cubicBezTo>
                <a:cubicBezTo>
                  <a:pt x="5818354" y="6589709"/>
                  <a:pt x="5815117" y="6590026"/>
                  <a:pt x="5812205" y="6590026"/>
                </a:cubicBezTo>
                <a:cubicBezTo>
                  <a:pt x="5808324" y="6590026"/>
                  <a:pt x="5805734" y="6588756"/>
                  <a:pt x="5804439" y="6586216"/>
                </a:cubicBezTo>
                <a:cubicBezTo>
                  <a:pt x="5803147" y="6583676"/>
                  <a:pt x="5802821" y="6580501"/>
                  <a:pt x="5802821" y="6569706"/>
                </a:cubicBezTo>
                <a:cubicBezTo>
                  <a:pt x="5802821" y="6569706"/>
                  <a:pt x="5802821" y="6569706"/>
                  <a:pt x="5802821" y="6549386"/>
                </a:cubicBezTo>
                <a:cubicBezTo>
                  <a:pt x="5802821" y="6543671"/>
                  <a:pt x="5802821" y="6543671"/>
                  <a:pt x="5807028" y="6543671"/>
                </a:cubicBezTo>
                <a:cubicBezTo>
                  <a:pt x="5808324" y="6543671"/>
                  <a:pt x="5809293" y="6543671"/>
                  <a:pt x="5812205" y="6543989"/>
                </a:cubicBezTo>
                <a:cubicBezTo>
                  <a:pt x="5814470" y="6543989"/>
                  <a:pt x="5816088" y="6543989"/>
                  <a:pt x="5817058" y="6543989"/>
                </a:cubicBezTo>
                <a:cubicBezTo>
                  <a:pt x="5820618" y="6544306"/>
                  <a:pt x="5820618" y="6544306"/>
                  <a:pt x="5820941" y="6544306"/>
                </a:cubicBezTo>
                <a:cubicBezTo>
                  <a:pt x="5823208" y="6544306"/>
                  <a:pt x="5823853" y="6543989"/>
                  <a:pt x="5824500" y="6541131"/>
                </a:cubicBezTo>
                <a:cubicBezTo>
                  <a:pt x="5825795" y="6537004"/>
                  <a:pt x="5826118" y="6535734"/>
                  <a:pt x="5826118" y="6535099"/>
                </a:cubicBezTo>
                <a:cubicBezTo>
                  <a:pt x="5826118" y="6534464"/>
                  <a:pt x="5825795" y="6533829"/>
                  <a:pt x="5825148" y="6533829"/>
                </a:cubicBezTo>
                <a:cubicBezTo>
                  <a:pt x="5825148" y="6533829"/>
                  <a:pt x="5825148" y="6533829"/>
                  <a:pt x="5824500" y="6533829"/>
                </a:cubicBezTo>
                <a:cubicBezTo>
                  <a:pt x="5822235" y="6534146"/>
                  <a:pt x="5820618" y="6534464"/>
                  <a:pt x="5817382" y="6534464"/>
                </a:cubicBezTo>
                <a:cubicBezTo>
                  <a:pt x="5817382" y="6534464"/>
                  <a:pt x="5817382" y="6534464"/>
                  <a:pt x="5806706" y="6534464"/>
                </a:cubicBezTo>
                <a:cubicBezTo>
                  <a:pt x="5802821" y="6534464"/>
                  <a:pt x="5802174" y="6533829"/>
                  <a:pt x="5802174" y="6531606"/>
                </a:cubicBezTo>
                <a:cubicBezTo>
                  <a:pt x="5802174" y="6529066"/>
                  <a:pt x="5803147" y="6517954"/>
                  <a:pt x="5803469" y="6514779"/>
                </a:cubicBezTo>
                <a:cubicBezTo>
                  <a:pt x="5803792" y="6513191"/>
                  <a:pt x="5803792" y="6511604"/>
                  <a:pt x="5803792" y="6510969"/>
                </a:cubicBezTo>
                <a:cubicBezTo>
                  <a:pt x="5803792" y="6509699"/>
                  <a:pt x="5803469" y="6508746"/>
                  <a:pt x="5802498" y="6508746"/>
                </a:cubicBezTo>
                <a:close/>
                <a:moveTo>
                  <a:pt x="5988043" y="6507158"/>
                </a:moveTo>
                <a:lnTo>
                  <a:pt x="5983280" y="6516683"/>
                </a:lnTo>
                <a:lnTo>
                  <a:pt x="5984868" y="6516683"/>
                </a:lnTo>
                <a:lnTo>
                  <a:pt x="5986456" y="6515096"/>
                </a:lnTo>
                <a:lnTo>
                  <a:pt x="6005506" y="6524621"/>
                </a:lnTo>
                <a:lnTo>
                  <a:pt x="6005506" y="6526209"/>
                </a:lnTo>
                <a:lnTo>
                  <a:pt x="6007094" y="6527796"/>
                </a:lnTo>
                <a:lnTo>
                  <a:pt x="6010268" y="6519859"/>
                </a:lnTo>
                <a:lnTo>
                  <a:pt x="6008681" y="6518271"/>
                </a:lnTo>
                <a:lnTo>
                  <a:pt x="6007094" y="6519859"/>
                </a:lnTo>
                <a:lnTo>
                  <a:pt x="5989630" y="6510333"/>
                </a:lnTo>
                <a:lnTo>
                  <a:pt x="5989630" y="6508746"/>
                </a:lnTo>
                <a:close/>
                <a:moveTo>
                  <a:pt x="4689454" y="6505572"/>
                </a:moveTo>
                <a:cubicBezTo>
                  <a:pt x="4688199" y="6505572"/>
                  <a:pt x="4687884" y="6506209"/>
                  <a:pt x="4687884" y="6507802"/>
                </a:cubicBezTo>
                <a:cubicBezTo>
                  <a:pt x="4687884" y="6507802"/>
                  <a:pt x="4687884" y="6507802"/>
                  <a:pt x="4687884" y="6510351"/>
                </a:cubicBezTo>
                <a:cubicBezTo>
                  <a:pt x="4687884" y="6512262"/>
                  <a:pt x="4688513" y="6512581"/>
                  <a:pt x="4691335" y="6513218"/>
                </a:cubicBezTo>
                <a:cubicBezTo>
                  <a:pt x="4695415" y="6514493"/>
                  <a:pt x="4696355" y="6515448"/>
                  <a:pt x="4696669" y="6518634"/>
                </a:cubicBezTo>
                <a:cubicBezTo>
                  <a:pt x="4696669" y="6524050"/>
                  <a:pt x="4696984" y="6533607"/>
                  <a:pt x="4696984" y="6541572"/>
                </a:cubicBezTo>
                <a:cubicBezTo>
                  <a:pt x="4696984" y="6541572"/>
                  <a:pt x="4696984" y="6541572"/>
                  <a:pt x="4696984" y="6563236"/>
                </a:cubicBezTo>
                <a:cubicBezTo>
                  <a:pt x="4696984" y="6571519"/>
                  <a:pt x="4696669" y="6581076"/>
                  <a:pt x="4696669" y="6586173"/>
                </a:cubicBezTo>
                <a:cubicBezTo>
                  <a:pt x="4696355" y="6589359"/>
                  <a:pt x="4695415" y="6590634"/>
                  <a:pt x="4691335" y="6591589"/>
                </a:cubicBezTo>
                <a:cubicBezTo>
                  <a:pt x="4688513" y="6592226"/>
                  <a:pt x="4687884" y="6592545"/>
                  <a:pt x="4687884" y="6594775"/>
                </a:cubicBezTo>
                <a:cubicBezTo>
                  <a:pt x="4687884" y="6594775"/>
                  <a:pt x="4687884" y="6594775"/>
                  <a:pt x="4687884" y="6597324"/>
                </a:cubicBezTo>
                <a:cubicBezTo>
                  <a:pt x="4687884" y="6598917"/>
                  <a:pt x="4688199" y="6599235"/>
                  <a:pt x="4689768" y="6599235"/>
                </a:cubicBezTo>
                <a:cubicBezTo>
                  <a:pt x="4690395" y="6599235"/>
                  <a:pt x="4692590" y="6599235"/>
                  <a:pt x="4694788" y="6599235"/>
                </a:cubicBezTo>
                <a:cubicBezTo>
                  <a:pt x="4697295" y="6598917"/>
                  <a:pt x="4700433" y="6598917"/>
                  <a:pt x="4705139" y="6598917"/>
                </a:cubicBezTo>
                <a:cubicBezTo>
                  <a:pt x="4709218" y="6598917"/>
                  <a:pt x="4712670" y="6598917"/>
                  <a:pt x="4715179" y="6599235"/>
                </a:cubicBezTo>
                <a:cubicBezTo>
                  <a:pt x="4717374" y="6599235"/>
                  <a:pt x="4719572" y="6599235"/>
                  <a:pt x="4720199" y="6599235"/>
                </a:cubicBezTo>
                <a:cubicBezTo>
                  <a:pt x="4721455" y="6599235"/>
                  <a:pt x="4722082" y="6598917"/>
                  <a:pt x="4722082" y="6597324"/>
                </a:cubicBezTo>
                <a:cubicBezTo>
                  <a:pt x="4722082" y="6597324"/>
                  <a:pt x="4722082" y="6597324"/>
                  <a:pt x="4722082" y="6594775"/>
                </a:cubicBezTo>
                <a:cubicBezTo>
                  <a:pt x="4722082" y="6592545"/>
                  <a:pt x="4721455" y="6592226"/>
                  <a:pt x="4718630" y="6591589"/>
                </a:cubicBezTo>
                <a:cubicBezTo>
                  <a:pt x="4714552" y="6590634"/>
                  <a:pt x="4713299" y="6589359"/>
                  <a:pt x="4713299" y="6586173"/>
                </a:cubicBezTo>
                <a:cubicBezTo>
                  <a:pt x="4713299" y="6582032"/>
                  <a:pt x="4712983" y="6570244"/>
                  <a:pt x="4712983" y="6563236"/>
                </a:cubicBezTo>
                <a:lnTo>
                  <a:pt x="4712983" y="6556864"/>
                </a:lnTo>
                <a:cubicBezTo>
                  <a:pt x="4712983" y="6555271"/>
                  <a:pt x="4713612" y="6554315"/>
                  <a:pt x="4714552" y="6554315"/>
                </a:cubicBezTo>
                <a:cubicBezTo>
                  <a:pt x="4714552" y="6554315"/>
                  <a:pt x="4714552" y="6554315"/>
                  <a:pt x="4716434" y="6554634"/>
                </a:cubicBezTo>
                <a:cubicBezTo>
                  <a:pt x="4716434" y="6554634"/>
                  <a:pt x="4716750" y="6554634"/>
                  <a:pt x="4717374" y="6554315"/>
                </a:cubicBezTo>
                <a:cubicBezTo>
                  <a:pt x="4717374" y="6554315"/>
                  <a:pt x="4717374" y="6554315"/>
                  <a:pt x="4718317" y="6554315"/>
                </a:cubicBezTo>
                <a:cubicBezTo>
                  <a:pt x="4721455" y="6554315"/>
                  <a:pt x="4721770" y="6554952"/>
                  <a:pt x="4723964" y="6559731"/>
                </a:cubicBezTo>
                <a:cubicBezTo>
                  <a:pt x="4728671" y="6569289"/>
                  <a:pt x="4737456" y="6588403"/>
                  <a:pt x="4738398" y="6591271"/>
                </a:cubicBezTo>
                <a:cubicBezTo>
                  <a:pt x="4741536" y="6599235"/>
                  <a:pt x="4741536" y="6599235"/>
                  <a:pt x="4744045" y="6599235"/>
                </a:cubicBezTo>
                <a:cubicBezTo>
                  <a:pt x="4744045" y="6599235"/>
                  <a:pt x="4744045" y="6599235"/>
                  <a:pt x="4746241" y="6599235"/>
                </a:cubicBezTo>
                <a:cubicBezTo>
                  <a:pt x="4749062" y="6599235"/>
                  <a:pt x="4751886" y="6599235"/>
                  <a:pt x="4753771" y="6599235"/>
                </a:cubicBezTo>
                <a:cubicBezTo>
                  <a:pt x="4756906" y="6599235"/>
                  <a:pt x="4761299" y="6599235"/>
                  <a:pt x="4764125" y="6599235"/>
                </a:cubicBezTo>
                <a:cubicBezTo>
                  <a:pt x="4764125" y="6599235"/>
                  <a:pt x="4764125" y="6599235"/>
                  <a:pt x="4765065" y="6599235"/>
                </a:cubicBezTo>
                <a:cubicBezTo>
                  <a:pt x="4766633" y="6599235"/>
                  <a:pt x="4767260" y="6598598"/>
                  <a:pt x="4767260" y="6597642"/>
                </a:cubicBezTo>
                <a:cubicBezTo>
                  <a:pt x="4767260" y="6597642"/>
                  <a:pt x="4767260" y="6597642"/>
                  <a:pt x="4767260" y="6595094"/>
                </a:cubicBezTo>
                <a:cubicBezTo>
                  <a:pt x="4767260" y="6593182"/>
                  <a:pt x="4767260" y="6592864"/>
                  <a:pt x="4764748" y="6592226"/>
                </a:cubicBezTo>
                <a:cubicBezTo>
                  <a:pt x="4760986" y="6591271"/>
                  <a:pt x="4759101" y="6589996"/>
                  <a:pt x="4755652" y="6584899"/>
                </a:cubicBezTo>
                <a:cubicBezTo>
                  <a:pt x="4751259" y="6578527"/>
                  <a:pt x="4742476" y="6562917"/>
                  <a:pt x="4739653" y="6556864"/>
                </a:cubicBezTo>
                <a:cubicBezTo>
                  <a:pt x="4739338" y="6555590"/>
                  <a:pt x="4738711" y="6554315"/>
                  <a:pt x="4737769" y="6552722"/>
                </a:cubicBezTo>
                <a:cubicBezTo>
                  <a:pt x="4737456" y="6552404"/>
                  <a:pt x="4737144" y="6552085"/>
                  <a:pt x="4737144" y="6551767"/>
                </a:cubicBezTo>
                <a:cubicBezTo>
                  <a:pt x="4737144" y="6551129"/>
                  <a:pt x="4737456" y="6551129"/>
                  <a:pt x="4740280" y="6550174"/>
                </a:cubicBezTo>
                <a:cubicBezTo>
                  <a:pt x="4748749" y="6547944"/>
                  <a:pt x="4755026" y="6538386"/>
                  <a:pt x="4755026" y="6528510"/>
                </a:cubicBezTo>
                <a:cubicBezTo>
                  <a:pt x="4755026" y="6522457"/>
                  <a:pt x="4752514" y="6516404"/>
                  <a:pt x="4748749" y="6512262"/>
                </a:cubicBezTo>
                <a:cubicBezTo>
                  <a:pt x="4744357" y="6507484"/>
                  <a:pt x="4738398" y="6505572"/>
                  <a:pt x="4729300" y="6505572"/>
                </a:cubicBezTo>
                <a:cubicBezTo>
                  <a:pt x="4727102" y="6505572"/>
                  <a:pt x="4724908" y="6505572"/>
                  <a:pt x="4722397" y="6505572"/>
                </a:cubicBezTo>
                <a:cubicBezTo>
                  <a:pt x="4710472" y="6506209"/>
                  <a:pt x="4710472" y="6506209"/>
                  <a:pt x="4704198" y="6506209"/>
                </a:cubicBezTo>
                <a:cubicBezTo>
                  <a:pt x="4700122" y="6506209"/>
                  <a:pt x="4696984" y="6505891"/>
                  <a:pt x="4694788" y="6505891"/>
                </a:cubicBezTo>
                <a:cubicBezTo>
                  <a:pt x="4692590" y="6505572"/>
                  <a:pt x="4690708" y="6505572"/>
                  <a:pt x="4689454" y="6505572"/>
                </a:cubicBezTo>
                <a:close/>
                <a:moveTo>
                  <a:pt x="6126155" y="6505571"/>
                </a:moveTo>
                <a:cubicBezTo>
                  <a:pt x="6143721" y="6508311"/>
                  <a:pt x="6169591" y="6512269"/>
                  <a:pt x="6180130" y="6513791"/>
                </a:cubicBezTo>
                <a:cubicBezTo>
                  <a:pt x="6179172" y="6518358"/>
                  <a:pt x="6177895" y="6522925"/>
                  <a:pt x="6176617" y="6527796"/>
                </a:cubicBezTo>
                <a:cubicBezTo>
                  <a:pt x="6126155" y="6505571"/>
                  <a:pt x="6126155" y="6505571"/>
                  <a:pt x="6126155" y="6505571"/>
                </a:cubicBezTo>
                <a:close/>
                <a:moveTo>
                  <a:pt x="6089642" y="6505571"/>
                </a:moveTo>
                <a:cubicBezTo>
                  <a:pt x="6039201" y="6527796"/>
                  <a:pt x="6039201" y="6527796"/>
                  <a:pt x="6039201" y="6527796"/>
                </a:cubicBezTo>
                <a:cubicBezTo>
                  <a:pt x="6037916" y="6522925"/>
                  <a:pt x="6036631" y="6518358"/>
                  <a:pt x="6035667" y="6513791"/>
                </a:cubicBezTo>
                <a:cubicBezTo>
                  <a:pt x="6046269" y="6512269"/>
                  <a:pt x="6071973" y="6508311"/>
                  <a:pt x="6089642" y="6505571"/>
                </a:cubicBezTo>
                <a:close/>
                <a:moveTo>
                  <a:pt x="5258126" y="6505571"/>
                </a:moveTo>
                <a:cubicBezTo>
                  <a:pt x="5256850" y="6505571"/>
                  <a:pt x="5256209" y="6506208"/>
                  <a:pt x="5256209" y="6507801"/>
                </a:cubicBezTo>
                <a:cubicBezTo>
                  <a:pt x="5256209" y="6507801"/>
                  <a:pt x="5256209" y="6507801"/>
                  <a:pt x="5256209" y="6510350"/>
                </a:cubicBezTo>
                <a:cubicBezTo>
                  <a:pt x="5256209" y="6512261"/>
                  <a:pt x="5256850" y="6512580"/>
                  <a:pt x="5259726" y="6513217"/>
                </a:cubicBezTo>
                <a:cubicBezTo>
                  <a:pt x="5264202" y="6514491"/>
                  <a:pt x="5265161" y="6515447"/>
                  <a:pt x="5265481" y="6518632"/>
                </a:cubicBezTo>
                <a:cubicBezTo>
                  <a:pt x="5265481" y="6524048"/>
                  <a:pt x="5265481" y="6533605"/>
                  <a:pt x="5265481" y="6541569"/>
                </a:cubicBezTo>
                <a:lnTo>
                  <a:pt x="5265481" y="6554948"/>
                </a:lnTo>
                <a:cubicBezTo>
                  <a:pt x="5265481" y="6574381"/>
                  <a:pt x="5266439" y="6580433"/>
                  <a:pt x="5268996" y="6586167"/>
                </a:cubicBezTo>
                <a:cubicBezTo>
                  <a:pt x="5273792" y="6595724"/>
                  <a:pt x="5285301" y="6600821"/>
                  <a:pt x="5301288" y="6600821"/>
                </a:cubicBezTo>
                <a:cubicBezTo>
                  <a:pt x="5322069" y="6600821"/>
                  <a:pt x="5334538" y="6593176"/>
                  <a:pt x="5337734" y="6578840"/>
                </a:cubicBezTo>
                <a:cubicBezTo>
                  <a:pt x="5339012" y="6574062"/>
                  <a:pt x="5339012" y="6570239"/>
                  <a:pt x="5339012" y="6554630"/>
                </a:cubicBezTo>
                <a:cubicBezTo>
                  <a:pt x="5339012" y="6554630"/>
                  <a:pt x="5339012" y="6554630"/>
                  <a:pt x="5339012" y="6541569"/>
                </a:cubicBezTo>
                <a:cubicBezTo>
                  <a:pt x="5339012" y="6534242"/>
                  <a:pt x="5339333" y="6523092"/>
                  <a:pt x="5339333" y="6518632"/>
                </a:cubicBezTo>
                <a:cubicBezTo>
                  <a:pt x="5339652" y="6515447"/>
                  <a:pt x="5340291" y="6514491"/>
                  <a:pt x="5344768" y="6513217"/>
                </a:cubicBezTo>
                <a:cubicBezTo>
                  <a:pt x="5347645" y="6512580"/>
                  <a:pt x="5348284" y="6512261"/>
                  <a:pt x="5348284" y="6510350"/>
                </a:cubicBezTo>
                <a:cubicBezTo>
                  <a:pt x="5348284" y="6510350"/>
                  <a:pt x="5348284" y="6510350"/>
                  <a:pt x="5348284" y="6507801"/>
                </a:cubicBezTo>
                <a:cubicBezTo>
                  <a:pt x="5348284" y="6506208"/>
                  <a:pt x="5347965" y="6505571"/>
                  <a:pt x="5346686" y="6505571"/>
                </a:cubicBezTo>
                <a:cubicBezTo>
                  <a:pt x="5345727" y="6505571"/>
                  <a:pt x="5343489" y="6505571"/>
                  <a:pt x="5341251" y="6505890"/>
                </a:cubicBezTo>
                <a:cubicBezTo>
                  <a:pt x="5338694" y="6505890"/>
                  <a:pt x="5336456" y="6506208"/>
                  <a:pt x="5333578" y="6506208"/>
                </a:cubicBezTo>
                <a:cubicBezTo>
                  <a:pt x="5331021" y="6506208"/>
                  <a:pt x="5328463" y="6505890"/>
                  <a:pt x="5326225" y="6505890"/>
                </a:cubicBezTo>
                <a:cubicBezTo>
                  <a:pt x="5323987" y="6505571"/>
                  <a:pt x="5321749" y="6505571"/>
                  <a:pt x="5320789" y="6505571"/>
                </a:cubicBezTo>
                <a:cubicBezTo>
                  <a:pt x="5319511" y="6505571"/>
                  <a:pt x="5319193" y="6506208"/>
                  <a:pt x="5319193" y="6507801"/>
                </a:cubicBezTo>
                <a:cubicBezTo>
                  <a:pt x="5319193" y="6507801"/>
                  <a:pt x="5319193" y="6507801"/>
                  <a:pt x="5319193" y="6510350"/>
                </a:cubicBezTo>
                <a:cubicBezTo>
                  <a:pt x="5319193" y="6512261"/>
                  <a:pt x="5319511" y="6512580"/>
                  <a:pt x="5322708" y="6513217"/>
                </a:cubicBezTo>
                <a:cubicBezTo>
                  <a:pt x="5326864" y="6514491"/>
                  <a:pt x="5327824" y="6515447"/>
                  <a:pt x="5328143" y="6518632"/>
                </a:cubicBezTo>
                <a:cubicBezTo>
                  <a:pt x="5328143" y="6523729"/>
                  <a:pt x="5328143" y="6533923"/>
                  <a:pt x="5328143" y="6541569"/>
                </a:cubicBezTo>
                <a:cubicBezTo>
                  <a:pt x="5328143" y="6541569"/>
                  <a:pt x="5328143" y="6541569"/>
                  <a:pt x="5328143" y="6554948"/>
                </a:cubicBezTo>
                <a:cubicBezTo>
                  <a:pt x="5328143" y="6571832"/>
                  <a:pt x="5328143" y="6573743"/>
                  <a:pt x="5326545" y="6578840"/>
                </a:cubicBezTo>
                <a:cubicBezTo>
                  <a:pt x="5323667" y="6586805"/>
                  <a:pt x="5315993" y="6591264"/>
                  <a:pt x="5304804" y="6591264"/>
                </a:cubicBezTo>
                <a:cubicBezTo>
                  <a:pt x="5295852" y="6591264"/>
                  <a:pt x="5288500" y="6587442"/>
                  <a:pt x="5284983" y="6581070"/>
                </a:cubicBezTo>
                <a:cubicBezTo>
                  <a:pt x="5282745" y="6576929"/>
                  <a:pt x="5282105" y="6570876"/>
                  <a:pt x="5282105" y="6555585"/>
                </a:cubicBezTo>
                <a:cubicBezTo>
                  <a:pt x="5282105" y="6555585"/>
                  <a:pt x="5282105" y="6555585"/>
                  <a:pt x="5282105" y="6541569"/>
                </a:cubicBezTo>
                <a:cubicBezTo>
                  <a:pt x="5282105" y="6534879"/>
                  <a:pt x="5282105" y="6523092"/>
                  <a:pt x="5282105" y="6518632"/>
                </a:cubicBezTo>
                <a:cubicBezTo>
                  <a:pt x="5282426" y="6515447"/>
                  <a:pt x="5283384" y="6514491"/>
                  <a:pt x="5287862" y="6513217"/>
                </a:cubicBezTo>
                <a:cubicBezTo>
                  <a:pt x="5290417" y="6512580"/>
                  <a:pt x="5291057" y="6512261"/>
                  <a:pt x="5291057" y="6510350"/>
                </a:cubicBezTo>
                <a:cubicBezTo>
                  <a:pt x="5291057" y="6510350"/>
                  <a:pt x="5291057" y="6510350"/>
                  <a:pt x="5291057" y="6507801"/>
                </a:cubicBezTo>
                <a:cubicBezTo>
                  <a:pt x="5291057" y="6506208"/>
                  <a:pt x="5290739" y="6505571"/>
                  <a:pt x="5289458" y="6505571"/>
                </a:cubicBezTo>
                <a:cubicBezTo>
                  <a:pt x="5288500" y="6505571"/>
                  <a:pt x="5286261" y="6505571"/>
                  <a:pt x="5284344" y="6505890"/>
                </a:cubicBezTo>
                <a:cubicBezTo>
                  <a:pt x="5281466" y="6505890"/>
                  <a:pt x="5278270" y="6506208"/>
                  <a:pt x="5273472" y="6506208"/>
                </a:cubicBezTo>
                <a:cubicBezTo>
                  <a:pt x="5269638" y="6506208"/>
                  <a:pt x="5265801" y="6505890"/>
                  <a:pt x="5263242" y="6505890"/>
                </a:cubicBezTo>
                <a:cubicBezTo>
                  <a:pt x="5261005" y="6505571"/>
                  <a:pt x="5258767" y="6505571"/>
                  <a:pt x="5258126" y="6505571"/>
                </a:cubicBezTo>
                <a:close/>
                <a:moveTo>
                  <a:pt x="5751804" y="6503983"/>
                </a:moveTo>
                <a:cubicBezTo>
                  <a:pt x="5745852" y="6503983"/>
                  <a:pt x="5741981" y="6507793"/>
                  <a:pt x="5741981" y="6513508"/>
                </a:cubicBezTo>
                <a:cubicBezTo>
                  <a:pt x="5741981" y="6518906"/>
                  <a:pt x="5746148" y="6523033"/>
                  <a:pt x="5751209" y="6523033"/>
                </a:cubicBezTo>
                <a:cubicBezTo>
                  <a:pt x="5756568" y="6523033"/>
                  <a:pt x="5761031" y="6518906"/>
                  <a:pt x="5761031" y="6513191"/>
                </a:cubicBezTo>
                <a:cubicBezTo>
                  <a:pt x="5761031" y="6507793"/>
                  <a:pt x="5757163" y="6503983"/>
                  <a:pt x="5751804" y="6503983"/>
                </a:cubicBezTo>
                <a:close/>
                <a:moveTo>
                  <a:pt x="5456085" y="6503983"/>
                </a:moveTo>
                <a:cubicBezTo>
                  <a:pt x="5449634" y="6503983"/>
                  <a:pt x="5445121" y="6507793"/>
                  <a:pt x="5445121" y="6513508"/>
                </a:cubicBezTo>
                <a:cubicBezTo>
                  <a:pt x="5445121" y="6518906"/>
                  <a:pt x="5449634" y="6523033"/>
                  <a:pt x="5455439" y="6523033"/>
                </a:cubicBezTo>
                <a:cubicBezTo>
                  <a:pt x="5461244" y="6523033"/>
                  <a:pt x="5465759" y="6518906"/>
                  <a:pt x="5465759" y="6513191"/>
                </a:cubicBezTo>
                <a:cubicBezTo>
                  <a:pt x="5465759" y="6507793"/>
                  <a:pt x="5461889" y="6503983"/>
                  <a:pt x="5456085" y="6503983"/>
                </a:cubicBezTo>
                <a:close/>
                <a:moveTo>
                  <a:pt x="6221722" y="6500808"/>
                </a:moveTo>
                <a:cubicBezTo>
                  <a:pt x="6221087" y="6501761"/>
                  <a:pt x="6221087" y="6501761"/>
                  <a:pt x="6221087" y="6501761"/>
                </a:cubicBezTo>
                <a:cubicBezTo>
                  <a:pt x="6221722" y="6503348"/>
                  <a:pt x="6222357" y="6503348"/>
                  <a:pt x="6222992" y="6505571"/>
                </a:cubicBezTo>
                <a:cubicBezTo>
                  <a:pt x="6223627" y="6509063"/>
                  <a:pt x="6223627" y="6511286"/>
                  <a:pt x="6222675" y="6514778"/>
                </a:cubicBezTo>
                <a:cubicBezTo>
                  <a:pt x="6221087" y="6511286"/>
                  <a:pt x="6216960" y="6509698"/>
                  <a:pt x="6212515" y="6510968"/>
                </a:cubicBezTo>
                <a:cubicBezTo>
                  <a:pt x="6207117" y="6512556"/>
                  <a:pt x="6203942" y="6518271"/>
                  <a:pt x="6206482" y="6523351"/>
                </a:cubicBezTo>
                <a:cubicBezTo>
                  <a:pt x="6211880" y="6535733"/>
                  <a:pt x="6211880" y="6535733"/>
                  <a:pt x="6211880" y="6535733"/>
                </a:cubicBezTo>
                <a:cubicBezTo>
                  <a:pt x="6213467" y="6534781"/>
                  <a:pt x="6213467" y="6534781"/>
                  <a:pt x="6213467" y="6534781"/>
                </a:cubicBezTo>
                <a:cubicBezTo>
                  <a:pt x="6214102" y="6533511"/>
                  <a:pt x="6214102" y="6533511"/>
                  <a:pt x="6214102" y="6533511"/>
                </a:cubicBezTo>
                <a:cubicBezTo>
                  <a:pt x="6233152" y="6523668"/>
                  <a:pt x="6233152" y="6523668"/>
                  <a:pt x="6233152" y="6523668"/>
                </a:cubicBezTo>
                <a:cubicBezTo>
                  <a:pt x="6234740" y="6524621"/>
                  <a:pt x="6234740" y="6524621"/>
                  <a:pt x="6234740" y="6524621"/>
                </a:cubicBezTo>
                <a:cubicBezTo>
                  <a:pt x="6235692" y="6524303"/>
                  <a:pt x="6235692" y="6524303"/>
                  <a:pt x="6235692" y="6524303"/>
                </a:cubicBezTo>
                <a:lnTo>
                  <a:pt x="6232835" y="6518588"/>
                </a:lnTo>
                <a:cubicBezTo>
                  <a:pt x="6226485" y="6521763"/>
                  <a:pt x="6226485" y="6521763"/>
                  <a:pt x="6226485" y="6521763"/>
                </a:cubicBezTo>
                <a:cubicBezTo>
                  <a:pt x="6226485" y="6517001"/>
                  <a:pt x="6227755" y="6511603"/>
                  <a:pt x="6227120" y="6508746"/>
                </a:cubicBezTo>
                <a:cubicBezTo>
                  <a:pt x="6226167" y="6504618"/>
                  <a:pt x="6225215" y="6503666"/>
                  <a:pt x="6221722" y="6500808"/>
                </a:cubicBezTo>
                <a:close/>
                <a:moveTo>
                  <a:pt x="5203940" y="6499222"/>
                </a:moveTo>
                <a:lnTo>
                  <a:pt x="5185064" y="6501778"/>
                </a:lnTo>
                <a:cubicBezTo>
                  <a:pt x="5183179" y="6502097"/>
                  <a:pt x="5182549" y="6502417"/>
                  <a:pt x="5182549" y="6503695"/>
                </a:cubicBezTo>
                <a:cubicBezTo>
                  <a:pt x="5182549" y="6503695"/>
                  <a:pt x="5182549" y="6503695"/>
                  <a:pt x="5182549" y="6506251"/>
                </a:cubicBezTo>
                <a:cubicBezTo>
                  <a:pt x="5182549" y="6508167"/>
                  <a:pt x="5183179" y="6508487"/>
                  <a:pt x="5185379" y="6508806"/>
                </a:cubicBezTo>
                <a:cubicBezTo>
                  <a:pt x="5191041" y="6509765"/>
                  <a:pt x="5191357" y="6510084"/>
                  <a:pt x="5191357" y="6517112"/>
                </a:cubicBezTo>
                <a:cubicBezTo>
                  <a:pt x="5191357" y="6517112"/>
                  <a:pt x="5191357" y="6517112"/>
                  <a:pt x="5191671" y="6531488"/>
                </a:cubicBezTo>
                <a:cubicBezTo>
                  <a:pt x="5191671" y="6533725"/>
                  <a:pt x="5191671" y="6533725"/>
                  <a:pt x="5191671" y="6533725"/>
                </a:cubicBezTo>
                <a:cubicBezTo>
                  <a:pt x="5191671" y="6534683"/>
                  <a:pt x="5191357" y="6535961"/>
                  <a:pt x="5190728" y="6535961"/>
                </a:cubicBezTo>
                <a:cubicBezTo>
                  <a:pt x="5190728" y="6535961"/>
                  <a:pt x="5190099" y="6535642"/>
                  <a:pt x="5189785" y="6535322"/>
                </a:cubicBezTo>
                <a:cubicBezTo>
                  <a:pt x="5188209" y="6534364"/>
                  <a:pt x="5181291" y="6532766"/>
                  <a:pt x="5177830" y="6532766"/>
                </a:cubicBezTo>
                <a:cubicBezTo>
                  <a:pt x="5160529" y="6532766"/>
                  <a:pt x="5148260" y="6547462"/>
                  <a:pt x="5148260" y="6569186"/>
                </a:cubicBezTo>
                <a:cubicBezTo>
                  <a:pt x="5148260" y="6587715"/>
                  <a:pt x="5158640" y="6601132"/>
                  <a:pt x="5172483" y="6601132"/>
                </a:cubicBezTo>
                <a:cubicBezTo>
                  <a:pt x="5176885" y="6601132"/>
                  <a:pt x="5180345" y="6600174"/>
                  <a:pt x="5184122" y="6597299"/>
                </a:cubicBezTo>
                <a:cubicBezTo>
                  <a:pt x="5186322" y="6595701"/>
                  <a:pt x="5189785" y="6592826"/>
                  <a:pt x="5190728" y="6591868"/>
                </a:cubicBezTo>
                <a:cubicBezTo>
                  <a:pt x="5191357" y="6591229"/>
                  <a:pt x="5191988" y="6591229"/>
                  <a:pt x="5191988" y="6591229"/>
                </a:cubicBezTo>
                <a:cubicBezTo>
                  <a:pt x="5192930" y="6591229"/>
                  <a:pt x="5192930" y="6591229"/>
                  <a:pt x="5193245" y="6594424"/>
                </a:cubicBezTo>
                <a:cubicBezTo>
                  <a:pt x="5193245" y="6594424"/>
                  <a:pt x="5193245" y="6594424"/>
                  <a:pt x="5193560" y="6600174"/>
                </a:cubicBezTo>
                <a:cubicBezTo>
                  <a:pt x="5193560" y="6601771"/>
                  <a:pt x="5194187" y="6602410"/>
                  <a:pt x="5195133" y="6602410"/>
                </a:cubicBezTo>
                <a:cubicBezTo>
                  <a:pt x="5195446" y="6602410"/>
                  <a:pt x="5196390" y="6602410"/>
                  <a:pt x="5197333" y="6602091"/>
                </a:cubicBezTo>
                <a:cubicBezTo>
                  <a:pt x="5197333" y="6602091"/>
                  <a:pt x="5197333" y="6602091"/>
                  <a:pt x="5214008" y="6598896"/>
                </a:cubicBezTo>
                <a:cubicBezTo>
                  <a:pt x="5216208" y="6598577"/>
                  <a:pt x="5216522" y="6597938"/>
                  <a:pt x="5216522" y="6596660"/>
                </a:cubicBezTo>
                <a:cubicBezTo>
                  <a:pt x="5216522" y="6596660"/>
                  <a:pt x="5216522" y="6596660"/>
                  <a:pt x="5216522" y="6594424"/>
                </a:cubicBezTo>
                <a:cubicBezTo>
                  <a:pt x="5216522" y="6593465"/>
                  <a:pt x="5215895" y="6592826"/>
                  <a:pt x="5214636" y="6592826"/>
                </a:cubicBezTo>
                <a:cubicBezTo>
                  <a:pt x="5209287" y="6592187"/>
                  <a:pt x="5208346" y="6591868"/>
                  <a:pt x="5207399" y="6589312"/>
                </a:cubicBezTo>
                <a:cubicBezTo>
                  <a:pt x="5206459" y="6587395"/>
                  <a:pt x="5206141" y="6583242"/>
                  <a:pt x="5206141" y="6565671"/>
                </a:cubicBezTo>
                <a:cubicBezTo>
                  <a:pt x="5206141" y="6565671"/>
                  <a:pt x="5206141" y="6565671"/>
                  <a:pt x="5206141" y="6542031"/>
                </a:cubicBezTo>
                <a:cubicBezTo>
                  <a:pt x="5206141" y="6542031"/>
                  <a:pt x="5206141" y="6542031"/>
                  <a:pt x="5207085" y="6501459"/>
                </a:cubicBezTo>
                <a:cubicBezTo>
                  <a:pt x="5207085" y="6499861"/>
                  <a:pt x="5206459" y="6499222"/>
                  <a:pt x="5205512" y="6499222"/>
                </a:cubicBezTo>
                <a:cubicBezTo>
                  <a:pt x="5205201" y="6499222"/>
                  <a:pt x="5204568" y="6499222"/>
                  <a:pt x="5203940" y="6499222"/>
                </a:cubicBezTo>
                <a:close/>
                <a:moveTo>
                  <a:pt x="4939540" y="6499222"/>
                </a:moveTo>
                <a:cubicBezTo>
                  <a:pt x="4939540" y="6499222"/>
                  <a:pt x="4939540" y="6499222"/>
                  <a:pt x="4937048" y="6499540"/>
                </a:cubicBezTo>
                <a:cubicBezTo>
                  <a:pt x="4937048" y="6499540"/>
                  <a:pt x="4937048" y="6499540"/>
                  <a:pt x="4918664" y="6502397"/>
                </a:cubicBezTo>
                <a:cubicBezTo>
                  <a:pt x="4916795" y="6502715"/>
                  <a:pt x="4916484" y="6503032"/>
                  <a:pt x="4916484" y="6504302"/>
                </a:cubicBezTo>
                <a:cubicBezTo>
                  <a:pt x="4916484" y="6504302"/>
                  <a:pt x="4916484" y="6504302"/>
                  <a:pt x="4916484" y="6506525"/>
                </a:cubicBezTo>
                <a:cubicBezTo>
                  <a:pt x="4916484" y="6508112"/>
                  <a:pt x="4917107" y="6508747"/>
                  <a:pt x="4920222" y="6508747"/>
                </a:cubicBezTo>
                <a:cubicBezTo>
                  <a:pt x="4923960" y="6509382"/>
                  <a:pt x="4925208" y="6510335"/>
                  <a:pt x="4925520" y="6513510"/>
                </a:cubicBezTo>
                <a:cubicBezTo>
                  <a:pt x="4925831" y="6516050"/>
                  <a:pt x="4925831" y="6529067"/>
                  <a:pt x="4925831" y="6540497"/>
                </a:cubicBezTo>
                <a:lnTo>
                  <a:pt x="4925831" y="6547800"/>
                </a:lnTo>
                <a:cubicBezTo>
                  <a:pt x="4925831" y="6563992"/>
                  <a:pt x="4925520" y="6577962"/>
                  <a:pt x="4925520" y="6589392"/>
                </a:cubicBezTo>
                <a:cubicBezTo>
                  <a:pt x="4925520" y="6589392"/>
                  <a:pt x="4925520" y="6589392"/>
                  <a:pt x="4925520" y="6590980"/>
                </a:cubicBezTo>
                <a:cubicBezTo>
                  <a:pt x="4925520" y="6593202"/>
                  <a:pt x="4926143" y="6594155"/>
                  <a:pt x="4927700" y="6595107"/>
                </a:cubicBezTo>
                <a:cubicBezTo>
                  <a:pt x="4932996" y="6598282"/>
                  <a:pt x="4942344" y="6600822"/>
                  <a:pt x="4949199" y="6600822"/>
                </a:cubicBezTo>
                <a:cubicBezTo>
                  <a:pt x="4969452" y="6600822"/>
                  <a:pt x="4983161" y="6585900"/>
                  <a:pt x="4983161" y="6563675"/>
                </a:cubicBezTo>
                <a:cubicBezTo>
                  <a:pt x="4983161" y="6544625"/>
                  <a:pt x="4973811" y="6532877"/>
                  <a:pt x="4959168" y="6532877"/>
                </a:cubicBezTo>
                <a:cubicBezTo>
                  <a:pt x="4952937" y="6532877"/>
                  <a:pt x="4949822" y="6534147"/>
                  <a:pt x="4945770" y="6538592"/>
                </a:cubicBezTo>
                <a:cubicBezTo>
                  <a:pt x="4942967" y="6541767"/>
                  <a:pt x="4941409" y="6543355"/>
                  <a:pt x="4940786" y="6543355"/>
                </a:cubicBezTo>
                <a:cubicBezTo>
                  <a:pt x="4940475" y="6543355"/>
                  <a:pt x="4940163" y="6543037"/>
                  <a:pt x="4940163" y="6542402"/>
                </a:cubicBezTo>
                <a:cubicBezTo>
                  <a:pt x="4940163" y="6542402"/>
                  <a:pt x="4940163" y="6542402"/>
                  <a:pt x="4940163" y="6541767"/>
                </a:cubicBezTo>
                <a:cubicBezTo>
                  <a:pt x="4940163" y="6541767"/>
                  <a:pt x="4940163" y="6541767"/>
                  <a:pt x="4940163" y="6539227"/>
                </a:cubicBezTo>
                <a:cubicBezTo>
                  <a:pt x="4940475" y="6535417"/>
                  <a:pt x="4940475" y="6529385"/>
                  <a:pt x="4940475" y="6521130"/>
                </a:cubicBezTo>
                <a:cubicBezTo>
                  <a:pt x="4940475" y="6510335"/>
                  <a:pt x="4940786" y="6506525"/>
                  <a:pt x="4940786" y="6503350"/>
                </a:cubicBezTo>
                <a:cubicBezTo>
                  <a:pt x="4941098" y="6502397"/>
                  <a:pt x="4941098" y="6501762"/>
                  <a:pt x="4941098" y="6501445"/>
                </a:cubicBezTo>
                <a:cubicBezTo>
                  <a:pt x="4941098" y="6500175"/>
                  <a:pt x="4940475" y="6499222"/>
                  <a:pt x="4939540" y="6499222"/>
                </a:cubicBezTo>
                <a:close/>
                <a:moveTo>
                  <a:pt x="4898522" y="6499222"/>
                </a:moveTo>
                <a:lnTo>
                  <a:pt x="4879530" y="6501778"/>
                </a:lnTo>
                <a:cubicBezTo>
                  <a:pt x="4877603" y="6502097"/>
                  <a:pt x="4876959" y="6502417"/>
                  <a:pt x="4876959" y="6503695"/>
                </a:cubicBezTo>
                <a:cubicBezTo>
                  <a:pt x="4876959" y="6503695"/>
                  <a:pt x="4876959" y="6503695"/>
                  <a:pt x="4876959" y="6506251"/>
                </a:cubicBezTo>
                <a:cubicBezTo>
                  <a:pt x="4876959" y="6508167"/>
                  <a:pt x="4877603" y="6508487"/>
                  <a:pt x="4879852" y="6508806"/>
                </a:cubicBezTo>
                <a:cubicBezTo>
                  <a:pt x="4885650" y="6509765"/>
                  <a:pt x="4885972" y="6510084"/>
                  <a:pt x="4885972" y="6517112"/>
                </a:cubicBezTo>
                <a:cubicBezTo>
                  <a:pt x="4885972" y="6517112"/>
                  <a:pt x="4885972" y="6517112"/>
                  <a:pt x="4886292" y="6531488"/>
                </a:cubicBezTo>
                <a:cubicBezTo>
                  <a:pt x="4886292" y="6533725"/>
                  <a:pt x="4886292" y="6533725"/>
                  <a:pt x="4886292" y="6533725"/>
                </a:cubicBezTo>
                <a:cubicBezTo>
                  <a:pt x="4886292" y="6534683"/>
                  <a:pt x="4885972" y="6535961"/>
                  <a:pt x="4885328" y="6535961"/>
                </a:cubicBezTo>
                <a:cubicBezTo>
                  <a:pt x="4885328" y="6535961"/>
                  <a:pt x="4884684" y="6535642"/>
                  <a:pt x="4884360" y="6535322"/>
                </a:cubicBezTo>
                <a:cubicBezTo>
                  <a:pt x="4882750" y="6534364"/>
                  <a:pt x="4875669" y="6532766"/>
                  <a:pt x="4872127" y="6532766"/>
                </a:cubicBezTo>
                <a:cubicBezTo>
                  <a:pt x="4854423" y="6532766"/>
                  <a:pt x="4841871" y="6547462"/>
                  <a:pt x="4841871" y="6569186"/>
                </a:cubicBezTo>
                <a:cubicBezTo>
                  <a:pt x="4841871" y="6587715"/>
                  <a:pt x="4852493" y="6601132"/>
                  <a:pt x="4866980" y="6601132"/>
                </a:cubicBezTo>
                <a:cubicBezTo>
                  <a:pt x="4871161" y="6601132"/>
                  <a:pt x="4874703" y="6600174"/>
                  <a:pt x="4878566" y="6597299"/>
                </a:cubicBezTo>
                <a:cubicBezTo>
                  <a:pt x="4880818" y="6595701"/>
                  <a:pt x="4884360" y="6592826"/>
                  <a:pt x="4885328" y="6591868"/>
                </a:cubicBezTo>
                <a:cubicBezTo>
                  <a:pt x="4885972" y="6591229"/>
                  <a:pt x="4886614" y="6591229"/>
                  <a:pt x="4886614" y="6591229"/>
                </a:cubicBezTo>
                <a:cubicBezTo>
                  <a:pt x="4887580" y="6591229"/>
                  <a:pt x="4887580" y="6591229"/>
                  <a:pt x="4887899" y="6594424"/>
                </a:cubicBezTo>
                <a:cubicBezTo>
                  <a:pt x="4887899" y="6594424"/>
                  <a:pt x="4887899" y="6594424"/>
                  <a:pt x="4888221" y="6600174"/>
                </a:cubicBezTo>
                <a:cubicBezTo>
                  <a:pt x="4888221" y="6601771"/>
                  <a:pt x="4888865" y="6602410"/>
                  <a:pt x="4889831" y="6602410"/>
                </a:cubicBezTo>
                <a:cubicBezTo>
                  <a:pt x="4890153" y="6602410"/>
                  <a:pt x="4891119" y="6602410"/>
                  <a:pt x="4892085" y="6602091"/>
                </a:cubicBezTo>
                <a:cubicBezTo>
                  <a:pt x="4892085" y="6602091"/>
                  <a:pt x="4892085" y="6602091"/>
                  <a:pt x="4909145" y="6598896"/>
                </a:cubicBezTo>
                <a:cubicBezTo>
                  <a:pt x="4911399" y="6598577"/>
                  <a:pt x="4911721" y="6597938"/>
                  <a:pt x="4911721" y="6596660"/>
                </a:cubicBezTo>
                <a:cubicBezTo>
                  <a:pt x="4911721" y="6596660"/>
                  <a:pt x="4911721" y="6596660"/>
                  <a:pt x="4911721" y="6594424"/>
                </a:cubicBezTo>
                <a:cubicBezTo>
                  <a:pt x="4911721" y="6593465"/>
                  <a:pt x="4911077" y="6592826"/>
                  <a:pt x="4910113" y="6592826"/>
                </a:cubicBezTo>
                <a:cubicBezTo>
                  <a:pt x="4904318" y="6592187"/>
                  <a:pt x="4903352" y="6591868"/>
                  <a:pt x="4902066" y="6589312"/>
                </a:cubicBezTo>
                <a:cubicBezTo>
                  <a:pt x="4901420" y="6587395"/>
                  <a:pt x="4901098" y="6583242"/>
                  <a:pt x="4901098" y="6565671"/>
                </a:cubicBezTo>
                <a:cubicBezTo>
                  <a:pt x="4901098" y="6565671"/>
                  <a:pt x="4901098" y="6565671"/>
                  <a:pt x="4901098" y="6542031"/>
                </a:cubicBezTo>
                <a:cubicBezTo>
                  <a:pt x="4901098" y="6542031"/>
                  <a:pt x="4901098" y="6542031"/>
                  <a:pt x="4902066" y="6501459"/>
                </a:cubicBezTo>
                <a:cubicBezTo>
                  <a:pt x="4902066" y="6499861"/>
                  <a:pt x="4901420" y="6499222"/>
                  <a:pt x="4900132" y="6499222"/>
                </a:cubicBezTo>
                <a:cubicBezTo>
                  <a:pt x="4900132" y="6499222"/>
                  <a:pt x="4899166" y="6499222"/>
                  <a:pt x="4898522" y="6499222"/>
                </a:cubicBezTo>
                <a:close/>
                <a:moveTo>
                  <a:pt x="6032809" y="6467471"/>
                </a:moveTo>
                <a:cubicBezTo>
                  <a:pt x="6068221" y="6467471"/>
                  <a:pt x="6068221" y="6467471"/>
                  <a:pt x="6068221" y="6467471"/>
                </a:cubicBezTo>
                <a:cubicBezTo>
                  <a:pt x="6077706" y="6467471"/>
                  <a:pt x="6078655" y="6468758"/>
                  <a:pt x="6078971" y="6469080"/>
                </a:cubicBezTo>
                <a:cubicBezTo>
                  <a:pt x="6079920" y="6469723"/>
                  <a:pt x="6079920" y="6471331"/>
                  <a:pt x="6078971" y="6471974"/>
                </a:cubicBezTo>
                <a:cubicBezTo>
                  <a:pt x="6077074" y="6473261"/>
                  <a:pt x="6073597" y="6474869"/>
                  <a:pt x="6073597" y="6479694"/>
                </a:cubicBezTo>
                <a:cubicBezTo>
                  <a:pt x="6073597" y="6479694"/>
                  <a:pt x="6073597" y="6480016"/>
                  <a:pt x="6073597" y="6480016"/>
                </a:cubicBezTo>
                <a:cubicBezTo>
                  <a:pt x="6073597" y="6483876"/>
                  <a:pt x="6077074" y="6485162"/>
                  <a:pt x="6084979" y="6488700"/>
                </a:cubicBezTo>
                <a:cubicBezTo>
                  <a:pt x="6087508" y="6489344"/>
                  <a:pt x="6095413" y="6492560"/>
                  <a:pt x="6095413" y="6492560"/>
                </a:cubicBezTo>
                <a:cubicBezTo>
                  <a:pt x="6097310" y="6491595"/>
                  <a:pt x="6097310" y="6491595"/>
                  <a:pt x="6097310" y="6491595"/>
                </a:cubicBezTo>
                <a:cubicBezTo>
                  <a:pt x="6099839" y="6490309"/>
                  <a:pt x="6106163" y="6486127"/>
                  <a:pt x="6106163" y="6479051"/>
                </a:cubicBezTo>
                <a:cubicBezTo>
                  <a:pt x="6106163" y="6478086"/>
                  <a:pt x="6105847" y="6477443"/>
                  <a:pt x="6105847" y="6476799"/>
                </a:cubicBezTo>
                <a:cubicBezTo>
                  <a:pt x="6105530" y="6475834"/>
                  <a:pt x="6105214" y="6475191"/>
                  <a:pt x="6104898" y="6474548"/>
                </a:cubicBezTo>
                <a:cubicBezTo>
                  <a:pt x="6104898" y="6474226"/>
                  <a:pt x="6104898" y="6474226"/>
                  <a:pt x="6104898" y="6474226"/>
                </a:cubicBezTo>
                <a:cubicBezTo>
                  <a:pt x="6103633" y="6471974"/>
                  <a:pt x="6102052" y="6471331"/>
                  <a:pt x="6102052" y="6471331"/>
                </a:cubicBezTo>
                <a:cubicBezTo>
                  <a:pt x="6102052" y="6471331"/>
                  <a:pt x="6102685" y="6467793"/>
                  <a:pt x="6107428" y="6467471"/>
                </a:cubicBezTo>
                <a:cubicBezTo>
                  <a:pt x="6107744" y="6467471"/>
                  <a:pt x="6107744" y="6467471"/>
                  <a:pt x="6108060" y="6467471"/>
                </a:cubicBezTo>
                <a:cubicBezTo>
                  <a:pt x="6108060" y="6467471"/>
                  <a:pt x="6108376" y="6467471"/>
                  <a:pt x="6108376" y="6467471"/>
                </a:cubicBezTo>
                <a:cubicBezTo>
                  <a:pt x="6110906" y="6467471"/>
                  <a:pt x="6112486" y="6469401"/>
                  <a:pt x="6112486" y="6471653"/>
                </a:cubicBezTo>
                <a:cubicBezTo>
                  <a:pt x="6112486" y="6474548"/>
                  <a:pt x="6110589" y="6475191"/>
                  <a:pt x="6110589" y="6479051"/>
                </a:cubicBezTo>
                <a:cubicBezTo>
                  <a:pt x="6110589" y="6486127"/>
                  <a:pt x="6116597" y="6490309"/>
                  <a:pt x="6119126" y="6491595"/>
                </a:cubicBezTo>
                <a:cubicBezTo>
                  <a:pt x="6121023" y="6492560"/>
                  <a:pt x="6121023" y="6492560"/>
                  <a:pt x="6121023" y="6492560"/>
                </a:cubicBezTo>
                <a:cubicBezTo>
                  <a:pt x="6121023" y="6492560"/>
                  <a:pt x="6129244" y="6489344"/>
                  <a:pt x="6131774" y="6488700"/>
                </a:cubicBezTo>
                <a:cubicBezTo>
                  <a:pt x="6139678" y="6485162"/>
                  <a:pt x="6143156" y="6483876"/>
                  <a:pt x="6143156" y="6480016"/>
                </a:cubicBezTo>
                <a:cubicBezTo>
                  <a:pt x="6143156" y="6480016"/>
                  <a:pt x="6143156" y="6479694"/>
                  <a:pt x="6143156" y="6479694"/>
                </a:cubicBezTo>
                <a:cubicBezTo>
                  <a:pt x="6143156" y="6474869"/>
                  <a:pt x="6139994" y="6473261"/>
                  <a:pt x="6137781" y="6471974"/>
                </a:cubicBezTo>
                <a:cubicBezTo>
                  <a:pt x="6136832" y="6471331"/>
                  <a:pt x="6136832" y="6469723"/>
                  <a:pt x="6137781" y="6469080"/>
                </a:cubicBezTo>
                <a:cubicBezTo>
                  <a:pt x="6138097" y="6468758"/>
                  <a:pt x="6139046" y="6467471"/>
                  <a:pt x="6148531" y="6467471"/>
                </a:cubicBezTo>
                <a:cubicBezTo>
                  <a:pt x="6184576" y="6467471"/>
                  <a:pt x="6184576" y="6467471"/>
                  <a:pt x="6184576" y="6467471"/>
                </a:cubicBezTo>
                <a:cubicBezTo>
                  <a:pt x="6184892" y="6470366"/>
                  <a:pt x="6184892" y="6473261"/>
                  <a:pt x="6184892" y="6476478"/>
                </a:cubicBezTo>
                <a:cubicBezTo>
                  <a:pt x="6184892" y="6484841"/>
                  <a:pt x="6183944" y="6494168"/>
                  <a:pt x="6182363" y="6504461"/>
                </a:cubicBezTo>
                <a:cubicBezTo>
                  <a:pt x="6122920" y="6495133"/>
                  <a:pt x="6122920" y="6495133"/>
                  <a:pt x="6122920" y="6495133"/>
                </a:cubicBezTo>
                <a:cubicBezTo>
                  <a:pt x="6123869" y="6496742"/>
                  <a:pt x="6124185" y="6498993"/>
                  <a:pt x="6124185" y="6500923"/>
                </a:cubicBezTo>
                <a:cubicBezTo>
                  <a:pt x="6124185" y="6509608"/>
                  <a:pt x="6117545" y="6516684"/>
                  <a:pt x="6109008" y="6516684"/>
                </a:cubicBezTo>
                <a:cubicBezTo>
                  <a:pt x="6108692" y="6516684"/>
                  <a:pt x="6108692" y="6516684"/>
                  <a:pt x="6108376" y="6516684"/>
                </a:cubicBezTo>
                <a:cubicBezTo>
                  <a:pt x="6108060" y="6516684"/>
                  <a:pt x="6108060" y="6516684"/>
                  <a:pt x="6107744" y="6516684"/>
                </a:cubicBezTo>
                <a:cubicBezTo>
                  <a:pt x="6099523" y="6516684"/>
                  <a:pt x="6092883" y="6509608"/>
                  <a:pt x="6092883" y="6500923"/>
                </a:cubicBezTo>
                <a:cubicBezTo>
                  <a:pt x="6092883" y="6498993"/>
                  <a:pt x="6093515" y="6496742"/>
                  <a:pt x="6094148" y="6495133"/>
                </a:cubicBezTo>
                <a:cubicBezTo>
                  <a:pt x="6035022" y="6504461"/>
                  <a:pt x="6035022" y="6504461"/>
                  <a:pt x="6035022" y="6504461"/>
                </a:cubicBezTo>
                <a:cubicBezTo>
                  <a:pt x="6033441" y="6494168"/>
                  <a:pt x="6032492" y="6484841"/>
                  <a:pt x="6032492" y="6476478"/>
                </a:cubicBezTo>
                <a:cubicBezTo>
                  <a:pt x="6032492" y="6473261"/>
                  <a:pt x="6032809" y="6470366"/>
                  <a:pt x="6032809" y="6467471"/>
                </a:cubicBezTo>
                <a:close/>
                <a:moveTo>
                  <a:pt x="6035029" y="6454771"/>
                </a:moveTo>
                <a:cubicBezTo>
                  <a:pt x="6038506" y="6454771"/>
                  <a:pt x="6073283" y="6454771"/>
                  <a:pt x="6108377" y="6454771"/>
                </a:cubicBezTo>
                <a:cubicBezTo>
                  <a:pt x="6143786" y="6454771"/>
                  <a:pt x="6179195" y="6454771"/>
                  <a:pt x="6182357" y="6454771"/>
                </a:cubicBezTo>
                <a:cubicBezTo>
                  <a:pt x="6182673" y="6456070"/>
                  <a:pt x="6182989" y="6457694"/>
                  <a:pt x="6183305" y="6459317"/>
                </a:cubicBezTo>
                <a:cubicBezTo>
                  <a:pt x="6148528" y="6459317"/>
                  <a:pt x="6148528" y="6459317"/>
                  <a:pt x="6148528" y="6459317"/>
                </a:cubicBezTo>
                <a:cubicBezTo>
                  <a:pt x="6133669" y="6459317"/>
                  <a:pt x="6127346" y="6462889"/>
                  <a:pt x="6127346" y="6471656"/>
                </a:cubicBezTo>
                <a:cubicBezTo>
                  <a:pt x="6127346" y="6474579"/>
                  <a:pt x="6128927" y="6477501"/>
                  <a:pt x="6131456" y="6479450"/>
                </a:cubicBezTo>
                <a:cubicBezTo>
                  <a:pt x="6129559" y="6480099"/>
                  <a:pt x="6122604" y="6482697"/>
                  <a:pt x="6121655" y="6483346"/>
                </a:cubicBezTo>
                <a:cubicBezTo>
                  <a:pt x="6120707" y="6482372"/>
                  <a:pt x="6119126" y="6480749"/>
                  <a:pt x="6118810" y="6478476"/>
                </a:cubicBezTo>
                <a:cubicBezTo>
                  <a:pt x="6119442" y="6477177"/>
                  <a:pt x="6121023" y="6474904"/>
                  <a:pt x="6121023" y="6471332"/>
                </a:cubicBezTo>
                <a:cubicBezTo>
                  <a:pt x="6121023" y="6465812"/>
                  <a:pt x="6117545" y="6460291"/>
                  <a:pt x="6108060" y="6459967"/>
                </a:cubicBezTo>
                <a:cubicBezTo>
                  <a:pt x="6103950" y="6460291"/>
                  <a:pt x="6101105" y="6461590"/>
                  <a:pt x="6098892" y="6463214"/>
                </a:cubicBezTo>
                <a:cubicBezTo>
                  <a:pt x="6098892" y="6463539"/>
                  <a:pt x="6098892" y="6463539"/>
                  <a:pt x="6098576" y="6463863"/>
                </a:cubicBezTo>
                <a:cubicBezTo>
                  <a:pt x="6094782" y="6464837"/>
                  <a:pt x="6092253" y="6467435"/>
                  <a:pt x="6092253" y="6471007"/>
                </a:cubicBezTo>
                <a:cubicBezTo>
                  <a:pt x="6092253" y="6474904"/>
                  <a:pt x="6092253" y="6474904"/>
                  <a:pt x="6092253" y="6474904"/>
                </a:cubicBezTo>
                <a:cubicBezTo>
                  <a:pt x="6092253" y="6474904"/>
                  <a:pt x="6094150" y="6474904"/>
                  <a:pt x="6095098" y="6475553"/>
                </a:cubicBezTo>
                <a:cubicBezTo>
                  <a:pt x="6096363" y="6475878"/>
                  <a:pt x="6096679" y="6476527"/>
                  <a:pt x="6096995" y="6477177"/>
                </a:cubicBezTo>
                <a:cubicBezTo>
                  <a:pt x="6098260" y="6478800"/>
                  <a:pt x="6097311" y="6482047"/>
                  <a:pt x="6095098" y="6483346"/>
                </a:cubicBezTo>
                <a:cubicBezTo>
                  <a:pt x="6094150" y="6482697"/>
                  <a:pt x="6087195" y="6480099"/>
                  <a:pt x="6085297" y="6479450"/>
                </a:cubicBezTo>
                <a:cubicBezTo>
                  <a:pt x="6087827" y="6477501"/>
                  <a:pt x="6089407" y="6474579"/>
                  <a:pt x="6089407" y="6471656"/>
                </a:cubicBezTo>
                <a:cubicBezTo>
                  <a:pt x="6089407" y="6462889"/>
                  <a:pt x="6083084" y="6459317"/>
                  <a:pt x="6068225" y="6459317"/>
                </a:cubicBezTo>
                <a:cubicBezTo>
                  <a:pt x="6034080" y="6459317"/>
                  <a:pt x="6034080" y="6459317"/>
                  <a:pt x="6034080" y="6459317"/>
                </a:cubicBezTo>
                <a:cubicBezTo>
                  <a:pt x="6034396" y="6457694"/>
                  <a:pt x="6034713" y="6456070"/>
                  <a:pt x="6035029" y="6454771"/>
                </a:cubicBezTo>
                <a:close/>
                <a:moveTo>
                  <a:pt x="6146512" y="6416671"/>
                </a:moveTo>
                <a:cubicBezTo>
                  <a:pt x="6155010" y="6416671"/>
                  <a:pt x="6156317" y="6420524"/>
                  <a:pt x="6156317" y="6423414"/>
                </a:cubicBezTo>
                <a:cubicBezTo>
                  <a:pt x="6156317" y="6423414"/>
                  <a:pt x="6156317" y="6437541"/>
                  <a:pt x="6156317" y="6445246"/>
                </a:cubicBezTo>
                <a:cubicBezTo>
                  <a:pt x="6134092" y="6445246"/>
                  <a:pt x="6134092" y="6445246"/>
                  <a:pt x="6134092" y="6445246"/>
                </a:cubicBezTo>
                <a:cubicBezTo>
                  <a:pt x="6134092" y="6437541"/>
                  <a:pt x="6134092" y="6422450"/>
                  <a:pt x="6134092" y="6422450"/>
                </a:cubicBezTo>
                <a:cubicBezTo>
                  <a:pt x="6134092" y="6419561"/>
                  <a:pt x="6135073" y="6418919"/>
                  <a:pt x="6135400" y="6418598"/>
                </a:cubicBezTo>
                <a:cubicBezTo>
                  <a:pt x="6136707" y="6417634"/>
                  <a:pt x="6139648" y="6416671"/>
                  <a:pt x="6146512" y="6416671"/>
                </a:cubicBezTo>
                <a:close/>
                <a:moveTo>
                  <a:pt x="6070000" y="6416671"/>
                </a:moveTo>
                <a:cubicBezTo>
                  <a:pt x="6076470" y="6416671"/>
                  <a:pt x="6079242" y="6417634"/>
                  <a:pt x="6080473" y="6418598"/>
                </a:cubicBezTo>
                <a:cubicBezTo>
                  <a:pt x="6080781" y="6418919"/>
                  <a:pt x="6081705" y="6419561"/>
                  <a:pt x="6081705" y="6422450"/>
                </a:cubicBezTo>
                <a:cubicBezTo>
                  <a:pt x="6081705" y="6422450"/>
                  <a:pt x="6081705" y="6437541"/>
                  <a:pt x="6081705" y="6445246"/>
                </a:cubicBezTo>
                <a:cubicBezTo>
                  <a:pt x="6061067" y="6445246"/>
                  <a:pt x="6061067" y="6445246"/>
                  <a:pt x="6061067" y="6445246"/>
                </a:cubicBezTo>
                <a:cubicBezTo>
                  <a:pt x="6061067" y="6437541"/>
                  <a:pt x="6061067" y="6423414"/>
                  <a:pt x="6061067" y="6423414"/>
                </a:cubicBezTo>
                <a:cubicBezTo>
                  <a:pt x="6061067" y="6420524"/>
                  <a:pt x="6061991" y="6416671"/>
                  <a:pt x="6070000" y="6416671"/>
                </a:cubicBezTo>
                <a:close/>
                <a:moveTo>
                  <a:pt x="6108533" y="6408733"/>
                </a:moveTo>
                <a:cubicBezTo>
                  <a:pt x="6121669" y="6408733"/>
                  <a:pt x="6126155" y="6416036"/>
                  <a:pt x="6126155" y="6422703"/>
                </a:cubicBezTo>
                <a:cubicBezTo>
                  <a:pt x="6126155" y="6445246"/>
                  <a:pt x="6126155" y="6445246"/>
                  <a:pt x="6126155" y="6445246"/>
                </a:cubicBezTo>
                <a:cubicBezTo>
                  <a:pt x="6108533" y="6445246"/>
                  <a:pt x="6108533" y="6445246"/>
                  <a:pt x="6108533" y="6445246"/>
                </a:cubicBezTo>
                <a:cubicBezTo>
                  <a:pt x="6091230" y="6445246"/>
                  <a:pt x="6091230" y="6445246"/>
                  <a:pt x="6091230" y="6445246"/>
                </a:cubicBezTo>
                <a:cubicBezTo>
                  <a:pt x="6091230" y="6422703"/>
                  <a:pt x="6091230" y="6422703"/>
                  <a:pt x="6091230" y="6422703"/>
                </a:cubicBezTo>
                <a:cubicBezTo>
                  <a:pt x="6091230" y="6416036"/>
                  <a:pt x="6095717" y="6408733"/>
                  <a:pt x="6108533" y="6408733"/>
                </a:cubicBezTo>
                <a:close/>
                <a:moveTo>
                  <a:pt x="6118217" y="6397621"/>
                </a:moveTo>
                <a:cubicBezTo>
                  <a:pt x="6126356" y="6399209"/>
                  <a:pt x="6134182" y="6402701"/>
                  <a:pt x="6140442" y="6407781"/>
                </a:cubicBezTo>
                <a:cubicBezTo>
                  <a:pt x="6137312" y="6408099"/>
                  <a:pt x="6134182" y="6408734"/>
                  <a:pt x="6131364" y="6410321"/>
                </a:cubicBezTo>
                <a:cubicBezTo>
                  <a:pt x="6128547" y="6405559"/>
                  <a:pt x="6123852" y="6402384"/>
                  <a:pt x="6118217" y="6400479"/>
                </a:cubicBezTo>
                <a:cubicBezTo>
                  <a:pt x="6118217" y="6399526"/>
                  <a:pt x="6118217" y="6398574"/>
                  <a:pt x="6118217" y="6397621"/>
                </a:cubicBezTo>
                <a:close/>
                <a:moveTo>
                  <a:pt x="6097580" y="6397621"/>
                </a:moveTo>
                <a:cubicBezTo>
                  <a:pt x="6097580" y="6398574"/>
                  <a:pt x="6097580" y="6399526"/>
                  <a:pt x="6097580" y="6400479"/>
                </a:cubicBezTo>
                <a:cubicBezTo>
                  <a:pt x="6092183" y="6402384"/>
                  <a:pt x="6087738" y="6405559"/>
                  <a:pt x="6084563" y="6410321"/>
                </a:cubicBezTo>
                <a:cubicBezTo>
                  <a:pt x="6082023" y="6408734"/>
                  <a:pt x="6078848" y="6408099"/>
                  <a:pt x="6075355" y="6407781"/>
                </a:cubicBezTo>
                <a:cubicBezTo>
                  <a:pt x="6081705" y="6402701"/>
                  <a:pt x="6089643" y="6399209"/>
                  <a:pt x="6097580" y="6397621"/>
                </a:cubicBezTo>
                <a:close/>
                <a:moveTo>
                  <a:pt x="6104824" y="6365871"/>
                </a:moveTo>
                <a:cubicBezTo>
                  <a:pt x="6106119" y="6365871"/>
                  <a:pt x="6107090" y="6365871"/>
                  <a:pt x="6107737" y="6365871"/>
                </a:cubicBezTo>
                <a:cubicBezTo>
                  <a:pt x="6108708" y="6365871"/>
                  <a:pt x="6109679" y="6365871"/>
                  <a:pt x="6110650" y="6365871"/>
                </a:cubicBezTo>
                <a:cubicBezTo>
                  <a:pt x="6110650" y="6369718"/>
                  <a:pt x="6110650" y="6379335"/>
                  <a:pt x="6110650" y="6379335"/>
                </a:cubicBezTo>
                <a:cubicBezTo>
                  <a:pt x="6110650" y="6379335"/>
                  <a:pt x="6120361" y="6379335"/>
                  <a:pt x="6124568" y="6379335"/>
                </a:cubicBezTo>
                <a:cubicBezTo>
                  <a:pt x="6124568" y="6381899"/>
                  <a:pt x="6124568" y="6382861"/>
                  <a:pt x="6124568" y="6385425"/>
                </a:cubicBezTo>
                <a:cubicBezTo>
                  <a:pt x="6120361" y="6385425"/>
                  <a:pt x="6110650" y="6385425"/>
                  <a:pt x="6110650" y="6385425"/>
                </a:cubicBezTo>
                <a:cubicBezTo>
                  <a:pt x="6110650" y="6385425"/>
                  <a:pt x="6110650" y="6395042"/>
                  <a:pt x="6110650" y="6399209"/>
                </a:cubicBezTo>
                <a:cubicBezTo>
                  <a:pt x="6109679" y="6399209"/>
                  <a:pt x="6108708" y="6399209"/>
                  <a:pt x="6107737" y="6399209"/>
                </a:cubicBezTo>
                <a:cubicBezTo>
                  <a:pt x="6107090" y="6399209"/>
                  <a:pt x="6106119" y="6399209"/>
                  <a:pt x="6104824" y="6399209"/>
                </a:cubicBezTo>
                <a:cubicBezTo>
                  <a:pt x="6104824" y="6395042"/>
                  <a:pt x="6104824" y="6385425"/>
                  <a:pt x="6104824" y="6385425"/>
                </a:cubicBezTo>
                <a:cubicBezTo>
                  <a:pt x="6104824" y="6385425"/>
                  <a:pt x="6095114" y="6385425"/>
                  <a:pt x="6091230" y="6385425"/>
                </a:cubicBezTo>
                <a:cubicBezTo>
                  <a:pt x="6091230" y="6382861"/>
                  <a:pt x="6091230" y="6381899"/>
                  <a:pt x="6091230" y="6379335"/>
                </a:cubicBezTo>
                <a:cubicBezTo>
                  <a:pt x="6095114" y="6379335"/>
                  <a:pt x="6104824" y="6379335"/>
                  <a:pt x="6104824" y="6379335"/>
                </a:cubicBezTo>
                <a:cubicBezTo>
                  <a:pt x="6104824" y="6379335"/>
                  <a:pt x="6104824" y="6369718"/>
                  <a:pt x="6104824" y="6365871"/>
                </a:cubicBezTo>
                <a:close/>
                <a:moveTo>
                  <a:pt x="6098253" y="6359521"/>
                </a:moveTo>
                <a:cubicBezTo>
                  <a:pt x="6098253" y="6359521"/>
                  <a:pt x="6098253" y="6369027"/>
                  <a:pt x="6098253" y="6372830"/>
                </a:cubicBezTo>
                <a:cubicBezTo>
                  <a:pt x="6094774" y="6372830"/>
                  <a:pt x="6085284" y="6372830"/>
                  <a:pt x="6085284" y="6372830"/>
                </a:cubicBezTo>
                <a:cubicBezTo>
                  <a:pt x="6085284" y="6392793"/>
                  <a:pt x="6085284" y="6392793"/>
                  <a:pt x="6085284" y="6392793"/>
                </a:cubicBezTo>
                <a:cubicBezTo>
                  <a:pt x="6076110" y="6396595"/>
                  <a:pt x="6068202" y="6402299"/>
                  <a:pt x="6062508" y="6409270"/>
                </a:cubicBezTo>
                <a:cubicBezTo>
                  <a:pt x="6054600" y="6411805"/>
                  <a:pt x="6051753" y="6418142"/>
                  <a:pt x="6051753" y="6424163"/>
                </a:cubicBezTo>
                <a:cubicBezTo>
                  <a:pt x="6051753" y="6445710"/>
                  <a:pt x="6051753" y="6445710"/>
                  <a:pt x="6051753" y="6445710"/>
                </a:cubicBezTo>
                <a:cubicBezTo>
                  <a:pt x="6028345" y="6445710"/>
                  <a:pt x="6028345" y="6445710"/>
                  <a:pt x="6028345" y="6445710"/>
                </a:cubicBezTo>
                <a:cubicBezTo>
                  <a:pt x="6027080" y="6449195"/>
                  <a:pt x="6027080" y="6449195"/>
                  <a:pt x="6027080" y="6449195"/>
                </a:cubicBezTo>
                <a:cubicBezTo>
                  <a:pt x="6024233" y="6457751"/>
                  <a:pt x="6022967" y="6467257"/>
                  <a:pt x="6022967" y="6477397"/>
                </a:cubicBezTo>
                <a:cubicBezTo>
                  <a:pt x="6022967" y="6509401"/>
                  <a:pt x="6034988" y="6546791"/>
                  <a:pt x="6046376" y="6575943"/>
                </a:cubicBezTo>
                <a:cubicBezTo>
                  <a:pt x="6064090" y="6619988"/>
                  <a:pt x="6087183" y="6659914"/>
                  <a:pt x="6099202" y="6673222"/>
                </a:cubicBezTo>
                <a:cubicBezTo>
                  <a:pt x="6102049" y="6676074"/>
                  <a:pt x="6104264" y="6678609"/>
                  <a:pt x="6108060" y="6678609"/>
                </a:cubicBezTo>
                <a:cubicBezTo>
                  <a:pt x="6108060" y="6678609"/>
                  <a:pt x="6108376" y="6678609"/>
                  <a:pt x="6108376" y="6678609"/>
                </a:cubicBezTo>
                <a:cubicBezTo>
                  <a:pt x="6108376" y="6678609"/>
                  <a:pt x="6108692" y="6678609"/>
                  <a:pt x="6108692" y="6678609"/>
                </a:cubicBezTo>
                <a:cubicBezTo>
                  <a:pt x="6112488" y="6678609"/>
                  <a:pt x="6115019" y="6676074"/>
                  <a:pt x="6117866" y="6673222"/>
                </a:cubicBezTo>
                <a:cubicBezTo>
                  <a:pt x="6130203" y="6659914"/>
                  <a:pt x="6153295" y="6619988"/>
                  <a:pt x="6171009" y="6575943"/>
                </a:cubicBezTo>
                <a:cubicBezTo>
                  <a:pt x="6182713" y="6546791"/>
                  <a:pt x="6194417" y="6509401"/>
                  <a:pt x="6194417" y="6477397"/>
                </a:cubicBezTo>
                <a:cubicBezTo>
                  <a:pt x="6194417" y="6467257"/>
                  <a:pt x="6193152" y="6457751"/>
                  <a:pt x="6190305" y="6449195"/>
                </a:cubicBezTo>
                <a:cubicBezTo>
                  <a:pt x="6189040" y="6445710"/>
                  <a:pt x="6189040" y="6445710"/>
                  <a:pt x="6189040" y="6445710"/>
                </a:cubicBezTo>
                <a:cubicBezTo>
                  <a:pt x="6165631" y="6445710"/>
                  <a:pt x="6165631" y="6445710"/>
                  <a:pt x="6165631" y="6445710"/>
                </a:cubicBezTo>
                <a:cubicBezTo>
                  <a:pt x="6165631" y="6424163"/>
                  <a:pt x="6165631" y="6424163"/>
                  <a:pt x="6165631" y="6424163"/>
                </a:cubicBezTo>
                <a:cubicBezTo>
                  <a:pt x="6165631" y="6418142"/>
                  <a:pt x="6162784" y="6411805"/>
                  <a:pt x="6154560" y="6409270"/>
                </a:cubicBezTo>
                <a:cubicBezTo>
                  <a:pt x="6148866" y="6402299"/>
                  <a:pt x="6140958" y="6396595"/>
                  <a:pt x="6132101" y="6392793"/>
                </a:cubicBezTo>
                <a:cubicBezTo>
                  <a:pt x="6132101" y="6372830"/>
                  <a:pt x="6132101" y="6372830"/>
                  <a:pt x="6132101" y="6372830"/>
                </a:cubicBezTo>
                <a:cubicBezTo>
                  <a:pt x="6132101" y="6372830"/>
                  <a:pt x="6122294" y="6372830"/>
                  <a:pt x="6118498" y="6372830"/>
                </a:cubicBezTo>
                <a:cubicBezTo>
                  <a:pt x="6118498" y="6369027"/>
                  <a:pt x="6118498" y="6359521"/>
                  <a:pt x="6118498" y="6359521"/>
                </a:cubicBezTo>
                <a:cubicBezTo>
                  <a:pt x="6108376" y="6359521"/>
                  <a:pt x="6108376" y="6359521"/>
                  <a:pt x="6108376" y="6359521"/>
                </a:cubicBezTo>
                <a:cubicBezTo>
                  <a:pt x="6098253" y="6359521"/>
                  <a:pt x="6098253" y="6359521"/>
                  <a:pt x="6098253" y="6359521"/>
                </a:cubicBezTo>
                <a:close/>
                <a:moveTo>
                  <a:pt x="0" y="0"/>
                </a:moveTo>
                <a:lnTo>
                  <a:pt x="12191993" y="0"/>
                </a:lnTo>
                <a:lnTo>
                  <a:pt x="12191993" y="6857996"/>
                </a:lnTo>
                <a:lnTo>
                  <a:pt x="0" y="6857996"/>
                </a:lnTo>
                <a:close/>
              </a:path>
            </a:pathLst>
          </a:custGeom>
        </p:spPr>
        <p:txBody>
          <a:bodyPr wrap="square">
            <a:noAutofit/>
          </a:bodyPr>
          <a:lstStyle>
            <a:lvl1pPr marL="324000" indent="-324000" algn="l" defTabSz="1088610" rtl="0" eaLnBrk="1" latinLnBrk="0" hangingPunct="1">
              <a:spcBef>
                <a:spcPts val="900"/>
              </a:spcBef>
              <a:buFont typeface="Arial" pitchFamily="34" charset="0"/>
              <a:buNone/>
              <a:defRPr/>
            </a:lvl1pPr>
          </a:lstStyle>
          <a:p>
            <a:r>
              <a:rPr lang="en-GB"/>
              <a:t>[Picture]</a:t>
            </a:r>
            <a:endParaRPr lang="en-GB" dirty="0"/>
          </a:p>
        </p:txBody>
      </p:sp>
    </p:spTree>
    <p:extLst>
      <p:ext uri="{BB962C8B-B14F-4D97-AF65-F5344CB8AC3E}">
        <p14:creationId xmlns:p14="http://schemas.microsoft.com/office/powerpoint/2010/main" val="1030633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text and image (R)">
    <p:bg>
      <p:bgPr>
        <a:solidFill>
          <a:srgbClr val="F2F2F2"/>
        </a:solidFill>
        <a:effectLst/>
      </p:bgPr>
    </p:bg>
    <p:spTree>
      <p:nvGrpSpPr>
        <p:cNvPr id="1" name=""/>
        <p:cNvGrpSpPr/>
        <p:nvPr/>
      </p:nvGrpSpPr>
      <p:grpSpPr>
        <a:xfrm>
          <a:off x="0" y="0"/>
          <a:ext cx="0" cy="0"/>
          <a:chOff x="0" y="0"/>
          <a:chExt cx="0" cy="0"/>
        </a:xfrm>
      </p:grpSpPr>
      <p:sp>
        <p:nvSpPr>
          <p:cNvPr id="14" name="Picture Placeholder 1"/>
          <p:cNvSpPr>
            <a:spLocks noGrp="1" noSelect="1"/>
          </p:cNvSpPr>
          <p:nvPr>
            <p:ph type="pic" sz="quarter" idx="14" hasCustomPrompt="1"/>
          </p:nvPr>
        </p:nvSpPr>
        <p:spPr>
          <a:xfrm>
            <a:off x="6094800" y="0"/>
            <a:ext cx="6094800" cy="6208481"/>
          </a:xfrm>
          <a:noFill/>
        </p:spPr>
        <p:txBody>
          <a:bodyPr/>
          <a:lstStyle>
            <a:lvl1pPr marL="0" indent="0">
              <a:buNone/>
              <a:defRPr/>
            </a:lvl1pPr>
          </a:lstStyle>
          <a:p>
            <a:r>
              <a:rPr lang="en-GB"/>
              <a:t>[Afbeelding]</a:t>
            </a:r>
            <a:endParaRPr lang="en-GB" dirty="0"/>
          </a:p>
        </p:txBody>
      </p:sp>
      <p:sp>
        <p:nvSpPr>
          <p:cNvPr id="17" name="Achtergrondvlak 2"/>
          <p:cNvSpPr>
            <a:spLocks noSelect="1"/>
          </p:cNvSpPr>
          <p:nvPr userDrawn="1"/>
        </p:nvSpPr>
        <p:spPr>
          <a:xfrm>
            <a:off x="0" y="6210000"/>
            <a:ext cx="12196800" cy="6840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Date Placeholder 3"/>
          <p:cNvSpPr>
            <a:spLocks noGrp="1" noSelect="1"/>
          </p:cNvSpPr>
          <p:nvPr>
            <p:ph type="dt" sz="half" idx="10"/>
          </p:nvPr>
        </p:nvSpPr>
        <p:spPr/>
        <p:txBody>
          <a:bodyPr/>
          <a:lstStyle/>
          <a:p>
            <a:fld id="{13EA52CF-1112-1D49-9DF4-DA1B047B673D}" type="datetime4">
              <a:rPr lang="en-US" noProof="1" smtClean="0"/>
              <a:t>March 24, 2026</a:t>
            </a:fld>
            <a:endParaRPr lang="en-GB" noProof="1"/>
          </a:p>
        </p:txBody>
      </p:sp>
      <p:sp>
        <p:nvSpPr>
          <p:cNvPr id="8" name="Footer Placeholder 4"/>
          <p:cNvSpPr>
            <a:spLocks noGrp="1" noSelect="1"/>
          </p:cNvSpPr>
          <p:nvPr>
            <p:ph type="ftr" sz="quarter" idx="11"/>
          </p:nvPr>
        </p:nvSpPr>
        <p:spPr/>
        <p:txBody>
          <a:bodyPr/>
          <a:lstStyle/>
          <a:p>
            <a:r>
              <a:rPr lang="en-GB" noProof="1"/>
              <a:t>[Voettekst]</a:t>
            </a:r>
          </a:p>
        </p:txBody>
      </p:sp>
      <p:sp>
        <p:nvSpPr>
          <p:cNvPr id="9" name="Slide Number Placeholder 5"/>
          <p:cNvSpPr>
            <a:spLocks noGrp="1" noSelect="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12" name="Placeholder 6"/>
          <p:cNvSpPr>
            <a:spLocks noGrp="1" noSelect="1"/>
          </p:cNvSpPr>
          <p:nvPr>
            <p:ph type="body" sz="quarter" idx="13" hasCustomPrompt="1"/>
          </p:nvPr>
        </p:nvSpPr>
        <p:spPr>
          <a:xfrm>
            <a:off x="1065600" y="1683998"/>
            <a:ext cx="4526344" cy="4321175"/>
          </a:xfrm>
        </p:spPr>
        <p:txBody>
          <a:bodyPr/>
          <a:lstStyle>
            <a:lvl1pPr>
              <a:defRPr/>
            </a:lvl1pPr>
            <a:lvl4pPr>
              <a:defRPr>
                <a:latin typeface="Open Sans SemiBold" panose="020B0706030804020204" pitchFamily="34" charset="0"/>
                <a:ea typeface="Open Sans SemiBold" panose="020B0706030804020204" pitchFamily="34" charset="0"/>
                <a:cs typeface="Open Sans SemiBold" panose="020B0706030804020204" pitchFamily="34" charset="0"/>
              </a:defRPr>
            </a:lvl4pPr>
          </a:lstStyle>
          <a:p>
            <a:pPr lvl="0"/>
            <a:r>
              <a:rPr lang="en-GB"/>
              <a:t>[Tekst]</a:t>
            </a:r>
            <a:endParaRPr lang="en-GB" dirty="0"/>
          </a:p>
        </p:txBody>
      </p:sp>
      <p:sp>
        <p:nvSpPr>
          <p:cNvPr id="5" name="***Titel 7"/>
          <p:cNvSpPr>
            <a:spLocks noGrp="1" noSelect="1"/>
          </p:cNvSpPr>
          <p:nvPr>
            <p:ph type="title" hasCustomPrompt="1"/>
          </p:nvPr>
        </p:nvSpPr>
        <p:spPr>
          <a:xfrm>
            <a:off x="864817" y="469373"/>
            <a:ext cx="4727127" cy="720000"/>
          </a:xfrm>
        </p:spPr>
        <p:txBody>
          <a:bodyPr/>
          <a:lstStyle>
            <a:lvl1pPr>
              <a:defRPr/>
            </a:lvl1pPr>
          </a:lstStyle>
          <a:p>
            <a:r>
              <a:rPr lang="en-GB" dirty="0"/>
              <a:t>[title]</a:t>
            </a:r>
          </a:p>
        </p:txBody>
      </p:sp>
      <p:sp>
        <p:nvSpPr>
          <p:cNvPr id="11" name="Frame 8"/>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BE3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3" name="Frame 9"/>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2160677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text and image (L)">
    <p:bg>
      <p:bgPr>
        <a:solidFill>
          <a:srgbClr val="F2F2F2"/>
        </a:solidFill>
        <a:effectLst/>
      </p:bgPr>
    </p:bg>
    <p:spTree>
      <p:nvGrpSpPr>
        <p:cNvPr id="1" name=""/>
        <p:cNvGrpSpPr/>
        <p:nvPr/>
      </p:nvGrpSpPr>
      <p:grpSpPr>
        <a:xfrm>
          <a:off x="0" y="0"/>
          <a:ext cx="0" cy="0"/>
          <a:chOff x="0" y="0"/>
          <a:chExt cx="0" cy="0"/>
        </a:xfrm>
      </p:grpSpPr>
      <p:sp>
        <p:nvSpPr>
          <p:cNvPr id="14" name="Picture Placeholder 1"/>
          <p:cNvSpPr>
            <a:spLocks noGrp="1" noSelect="1"/>
          </p:cNvSpPr>
          <p:nvPr>
            <p:ph type="pic" sz="quarter" idx="14" hasCustomPrompt="1"/>
          </p:nvPr>
        </p:nvSpPr>
        <p:spPr>
          <a:xfrm>
            <a:off x="0" y="0"/>
            <a:ext cx="6094800" cy="6208560"/>
          </a:xfrm>
        </p:spPr>
        <p:txBody>
          <a:bodyPr/>
          <a:lstStyle>
            <a:lvl1pPr marL="0" indent="0">
              <a:buNone/>
              <a:defRPr/>
            </a:lvl1pPr>
          </a:lstStyle>
          <a:p>
            <a:r>
              <a:rPr lang="en-GB"/>
              <a:t>[Afbeelding]</a:t>
            </a:r>
            <a:endParaRPr lang="en-GB" dirty="0"/>
          </a:p>
        </p:txBody>
      </p:sp>
      <p:sp>
        <p:nvSpPr>
          <p:cNvPr id="17" name="Achtergrondvlak 2"/>
          <p:cNvSpPr>
            <a:spLocks noSelect="1"/>
          </p:cNvSpPr>
          <p:nvPr userDrawn="1"/>
        </p:nvSpPr>
        <p:spPr>
          <a:xfrm>
            <a:off x="0" y="6210000"/>
            <a:ext cx="12196800" cy="792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Date Placeholder 3"/>
          <p:cNvSpPr>
            <a:spLocks noGrp="1" noSelect="1"/>
          </p:cNvSpPr>
          <p:nvPr>
            <p:ph type="dt" sz="half" idx="10"/>
          </p:nvPr>
        </p:nvSpPr>
        <p:spPr/>
        <p:txBody>
          <a:bodyPr/>
          <a:lstStyle/>
          <a:p>
            <a:fld id="{2C0EE1BB-9DFA-7945-A262-3D35B346CC60}" type="datetime4">
              <a:rPr lang="en-US" noProof="1" smtClean="0"/>
              <a:t>March 24, 2026</a:t>
            </a:fld>
            <a:endParaRPr lang="en-GB" noProof="1"/>
          </a:p>
        </p:txBody>
      </p:sp>
      <p:sp>
        <p:nvSpPr>
          <p:cNvPr id="8" name="Footer Placeholder 4"/>
          <p:cNvSpPr>
            <a:spLocks noGrp="1" noSelect="1"/>
          </p:cNvSpPr>
          <p:nvPr>
            <p:ph type="ftr" sz="quarter" idx="11"/>
          </p:nvPr>
        </p:nvSpPr>
        <p:spPr/>
        <p:txBody>
          <a:bodyPr/>
          <a:lstStyle/>
          <a:p>
            <a:r>
              <a:rPr lang="en-GB" noProof="1"/>
              <a:t>[Voettekst]</a:t>
            </a:r>
          </a:p>
        </p:txBody>
      </p:sp>
      <p:sp>
        <p:nvSpPr>
          <p:cNvPr id="9" name="Slide Number Placeholder 5"/>
          <p:cNvSpPr>
            <a:spLocks noGrp="1" noSelect="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12" name="Placeholder 6"/>
          <p:cNvSpPr>
            <a:spLocks noGrp="1" noSelect="1"/>
          </p:cNvSpPr>
          <p:nvPr>
            <p:ph type="body" sz="quarter" idx="13" hasCustomPrompt="1"/>
          </p:nvPr>
        </p:nvSpPr>
        <p:spPr>
          <a:xfrm>
            <a:off x="6624000" y="1683998"/>
            <a:ext cx="4526344" cy="4321175"/>
          </a:xfrm>
        </p:spPr>
        <p:txBody>
          <a:bodyPr/>
          <a:lstStyle>
            <a:lvl1pPr>
              <a:defRPr/>
            </a:lvl1pPr>
            <a:lvl4pPr>
              <a:defRPr>
                <a:latin typeface="Open Sans SemiBold" panose="020B0706030804020204" pitchFamily="34" charset="0"/>
                <a:ea typeface="Open Sans SemiBold" panose="020B0706030804020204" pitchFamily="34" charset="0"/>
                <a:cs typeface="Open Sans SemiBold" panose="020B0706030804020204" pitchFamily="34" charset="0"/>
              </a:defRPr>
            </a:lvl4pPr>
          </a:lstStyle>
          <a:p>
            <a:pPr lvl="0"/>
            <a:r>
              <a:rPr lang="en-GB" dirty="0"/>
              <a:t>[</a:t>
            </a:r>
            <a:r>
              <a:rPr lang="en-GB" dirty="0" err="1"/>
              <a:t>Tekst</a:t>
            </a:r>
            <a:r>
              <a:rPr lang="en-GB" dirty="0"/>
              <a:t>]</a:t>
            </a:r>
          </a:p>
        </p:txBody>
      </p:sp>
      <p:sp>
        <p:nvSpPr>
          <p:cNvPr id="5" name="***Titel 7"/>
          <p:cNvSpPr>
            <a:spLocks noGrp="1" noSelect="1"/>
          </p:cNvSpPr>
          <p:nvPr>
            <p:ph type="title" hasCustomPrompt="1"/>
          </p:nvPr>
        </p:nvSpPr>
        <p:spPr>
          <a:xfrm>
            <a:off x="6400425" y="469373"/>
            <a:ext cx="4727127" cy="720000"/>
          </a:xfrm>
        </p:spPr>
        <p:txBody>
          <a:bodyPr/>
          <a:lstStyle>
            <a:lvl1pPr>
              <a:defRPr/>
            </a:lvl1pPr>
          </a:lstStyle>
          <a:p>
            <a:r>
              <a:rPr lang="en-GB"/>
              <a:t>[titel]</a:t>
            </a:r>
            <a:endParaRPr lang="en-GB" dirty="0"/>
          </a:p>
        </p:txBody>
      </p:sp>
      <p:sp>
        <p:nvSpPr>
          <p:cNvPr id="11" name="Frame 8"/>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BE3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3" name="Frame 9"/>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28832712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white), image and white logo">
    <p:spTree>
      <p:nvGrpSpPr>
        <p:cNvPr id="1" name=""/>
        <p:cNvGrpSpPr/>
        <p:nvPr/>
      </p:nvGrpSpPr>
      <p:grpSpPr>
        <a:xfrm>
          <a:off x="0" y="0"/>
          <a:ext cx="0" cy="0"/>
          <a:chOff x="0" y="0"/>
          <a:chExt cx="0" cy="0"/>
        </a:xfrm>
      </p:grpSpPr>
      <p:sp>
        <p:nvSpPr>
          <p:cNvPr id="10" name="Vrije vorm 1"/>
          <p:cNvSpPr>
            <a:spLocks noGrp="1" noSelect="1"/>
          </p:cNvSpPr>
          <p:nvPr>
            <p:ph type="pic" sz="quarter" idx="1001" hasCustomPrompt="1"/>
          </p:nvPr>
        </p:nvSpPr>
        <p:spPr>
          <a:xfrm>
            <a:off x="8" y="5"/>
            <a:ext cx="12191993" cy="6857996"/>
          </a:xfrm>
          <a:custGeom>
            <a:avLst/>
            <a:gdLst>
              <a:gd name="connsiteX0" fmla="*/ 6150497 w 12191993"/>
              <a:gd name="connsiteY0" fmla="*/ 6688738 h 6857996"/>
              <a:gd name="connsiteX1" fmla="*/ 6148985 w 12191993"/>
              <a:gd name="connsiteY1" fmla="*/ 6692367 h 6857996"/>
              <a:gd name="connsiteX2" fmla="*/ 6152916 w 12191993"/>
              <a:gd name="connsiteY2" fmla="*/ 6693878 h 6857996"/>
              <a:gd name="connsiteX3" fmla="*/ 6154125 w 12191993"/>
              <a:gd name="connsiteY3" fmla="*/ 6690250 h 6857996"/>
              <a:gd name="connsiteX4" fmla="*/ 6150497 w 12191993"/>
              <a:gd name="connsiteY4" fmla="*/ 6688738 h 6857996"/>
              <a:gd name="connsiteX5" fmla="*/ 6092818 w 12191993"/>
              <a:gd name="connsiteY5" fmla="*/ 6684958 h 6857996"/>
              <a:gd name="connsiteX6" fmla="*/ 6092818 w 12191993"/>
              <a:gd name="connsiteY6" fmla="*/ 6686546 h 6857996"/>
              <a:gd name="connsiteX7" fmla="*/ 6094405 w 12191993"/>
              <a:gd name="connsiteY7" fmla="*/ 6688133 h 6857996"/>
              <a:gd name="connsiteX8" fmla="*/ 6092818 w 12191993"/>
              <a:gd name="connsiteY8" fmla="*/ 6708771 h 6857996"/>
              <a:gd name="connsiteX9" fmla="*/ 6091231 w 12191993"/>
              <a:gd name="connsiteY9" fmla="*/ 6710359 h 6857996"/>
              <a:gd name="connsiteX10" fmla="*/ 6097580 w 12191993"/>
              <a:gd name="connsiteY10" fmla="*/ 6711946 h 6857996"/>
              <a:gd name="connsiteX11" fmla="*/ 6097580 w 12191993"/>
              <a:gd name="connsiteY11" fmla="*/ 6708771 h 6857996"/>
              <a:gd name="connsiteX12" fmla="*/ 6095993 w 12191993"/>
              <a:gd name="connsiteY12" fmla="*/ 6708771 h 6857996"/>
              <a:gd name="connsiteX13" fmla="*/ 6097580 w 12191993"/>
              <a:gd name="connsiteY13" fmla="*/ 6692896 h 6857996"/>
              <a:gd name="connsiteX14" fmla="*/ 6111868 w 12191993"/>
              <a:gd name="connsiteY14" fmla="*/ 6711946 h 6857996"/>
              <a:gd name="connsiteX15" fmla="*/ 6115043 w 12191993"/>
              <a:gd name="connsiteY15" fmla="*/ 6711946 h 6857996"/>
              <a:gd name="connsiteX16" fmla="*/ 6113456 w 12191993"/>
              <a:gd name="connsiteY16" fmla="*/ 6688133 h 6857996"/>
              <a:gd name="connsiteX17" fmla="*/ 6113456 w 12191993"/>
              <a:gd name="connsiteY17" fmla="*/ 6686546 h 6857996"/>
              <a:gd name="connsiteX18" fmla="*/ 6108693 w 12191993"/>
              <a:gd name="connsiteY18" fmla="*/ 6686546 h 6857996"/>
              <a:gd name="connsiteX19" fmla="*/ 6108693 w 12191993"/>
              <a:gd name="connsiteY19" fmla="*/ 6688133 h 6857996"/>
              <a:gd name="connsiteX20" fmla="*/ 6110281 w 12191993"/>
              <a:gd name="connsiteY20" fmla="*/ 6688133 h 6857996"/>
              <a:gd name="connsiteX21" fmla="*/ 6111868 w 12191993"/>
              <a:gd name="connsiteY21" fmla="*/ 6704009 h 6857996"/>
              <a:gd name="connsiteX22" fmla="*/ 6097580 w 12191993"/>
              <a:gd name="connsiteY22" fmla="*/ 6686546 h 6857996"/>
              <a:gd name="connsiteX23" fmla="*/ 6080118 w 12191993"/>
              <a:gd name="connsiteY23" fmla="*/ 6683371 h 6857996"/>
              <a:gd name="connsiteX24" fmla="*/ 6080118 w 12191993"/>
              <a:gd name="connsiteY24" fmla="*/ 6684959 h 6857996"/>
              <a:gd name="connsiteX25" fmla="*/ 6081705 w 12191993"/>
              <a:gd name="connsiteY25" fmla="*/ 6686546 h 6857996"/>
              <a:gd name="connsiteX26" fmla="*/ 6076943 w 12191993"/>
              <a:gd name="connsiteY26" fmla="*/ 6705597 h 6857996"/>
              <a:gd name="connsiteX27" fmla="*/ 6075355 w 12191993"/>
              <a:gd name="connsiteY27" fmla="*/ 6707184 h 6857996"/>
              <a:gd name="connsiteX28" fmla="*/ 6083293 w 12191993"/>
              <a:gd name="connsiteY28" fmla="*/ 6710359 h 6857996"/>
              <a:gd name="connsiteX29" fmla="*/ 6083293 w 12191993"/>
              <a:gd name="connsiteY29" fmla="*/ 6708772 h 6857996"/>
              <a:gd name="connsiteX30" fmla="*/ 6081705 w 12191993"/>
              <a:gd name="connsiteY30" fmla="*/ 6707184 h 6857996"/>
              <a:gd name="connsiteX31" fmla="*/ 6086468 w 12191993"/>
              <a:gd name="connsiteY31" fmla="*/ 6686546 h 6857996"/>
              <a:gd name="connsiteX32" fmla="*/ 6088055 w 12191993"/>
              <a:gd name="connsiteY32" fmla="*/ 6686546 h 6857996"/>
              <a:gd name="connsiteX33" fmla="*/ 6088055 w 12191993"/>
              <a:gd name="connsiteY33" fmla="*/ 6684959 h 6857996"/>
              <a:gd name="connsiteX34" fmla="*/ 6137500 w 12191993"/>
              <a:gd name="connsiteY34" fmla="*/ 6681783 h 6857996"/>
              <a:gd name="connsiteX35" fmla="*/ 6131078 w 12191993"/>
              <a:gd name="connsiteY35" fmla="*/ 6682736 h 6857996"/>
              <a:gd name="connsiteX36" fmla="*/ 6120162 w 12191993"/>
              <a:gd name="connsiteY36" fmla="*/ 6699246 h 6857996"/>
              <a:gd name="connsiteX37" fmla="*/ 6136536 w 12191993"/>
              <a:gd name="connsiteY37" fmla="*/ 6708771 h 6857996"/>
              <a:gd name="connsiteX38" fmla="*/ 6145205 w 12191993"/>
              <a:gd name="connsiteY38" fmla="*/ 6703373 h 6857996"/>
              <a:gd name="connsiteX39" fmla="*/ 6143279 w 12191993"/>
              <a:gd name="connsiteY39" fmla="*/ 6697658 h 6857996"/>
              <a:gd name="connsiteX40" fmla="*/ 6142316 w 12191993"/>
              <a:gd name="connsiteY40" fmla="*/ 6697658 h 6857996"/>
              <a:gd name="connsiteX41" fmla="*/ 6136215 w 12191993"/>
              <a:gd name="connsiteY41" fmla="*/ 6705596 h 6857996"/>
              <a:gd name="connsiteX42" fmla="*/ 6126262 w 12191993"/>
              <a:gd name="connsiteY42" fmla="*/ 6698293 h 6857996"/>
              <a:gd name="connsiteX43" fmla="*/ 6138784 w 12191993"/>
              <a:gd name="connsiteY43" fmla="*/ 6695436 h 6857996"/>
              <a:gd name="connsiteX44" fmla="*/ 6139747 w 12191993"/>
              <a:gd name="connsiteY44" fmla="*/ 6696388 h 6857996"/>
              <a:gd name="connsiteX45" fmla="*/ 6141031 w 12191993"/>
              <a:gd name="connsiteY45" fmla="*/ 6696071 h 6857996"/>
              <a:gd name="connsiteX46" fmla="*/ 6139747 w 12191993"/>
              <a:gd name="connsiteY46" fmla="*/ 6690356 h 6857996"/>
              <a:gd name="connsiteX47" fmla="*/ 6138463 w 12191993"/>
              <a:gd name="connsiteY47" fmla="*/ 6690673 h 6857996"/>
              <a:gd name="connsiteX48" fmla="*/ 6137500 w 12191993"/>
              <a:gd name="connsiteY48" fmla="*/ 6692896 h 6857996"/>
              <a:gd name="connsiteX49" fmla="*/ 6124978 w 12191993"/>
              <a:gd name="connsiteY49" fmla="*/ 6695436 h 6857996"/>
              <a:gd name="connsiteX50" fmla="*/ 6130436 w 12191993"/>
              <a:gd name="connsiteY50" fmla="*/ 6685593 h 6857996"/>
              <a:gd name="connsiteX51" fmla="*/ 6137821 w 12191993"/>
              <a:gd name="connsiteY51" fmla="*/ 6687816 h 6857996"/>
              <a:gd name="connsiteX52" fmla="*/ 6139105 w 12191993"/>
              <a:gd name="connsiteY52" fmla="*/ 6687181 h 6857996"/>
              <a:gd name="connsiteX53" fmla="*/ 6137500 w 12191993"/>
              <a:gd name="connsiteY53" fmla="*/ 6681783 h 6857996"/>
              <a:gd name="connsiteX54" fmla="*/ 6053130 w 12191993"/>
              <a:gd name="connsiteY54" fmla="*/ 6672258 h 6857996"/>
              <a:gd name="connsiteX55" fmla="*/ 6051542 w 12191993"/>
              <a:gd name="connsiteY55" fmla="*/ 6673846 h 6857996"/>
              <a:gd name="connsiteX56" fmla="*/ 6053130 w 12191993"/>
              <a:gd name="connsiteY56" fmla="*/ 6675433 h 6857996"/>
              <a:gd name="connsiteX57" fmla="*/ 6038842 w 12191993"/>
              <a:gd name="connsiteY57" fmla="*/ 6691308 h 6857996"/>
              <a:gd name="connsiteX58" fmla="*/ 6037255 w 12191993"/>
              <a:gd name="connsiteY58" fmla="*/ 6689721 h 6857996"/>
              <a:gd name="connsiteX59" fmla="*/ 6035668 w 12191993"/>
              <a:gd name="connsiteY59" fmla="*/ 6691308 h 6857996"/>
              <a:gd name="connsiteX60" fmla="*/ 6042018 w 12191993"/>
              <a:gd name="connsiteY60" fmla="*/ 6694483 h 6857996"/>
              <a:gd name="connsiteX61" fmla="*/ 6042018 w 12191993"/>
              <a:gd name="connsiteY61" fmla="*/ 6692896 h 6857996"/>
              <a:gd name="connsiteX62" fmla="*/ 6051542 w 12191993"/>
              <a:gd name="connsiteY62" fmla="*/ 6680196 h 6857996"/>
              <a:gd name="connsiteX63" fmla="*/ 6049955 w 12191993"/>
              <a:gd name="connsiteY63" fmla="*/ 6699246 h 6857996"/>
              <a:gd name="connsiteX64" fmla="*/ 6053130 w 12191993"/>
              <a:gd name="connsiteY64" fmla="*/ 6700833 h 6857996"/>
              <a:gd name="connsiteX65" fmla="*/ 6065830 w 12191993"/>
              <a:gd name="connsiteY65" fmla="*/ 6684958 h 6857996"/>
              <a:gd name="connsiteX66" fmla="*/ 6064243 w 12191993"/>
              <a:gd name="connsiteY66" fmla="*/ 6700833 h 6857996"/>
              <a:gd name="connsiteX67" fmla="*/ 6062656 w 12191993"/>
              <a:gd name="connsiteY67" fmla="*/ 6702421 h 6857996"/>
              <a:gd name="connsiteX68" fmla="*/ 6061068 w 12191993"/>
              <a:gd name="connsiteY68" fmla="*/ 6704008 h 6857996"/>
              <a:gd name="connsiteX69" fmla="*/ 6069005 w 12191993"/>
              <a:gd name="connsiteY69" fmla="*/ 6707183 h 6857996"/>
              <a:gd name="connsiteX70" fmla="*/ 6069005 w 12191993"/>
              <a:gd name="connsiteY70" fmla="*/ 6705596 h 6857996"/>
              <a:gd name="connsiteX71" fmla="*/ 6067418 w 12191993"/>
              <a:gd name="connsiteY71" fmla="*/ 6704008 h 6857996"/>
              <a:gd name="connsiteX72" fmla="*/ 6070593 w 12191993"/>
              <a:gd name="connsiteY72" fmla="*/ 6681783 h 6857996"/>
              <a:gd name="connsiteX73" fmla="*/ 6072180 w 12191993"/>
              <a:gd name="connsiteY73" fmla="*/ 6681783 h 6857996"/>
              <a:gd name="connsiteX74" fmla="*/ 6072180 w 12191993"/>
              <a:gd name="connsiteY74" fmla="*/ 6680196 h 6857996"/>
              <a:gd name="connsiteX75" fmla="*/ 6065830 w 12191993"/>
              <a:gd name="connsiteY75" fmla="*/ 6677021 h 6857996"/>
              <a:gd name="connsiteX76" fmla="*/ 6064243 w 12191993"/>
              <a:gd name="connsiteY76" fmla="*/ 6678608 h 6857996"/>
              <a:gd name="connsiteX77" fmla="*/ 6065830 w 12191993"/>
              <a:gd name="connsiteY77" fmla="*/ 6678608 h 6857996"/>
              <a:gd name="connsiteX78" fmla="*/ 6056306 w 12191993"/>
              <a:gd name="connsiteY78" fmla="*/ 6689721 h 6857996"/>
              <a:gd name="connsiteX79" fmla="*/ 6057893 w 12191993"/>
              <a:gd name="connsiteY79" fmla="*/ 6673846 h 6857996"/>
              <a:gd name="connsiteX80" fmla="*/ 6175023 w 12191993"/>
              <a:gd name="connsiteY80" fmla="*/ 6664321 h 6857996"/>
              <a:gd name="connsiteX81" fmla="*/ 6154730 w 12191993"/>
              <a:gd name="connsiteY81" fmla="*/ 6675963 h 6857996"/>
              <a:gd name="connsiteX82" fmla="*/ 6155052 w 12191993"/>
              <a:gd name="connsiteY82" fmla="*/ 6677221 h 6857996"/>
              <a:gd name="connsiteX83" fmla="*/ 6156985 w 12191993"/>
              <a:gd name="connsiteY83" fmla="*/ 6677221 h 6857996"/>
              <a:gd name="connsiteX84" fmla="*/ 6166970 w 12191993"/>
              <a:gd name="connsiteY84" fmla="*/ 6696414 h 6857996"/>
              <a:gd name="connsiteX85" fmla="*/ 6166326 w 12191993"/>
              <a:gd name="connsiteY85" fmla="*/ 6697988 h 6857996"/>
              <a:gd name="connsiteX86" fmla="*/ 6167292 w 12191993"/>
              <a:gd name="connsiteY86" fmla="*/ 6699246 h 6857996"/>
              <a:gd name="connsiteX87" fmla="*/ 6174378 w 12191993"/>
              <a:gd name="connsiteY87" fmla="*/ 6695471 h 6857996"/>
              <a:gd name="connsiteX88" fmla="*/ 6173734 w 12191993"/>
              <a:gd name="connsiteY88" fmla="*/ 6694841 h 6857996"/>
              <a:gd name="connsiteX89" fmla="*/ 6171802 w 12191993"/>
              <a:gd name="connsiteY89" fmla="*/ 6694527 h 6857996"/>
              <a:gd name="connsiteX90" fmla="*/ 6166970 w 12191993"/>
              <a:gd name="connsiteY90" fmla="*/ 6684458 h 6857996"/>
              <a:gd name="connsiteX91" fmla="*/ 6173734 w 12191993"/>
              <a:gd name="connsiteY91" fmla="*/ 6680997 h 6857996"/>
              <a:gd name="connsiteX92" fmla="*/ 6176955 w 12191993"/>
              <a:gd name="connsiteY92" fmla="*/ 6680997 h 6857996"/>
              <a:gd name="connsiteX93" fmla="*/ 6174378 w 12191993"/>
              <a:gd name="connsiteY93" fmla="*/ 6675963 h 6857996"/>
              <a:gd name="connsiteX94" fmla="*/ 6172446 w 12191993"/>
              <a:gd name="connsiteY94" fmla="*/ 6678165 h 6857996"/>
              <a:gd name="connsiteX95" fmla="*/ 6165360 w 12191993"/>
              <a:gd name="connsiteY95" fmla="*/ 6681626 h 6857996"/>
              <a:gd name="connsiteX96" fmla="*/ 6161816 w 12191993"/>
              <a:gd name="connsiteY96" fmla="*/ 6674704 h 6857996"/>
              <a:gd name="connsiteX97" fmla="*/ 6169869 w 12191993"/>
              <a:gd name="connsiteY97" fmla="*/ 6670299 h 6857996"/>
              <a:gd name="connsiteX98" fmla="*/ 6173090 w 12191993"/>
              <a:gd name="connsiteY98" fmla="*/ 6669670 h 6857996"/>
              <a:gd name="connsiteX99" fmla="*/ 6173412 w 12191993"/>
              <a:gd name="connsiteY99" fmla="*/ 6667468 h 6857996"/>
              <a:gd name="connsiteX100" fmla="*/ 6175023 w 12191993"/>
              <a:gd name="connsiteY100" fmla="*/ 6664321 h 6857996"/>
              <a:gd name="connsiteX101" fmla="*/ 6030390 w 12191993"/>
              <a:gd name="connsiteY101" fmla="*/ 6663090 h 6857996"/>
              <a:gd name="connsiteX102" fmla="*/ 6037104 w 12191993"/>
              <a:gd name="connsiteY102" fmla="*/ 6663368 h 6857996"/>
              <a:gd name="connsiteX103" fmla="*/ 6037761 w 12191993"/>
              <a:gd name="connsiteY103" fmla="*/ 6664003 h 6857996"/>
              <a:gd name="connsiteX104" fmla="*/ 6035139 w 12191993"/>
              <a:gd name="connsiteY104" fmla="*/ 6676386 h 6857996"/>
              <a:gd name="connsiteX105" fmla="*/ 6027605 w 12191993"/>
              <a:gd name="connsiteY105" fmla="*/ 6680196 h 6857996"/>
              <a:gd name="connsiteX106" fmla="*/ 6023674 w 12191993"/>
              <a:gd name="connsiteY106" fmla="*/ 6678609 h 6857996"/>
              <a:gd name="connsiteX107" fmla="*/ 6023347 w 12191993"/>
              <a:gd name="connsiteY107" fmla="*/ 6678291 h 6857996"/>
              <a:gd name="connsiteX108" fmla="*/ 6021381 w 12191993"/>
              <a:gd name="connsiteY108" fmla="*/ 6675116 h 6857996"/>
              <a:gd name="connsiteX109" fmla="*/ 6025640 w 12191993"/>
              <a:gd name="connsiteY109" fmla="*/ 6666861 h 6857996"/>
              <a:gd name="connsiteX110" fmla="*/ 6030390 w 12191993"/>
              <a:gd name="connsiteY110" fmla="*/ 6663090 h 6857996"/>
              <a:gd name="connsiteX111" fmla="*/ 6030111 w 12191993"/>
              <a:gd name="connsiteY111" fmla="*/ 6659872 h 6857996"/>
              <a:gd name="connsiteX112" fmla="*/ 6020698 w 12191993"/>
              <a:gd name="connsiteY112" fmla="*/ 6665835 h 6857996"/>
              <a:gd name="connsiteX113" fmla="*/ 6021324 w 12191993"/>
              <a:gd name="connsiteY113" fmla="*/ 6682153 h 6857996"/>
              <a:gd name="connsiteX114" fmla="*/ 6021324 w 12191993"/>
              <a:gd name="connsiteY114" fmla="*/ 6682467 h 6857996"/>
              <a:gd name="connsiteX115" fmla="*/ 6021639 w 12191993"/>
              <a:gd name="connsiteY115" fmla="*/ 6682467 h 6857996"/>
              <a:gd name="connsiteX116" fmla="*/ 6038270 w 12191993"/>
              <a:gd name="connsiteY116" fmla="*/ 6682153 h 6857996"/>
              <a:gd name="connsiteX117" fmla="*/ 6043292 w 12191993"/>
              <a:gd name="connsiteY117" fmla="*/ 6672425 h 6857996"/>
              <a:gd name="connsiteX118" fmla="*/ 6040467 w 12191993"/>
              <a:gd name="connsiteY118" fmla="*/ 6663638 h 6857996"/>
              <a:gd name="connsiteX119" fmla="*/ 6040154 w 12191993"/>
              <a:gd name="connsiteY119" fmla="*/ 6663010 h 6857996"/>
              <a:gd name="connsiteX120" fmla="*/ 6039840 w 12191993"/>
              <a:gd name="connsiteY120" fmla="*/ 6662696 h 6857996"/>
              <a:gd name="connsiteX121" fmla="*/ 6039526 w 12191993"/>
              <a:gd name="connsiteY121" fmla="*/ 6662383 h 6857996"/>
              <a:gd name="connsiteX122" fmla="*/ 6030111 w 12191993"/>
              <a:gd name="connsiteY122" fmla="*/ 6659872 h 6857996"/>
              <a:gd name="connsiteX123" fmla="*/ 6187938 w 12191993"/>
              <a:gd name="connsiteY123" fmla="*/ 6653208 h 6857996"/>
              <a:gd name="connsiteX124" fmla="*/ 6183014 w 12191993"/>
              <a:gd name="connsiteY124" fmla="*/ 6657377 h 6857996"/>
              <a:gd name="connsiteX125" fmla="*/ 6180859 w 12191993"/>
              <a:gd name="connsiteY125" fmla="*/ 6677582 h 6857996"/>
              <a:gd name="connsiteX126" fmla="*/ 6199634 w 12191993"/>
              <a:gd name="connsiteY126" fmla="*/ 6677582 h 6857996"/>
              <a:gd name="connsiteX127" fmla="*/ 6203943 w 12191993"/>
              <a:gd name="connsiteY127" fmla="*/ 6668602 h 6857996"/>
              <a:gd name="connsiteX128" fmla="*/ 6200558 w 12191993"/>
              <a:gd name="connsiteY128" fmla="*/ 6664112 h 6857996"/>
              <a:gd name="connsiteX129" fmla="*/ 6199634 w 12191993"/>
              <a:gd name="connsiteY129" fmla="*/ 6664754 h 6857996"/>
              <a:gd name="connsiteX130" fmla="*/ 6197480 w 12191993"/>
              <a:gd name="connsiteY130" fmla="*/ 6675337 h 6857996"/>
              <a:gd name="connsiteX131" fmla="*/ 6186092 w 12191993"/>
              <a:gd name="connsiteY131" fmla="*/ 6673734 h 6857996"/>
              <a:gd name="connsiteX132" fmla="*/ 6195325 w 12191993"/>
              <a:gd name="connsiteY132" fmla="*/ 6664433 h 6857996"/>
              <a:gd name="connsiteX133" fmla="*/ 6196864 w 12191993"/>
              <a:gd name="connsiteY133" fmla="*/ 6664754 h 6857996"/>
              <a:gd name="connsiteX134" fmla="*/ 6197788 w 12191993"/>
              <a:gd name="connsiteY134" fmla="*/ 6663792 h 6857996"/>
              <a:gd name="connsiteX135" fmla="*/ 6193786 w 12191993"/>
              <a:gd name="connsiteY135" fmla="*/ 6659622 h 6857996"/>
              <a:gd name="connsiteX136" fmla="*/ 6193171 w 12191993"/>
              <a:gd name="connsiteY136" fmla="*/ 6660585 h 6857996"/>
              <a:gd name="connsiteX137" fmla="*/ 6193171 w 12191993"/>
              <a:gd name="connsiteY137" fmla="*/ 6663150 h 6857996"/>
              <a:gd name="connsiteX138" fmla="*/ 6183937 w 12191993"/>
              <a:gd name="connsiteY138" fmla="*/ 6671489 h 6857996"/>
              <a:gd name="connsiteX139" fmla="*/ 6183937 w 12191993"/>
              <a:gd name="connsiteY139" fmla="*/ 6660264 h 6857996"/>
              <a:gd name="connsiteX140" fmla="*/ 6191324 w 12191993"/>
              <a:gd name="connsiteY140" fmla="*/ 6658660 h 6857996"/>
              <a:gd name="connsiteX141" fmla="*/ 6191940 w 12191993"/>
              <a:gd name="connsiteY141" fmla="*/ 6657377 h 6857996"/>
              <a:gd name="connsiteX142" fmla="*/ 6187938 w 12191993"/>
              <a:gd name="connsiteY142" fmla="*/ 6653208 h 6857996"/>
              <a:gd name="connsiteX143" fmla="*/ 6196845 w 12191993"/>
              <a:gd name="connsiteY143" fmla="*/ 6642096 h 6857996"/>
              <a:gd name="connsiteX144" fmla="*/ 6191242 w 12191993"/>
              <a:gd name="connsiteY144" fmla="*/ 6649399 h 6857996"/>
              <a:gd name="connsiteX145" fmla="*/ 6192799 w 12191993"/>
              <a:gd name="connsiteY145" fmla="*/ 6650351 h 6857996"/>
              <a:gd name="connsiteX146" fmla="*/ 6194355 w 12191993"/>
              <a:gd name="connsiteY146" fmla="*/ 6649399 h 6857996"/>
              <a:gd name="connsiteX147" fmla="*/ 6210230 w 12191993"/>
              <a:gd name="connsiteY147" fmla="*/ 6662734 h 6857996"/>
              <a:gd name="connsiteX148" fmla="*/ 6209919 w 12191993"/>
              <a:gd name="connsiteY148" fmla="*/ 6664639 h 6857996"/>
              <a:gd name="connsiteX149" fmla="*/ 6210541 w 12191993"/>
              <a:gd name="connsiteY149" fmla="*/ 6665909 h 6857996"/>
              <a:gd name="connsiteX150" fmla="*/ 6222992 w 12191993"/>
              <a:gd name="connsiteY150" fmla="*/ 6651304 h 6857996"/>
              <a:gd name="connsiteX151" fmla="*/ 6220191 w 12191993"/>
              <a:gd name="connsiteY151" fmla="*/ 6644319 h 6857996"/>
              <a:gd name="connsiteX152" fmla="*/ 6218323 w 12191993"/>
              <a:gd name="connsiteY152" fmla="*/ 6646224 h 6857996"/>
              <a:gd name="connsiteX153" fmla="*/ 6218946 w 12191993"/>
              <a:gd name="connsiteY153" fmla="*/ 6650669 h 6857996"/>
              <a:gd name="connsiteX154" fmla="*/ 6213654 w 12191993"/>
              <a:gd name="connsiteY154" fmla="*/ 6658607 h 6857996"/>
              <a:gd name="connsiteX155" fmla="*/ 6197468 w 12191993"/>
              <a:gd name="connsiteY155" fmla="*/ 6644954 h 6857996"/>
              <a:gd name="connsiteX156" fmla="*/ 6198090 w 12191993"/>
              <a:gd name="connsiteY156" fmla="*/ 6643049 h 6857996"/>
              <a:gd name="connsiteX157" fmla="*/ 6196845 w 12191993"/>
              <a:gd name="connsiteY157" fmla="*/ 6642096 h 6857996"/>
              <a:gd name="connsiteX158" fmla="*/ 6013443 w 12191993"/>
              <a:gd name="connsiteY158" fmla="*/ 6635746 h 6857996"/>
              <a:gd name="connsiteX159" fmla="*/ 6013443 w 12191993"/>
              <a:gd name="connsiteY159" fmla="*/ 6637334 h 6857996"/>
              <a:gd name="connsiteX160" fmla="*/ 5995980 w 12191993"/>
              <a:gd name="connsiteY160" fmla="*/ 6650034 h 6857996"/>
              <a:gd name="connsiteX161" fmla="*/ 5994393 w 12191993"/>
              <a:gd name="connsiteY161" fmla="*/ 6648446 h 6857996"/>
              <a:gd name="connsiteX162" fmla="*/ 5992806 w 12191993"/>
              <a:gd name="connsiteY162" fmla="*/ 6650034 h 6857996"/>
              <a:gd name="connsiteX163" fmla="*/ 5997568 w 12191993"/>
              <a:gd name="connsiteY163" fmla="*/ 6654797 h 6857996"/>
              <a:gd name="connsiteX164" fmla="*/ 5999156 w 12191993"/>
              <a:gd name="connsiteY164" fmla="*/ 6654797 h 6857996"/>
              <a:gd name="connsiteX165" fmla="*/ 5999156 w 12191993"/>
              <a:gd name="connsiteY165" fmla="*/ 6651621 h 6857996"/>
              <a:gd name="connsiteX166" fmla="*/ 6011855 w 12191993"/>
              <a:gd name="connsiteY166" fmla="*/ 6643684 h 6857996"/>
              <a:gd name="connsiteX167" fmla="*/ 6005506 w 12191993"/>
              <a:gd name="connsiteY167" fmla="*/ 6665909 h 6857996"/>
              <a:gd name="connsiteX168" fmla="*/ 6008680 w 12191993"/>
              <a:gd name="connsiteY168" fmla="*/ 6669084 h 6857996"/>
              <a:gd name="connsiteX169" fmla="*/ 6024555 w 12191993"/>
              <a:gd name="connsiteY169" fmla="*/ 6653209 h 6857996"/>
              <a:gd name="connsiteX170" fmla="*/ 6026143 w 12191993"/>
              <a:gd name="connsiteY170" fmla="*/ 6651621 h 6857996"/>
              <a:gd name="connsiteX171" fmla="*/ 6027731 w 12191993"/>
              <a:gd name="connsiteY171" fmla="*/ 6651621 h 6857996"/>
              <a:gd name="connsiteX172" fmla="*/ 6024555 w 12191993"/>
              <a:gd name="connsiteY172" fmla="*/ 6646859 h 6857996"/>
              <a:gd name="connsiteX173" fmla="*/ 6022968 w 12191993"/>
              <a:gd name="connsiteY173" fmla="*/ 6648446 h 6857996"/>
              <a:gd name="connsiteX174" fmla="*/ 6022968 w 12191993"/>
              <a:gd name="connsiteY174" fmla="*/ 6650034 h 6857996"/>
              <a:gd name="connsiteX175" fmla="*/ 6011855 w 12191993"/>
              <a:gd name="connsiteY175" fmla="*/ 6661147 h 6857996"/>
              <a:gd name="connsiteX176" fmla="*/ 6016618 w 12191993"/>
              <a:gd name="connsiteY176" fmla="*/ 6638921 h 6857996"/>
              <a:gd name="connsiteX177" fmla="*/ 6015031 w 12191993"/>
              <a:gd name="connsiteY177" fmla="*/ 6635746 h 6857996"/>
              <a:gd name="connsiteX178" fmla="*/ 5999458 w 12191993"/>
              <a:gd name="connsiteY178" fmla="*/ 6630479 h 6857996"/>
              <a:gd name="connsiteX179" fmla="*/ 5998324 w 12191993"/>
              <a:gd name="connsiteY179" fmla="*/ 6634809 h 6857996"/>
              <a:gd name="connsiteX180" fmla="*/ 6003237 w 12191993"/>
              <a:gd name="connsiteY180" fmla="*/ 6636613 h 6857996"/>
              <a:gd name="connsiteX181" fmla="*/ 6004749 w 12191993"/>
              <a:gd name="connsiteY181" fmla="*/ 6632283 h 6857996"/>
              <a:gd name="connsiteX182" fmla="*/ 5999458 w 12191993"/>
              <a:gd name="connsiteY182" fmla="*/ 6630479 h 6857996"/>
              <a:gd name="connsiteX183" fmla="*/ 6207117 w 12191993"/>
              <a:gd name="connsiteY183" fmla="*/ 6626221 h 6857996"/>
              <a:gd name="connsiteX184" fmla="*/ 6203942 w 12191993"/>
              <a:gd name="connsiteY184" fmla="*/ 6632571 h 6857996"/>
              <a:gd name="connsiteX185" fmla="*/ 6203942 w 12191993"/>
              <a:gd name="connsiteY185" fmla="*/ 6634159 h 6857996"/>
              <a:gd name="connsiteX186" fmla="*/ 6207117 w 12191993"/>
              <a:gd name="connsiteY186" fmla="*/ 6632571 h 6857996"/>
              <a:gd name="connsiteX187" fmla="*/ 6224580 w 12191993"/>
              <a:gd name="connsiteY187" fmla="*/ 6643684 h 6857996"/>
              <a:gd name="connsiteX188" fmla="*/ 6224580 w 12191993"/>
              <a:gd name="connsiteY188" fmla="*/ 6645271 h 6857996"/>
              <a:gd name="connsiteX189" fmla="*/ 6226168 w 12191993"/>
              <a:gd name="connsiteY189" fmla="*/ 6645271 h 6857996"/>
              <a:gd name="connsiteX190" fmla="*/ 6230930 w 12191993"/>
              <a:gd name="connsiteY190" fmla="*/ 6637334 h 6857996"/>
              <a:gd name="connsiteX191" fmla="*/ 6229343 w 12191993"/>
              <a:gd name="connsiteY191" fmla="*/ 6637334 h 6857996"/>
              <a:gd name="connsiteX192" fmla="*/ 6227755 w 12191993"/>
              <a:gd name="connsiteY192" fmla="*/ 6638921 h 6857996"/>
              <a:gd name="connsiteX193" fmla="*/ 6207117 w 12191993"/>
              <a:gd name="connsiteY193" fmla="*/ 6627809 h 6857996"/>
              <a:gd name="connsiteX194" fmla="*/ 6208705 w 12191993"/>
              <a:gd name="connsiteY194" fmla="*/ 6626221 h 6857996"/>
              <a:gd name="connsiteX195" fmla="*/ 6002331 w 12191993"/>
              <a:gd name="connsiteY195" fmla="*/ 6615108 h 6857996"/>
              <a:gd name="connsiteX196" fmla="*/ 6002331 w 12191993"/>
              <a:gd name="connsiteY196" fmla="*/ 6616696 h 6857996"/>
              <a:gd name="connsiteX197" fmla="*/ 5983280 w 12191993"/>
              <a:gd name="connsiteY197" fmla="*/ 6626221 h 6857996"/>
              <a:gd name="connsiteX198" fmla="*/ 5981693 w 12191993"/>
              <a:gd name="connsiteY198" fmla="*/ 6624634 h 6857996"/>
              <a:gd name="connsiteX199" fmla="*/ 5980106 w 12191993"/>
              <a:gd name="connsiteY199" fmla="*/ 6624634 h 6857996"/>
              <a:gd name="connsiteX200" fmla="*/ 5983280 w 12191993"/>
              <a:gd name="connsiteY200" fmla="*/ 6632571 h 6857996"/>
              <a:gd name="connsiteX201" fmla="*/ 5984868 w 12191993"/>
              <a:gd name="connsiteY201" fmla="*/ 6632571 h 6857996"/>
              <a:gd name="connsiteX202" fmla="*/ 5984868 w 12191993"/>
              <a:gd name="connsiteY202" fmla="*/ 6630984 h 6857996"/>
              <a:gd name="connsiteX203" fmla="*/ 6003918 w 12191993"/>
              <a:gd name="connsiteY203" fmla="*/ 6621458 h 6857996"/>
              <a:gd name="connsiteX204" fmla="*/ 6005507 w 12191993"/>
              <a:gd name="connsiteY204" fmla="*/ 6623046 h 6857996"/>
              <a:gd name="connsiteX205" fmla="*/ 6007094 w 12191993"/>
              <a:gd name="connsiteY205" fmla="*/ 6621458 h 6857996"/>
              <a:gd name="connsiteX206" fmla="*/ 6003918 w 12191993"/>
              <a:gd name="connsiteY206" fmla="*/ 6615108 h 6857996"/>
              <a:gd name="connsiteX207" fmla="*/ 6217912 w 12191993"/>
              <a:gd name="connsiteY207" fmla="*/ 6602408 h 6857996"/>
              <a:gd name="connsiteX208" fmla="*/ 6214737 w 12191993"/>
              <a:gd name="connsiteY208" fmla="*/ 6607999 h 6857996"/>
              <a:gd name="connsiteX209" fmla="*/ 6219817 w 12191993"/>
              <a:gd name="connsiteY209" fmla="*/ 6626945 h 6857996"/>
              <a:gd name="connsiteX210" fmla="*/ 6238550 w 12191993"/>
              <a:gd name="connsiteY210" fmla="*/ 6619802 h 6857996"/>
              <a:gd name="connsiteX211" fmla="*/ 6239503 w 12191993"/>
              <a:gd name="connsiteY211" fmla="*/ 6609241 h 6857996"/>
              <a:gd name="connsiteX212" fmla="*/ 6234423 w 12191993"/>
              <a:gd name="connsiteY212" fmla="*/ 6607067 h 6857996"/>
              <a:gd name="connsiteX213" fmla="*/ 6233470 w 12191993"/>
              <a:gd name="connsiteY213" fmla="*/ 6607999 h 6857996"/>
              <a:gd name="connsiteX214" fmla="*/ 6235693 w 12191993"/>
              <a:gd name="connsiteY214" fmla="*/ 6617628 h 6857996"/>
              <a:gd name="connsiteX215" fmla="*/ 6221722 w 12191993"/>
              <a:gd name="connsiteY215" fmla="*/ 6620112 h 6857996"/>
              <a:gd name="connsiteX216" fmla="*/ 6216642 w 12191993"/>
              <a:gd name="connsiteY216" fmla="*/ 6609863 h 6857996"/>
              <a:gd name="connsiteX217" fmla="*/ 6222992 w 12191993"/>
              <a:gd name="connsiteY217" fmla="*/ 6605825 h 6857996"/>
              <a:gd name="connsiteX218" fmla="*/ 6223310 w 12191993"/>
              <a:gd name="connsiteY218" fmla="*/ 6604272 h 6857996"/>
              <a:gd name="connsiteX219" fmla="*/ 6217912 w 12191993"/>
              <a:gd name="connsiteY219" fmla="*/ 6602408 h 6857996"/>
              <a:gd name="connsiteX220" fmla="*/ 6129330 w 12191993"/>
              <a:gd name="connsiteY220" fmla="*/ 6599233 h 6857996"/>
              <a:gd name="connsiteX221" fmla="*/ 6149968 w 12191993"/>
              <a:gd name="connsiteY221" fmla="*/ 6599233 h 6857996"/>
              <a:gd name="connsiteX222" fmla="*/ 6129330 w 12191993"/>
              <a:gd name="connsiteY222" fmla="*/ 6640508 h 6857996"/>
              <a:gd name="connsiteX223" fmla="*/ 6129330 w 12191993"/>
              <a:gd name="connsiteY223" fmla="*/ 6599233 h 6857996"/>
              <a:gd name="connsiteX224" fmla="*/ 6065830 w 12191993"/>
              <a:gd name="connsiteY224" fmla="*/ 6599233 h 6857996"/>
              <a:gd name="connsiteX225" fmla="*/ 6088055 w 12191993"/>
              <a:gd name="connsiteY225" fmla="*/ 6599233 h 6857996"/>
              <a:gd name="connsiteX226" fmla="*/ 6088055 w 12191993"/>
              <a:gd name="connsiteY226" fmla="*/ 6640508 h 6857996"/>
              <a:gd name="connsiteX227" fmla="*/ 6065830 w 12191993"/>
              <a:gd name="connsiteY227" fmla="*/ 6599233 h 6857996"/>
              <a:gd name="connsiteX228" fmla="*/ 5985060 w 12191993"/>
              <a:gd name="connsiteY228" fmla="*/ 6592919 h 6857996"/>
              <a:gd name="connsiteX229" fmla="*/ 5975325 w 12191993"/>
              <a:gd name="connsiteY229" fmla="*/ 6609935 h 6857996"/>
              <a:gd name="connsiteX230" fmla="*/ 5980978 w 12191993"/>
              <a:gd name="connsiteY230" fmla="*/ 6618283 h 6857996"/>
              <a:gd name="connsiteX231" fmla="*/ 5986630 w 12191993"/>
              <a:gd name="connsiteY231" fmla="*/ 6616999 h 6857996"/>
              <a:gd name="connsiteX232" fmla="*/ 5986630 w 12191993"/>
              <a:gd name="connsiteY232" fmla="*/ 6616036 h 6857996"/>
              <a:gd name="connsiteX233" fmla="*/ 5978465 w 12191993"/>
              <a:gd name="connsiteY233" fmla="*/ 6609293 h 6857996"/>
              <a:gd name="connsiteX234" fmla="*/ 5985688 w 12191993"/>
              <a:gd name="connsiteY234" fmla="*/ 6599340 h 6857996"/>
              <a:gd name="connsiteX235" fmla="*/ 5988828 w 12191993"/>
              <a:gd name="connsiteY235" fmla="*/ 6611862 h 6857996"/>
              <a:gd name="connsiteX236" fmla="*/ 5987886 w 12191993"/>
              <a:gd name="connsiteY236" fmla="*/ 6613146 h 6857996"/>
              <a:gd name="connsiteX237" fmla="*/ 5988200 w 12191993"/>
              <a:gd name="connsiteY237" fmla="*/ 6614430 h 6857996"/>
              <a:gd name="connsiteX238" fmla="*/ 5994166 w 12191993"/>
              <a:gd name="connsiteY238" fmla="*/ 6612825 h 6857996"/>
              <a:gd name="connsiteX239" fmla="*/ 5993538 w 12191993"/>
              <a:gd name="connsiteY239" fmla="*/ 6611541 h 6857996"/>
              <a:gd name="connsiteX240" fmla="*/ 5991340 w 12191993"/>
              <a:gd name="connsiteY240" fmla="*/ 6610578 h 6857996"/>
              <a:gd name="connsiteX241" fmla="*/ 5988828 w 12191993"/>
              <a:gd name="connsiteY241" fmla="*/ 6598377 h 6857996"/>
              <a:gd name="connsiteX242" fmla="*/ 5998249 w 12191993"/>
              <a:gd name="connsiteY242" fmla="*/ 6603193 h 6857996"/>
              <a:gd name="connsiteX243" fmla="*/ 5996365 w 12191993"/>
              <a:gd name="connsiteY243" fmla="*/ 6610899 h 6857996"/>
              <a:gd name="connsiteX244" fmla="*/ 5996992 w 12191993"/>
              <a:gd name="connsiteY244" fmla="*/ 6611862 h 6857996"/>
              <a:gd name="connsiteX245" fmla="*/ 6002330 w 12191993"/>
              <a:gd name="connsiteY245" fmla="*/ 6610257 h 6857996"/>
              <a:gd name="connsiteX246" fmla="*/ 6001388 w 12191993"/>
              <a:gd name="connsiteY246" fmla="*/ 6603835 h 6857996"/>
              <a:gd name="connsiteX247" fmla="*/ 5985060 w 12191993"/>
              <a:gd name="connsiteY247" fmla="*/ 6592919 h 6857996"/>
              <a:gd name="connsiteX248" fmla="*/ 6218230 w 12191993"/>
              <a:gd name="connsiteY248" fmla="*/ 6591296 h 6857996"/>
              <a:gd name="connsiteX249" fmla="*/ 6216642 w 12191993"/>
              <a:gd name="connsiteY249" fmla="*/ 6599234 h 6857996"/>
              <a:gd name="connsiteX250" fmla="*/ 6218230 w 12191993"/>
              <a:gd name="connsiteY250" fmla="*/ 6599234 h 6857996"/>
              <a:gd name="connsiteX251" fmla="*/ 6219817 w 12191993"/>
              <a:gd name="connsiteY251" fmla="*/ 6597646 h 6857996"/>
              <a:gd name="connsiteX252" fmla="*/ 6240455 w 12191993"/>
              <a:gd name="connsiteY252" fmla="*/ 6600821 h 6857996"/>
              <a:gd name="connsiteX253" fmla="*/ 6240455 w 12191993"/>
              <a:gd name="connsiteY253" fmla="*/ 6602409 h 6857996"/>
              <a:gd name="connsiteX254" fmla="*/ 6242043 w 12191993"/>
              <a:gd name="connsiteY254" fmla="*/ 6603996 h 6857996"/>
              <a:gd name="connsiteX255" fmla="*/ 6243630 w 12191993"/>
              <a:gd name="connsiteY255" fmla="*/ 6594471 h 6857996"/>
              <a:gd name="connsiteX256" fmla="*/ 6242043 w 12191993"/>
              <a:gd name="connsiteY256" fmla="*/ 6596059 h 6857996"/>
              <a:gd name="connsiteX257" fmla="*/ 6219817 w 12191993"/>
              <a:gd name="connsiteY257" fmla="*/ 6592884 h 6857996"/>
              <a:gd name="connsiteX258" fmla="*/ 6219817 w 12191993"/>
              <a:gd name="connsiteY258" fmla="*/ 6591296 h 6857996"/>
              <a:gd name="connsiteX259" fmla="*/ 4811421 w 12191993"/>
              <a:gd name="connsiteY259" fmla="*/ 6570659 h 6857996"/>
              <a:gd name="connsiteX260" fmla="*/ 4812359 w 12191993"/>
              <a:gd name="connsiteY260" fmla="*/ 6570659 h 6857996"/>
              <a:gd name="connsiteX261" fmla="*/ 4813298 w 12191993"/>
              <a:gd name="connsiteY261" fmla="*/ 6572952 h 6857996"/>
              <a:gd name="connsiteX262" fmla="*/ 4813298 w 12191993"/>
              <a:gd name="connsiteY262" fmla="*/ 6576883 h 6857996"/>
              <a:gd name="connsiteX263" fmla="*/ 4810796 w 12191993"/>
              <a:gd name="connsiteY263" fmla="*/ 6586056 h 6857996"/>
              <a:gd name="connsiteX264" fmla="*/ 4800166 w 12191993"/>
              <a:gd name="connsiteY264" fmla="*/ 6591297 h 6857996"/>
              <a:gd name="connsiteX265" fmla="*/ 4792659 w 12191993"/>
              <a:gd name="connsiteY265" fmla="*/ 6583763 h 6857996"/>
              <a:gd name="connsiteX266" fmla="*/ 4797977 w 12191993"/>
              <a:gd name="connsiteY266" fmla="*/ 6574918 h 6857996"/>
              <a:gd name="connsiteX267" fmla="*/ 4810169 w 12191993"/>
              <a:gd name="connsiteY267" fmla="*/ 6570987 h 6857996"/>
              <a:gd name="connsiteX268" fmla="*/ 4811421 w 12191993"/>
              <a:gd name="connsiteY268" fmla="*/ 6570659 h 6857996"/>
              <a:gd name="connsiteX269" fmla="*/ 5974078 w 12191993"/>
              <a:gd name="connsiteY269" fmla="*/ 6569071 h 6857996"/>
              <a:gd name="connsiteX270" fmla="*/ 5994394 w 12191993"/>
              <a:gd name="connsiteY270" fmla="*/ 6569721 h 6857996"/>
              <a:gd name="connsiteX271" fmla="*/ 5993749 w 12191993"/>
              <a:gd name="connsiteY271" fmla="*/ 6575566 h 6857996"/>
              <a:gd name="connsiteX272" fmla="*/ 5985364 w 12191993"/>
              <a:gd name="connsiteY272" fmla="*/ 6583035 h 6857996"/>
              <a:gd name="connsiteX273" fmla="*/ 5974078 w 12191993"/>
              <a:gd name="connsiteY273" fmla="*/ 6574267 h 6857996"/>
              <a:gd name="connsiteX274" fmla="*/ 5974078 w 12191993"/>
              <a:gd name="connsiteY274" fmla="*/ 6569071 h 6857996"/>
              <a:gd name="connsiteX275" fmla="*/ 5970895 w 12191993"/>
              <a:gd name="connsiteY275" fmla="*/ 6561133 h 6857996"/>
              <a:gd name="connsiteX276" fmla="*/ 5970895 w 12191993"/>
              <a:gd name="connsiteY276" fmla="*/ 6574627 h 6857996"/>
              <a:gd name="connsiteX277" fmla="*/ 5985016 w 12191993"/>
              <a:gd name="connsiteY277" fmla="*/ 6588121 h 6857996"/>
              <a:gd name="connsiteX278" fmla="*/ 5996628 w 12191993"/>
              <a:gd name="connsiteY278" fmla="*/ 6573342 h 6857996"/>
              <a:gd name="connsiteX279" fmla="*/ 5997568 w 12191993"/>
              <a:gd name="connsiteY279" fmla="*/ 6561776 h 6857996"/>
              <a:gd name="connsiteX280" fmla="*/ 5996000 w 12191993"/>
              <a:gd name="connsiteY280" fmla="*/ 6561776 h 6857996"/>
              <a:gd name="connsiteX281" fmla="*/ 5995058 w 12191993"/>
              <a:gd name="connsiteY281" fmla="*/ 6563382 h 6857996"/>
              <a:gd name="connsiteX282" fmla="*/ 5973718 w 12191993"/>
              <a:gd name="connsiteY282" fmla="*/ 6563061 h 6857996"/>
              <a:gd name="connsiteX283" fmla="*/ 5972463 w 12191993"/>
              <a:gd name="connsiteY283" fmla="*/ 6561133 h 6857996"/>
              <a:gd name="connsiteX284" fmla="*/ 5970895 w 12191993"/>
              <a:gd name="connsiteY284" fmla="*/ 6561133 h 6857996"/>
              <a:gd name="connsiteX285" fmla="*/ 6218230 w 12191993"/>
              <a:gd name="connsiteY285" fmla="*/ 6559546 h 6857996"/>
              <a:gd name="connsiteX286" fmla="*/ 6220070 w 12191993"/>
              <a:gd name="connsiteY286" fmla="*/ 6564826 h 6857996"/>
              <a:gd name="connsiteX287" fmla="*/ 6219764 w 12191993"/>
              <a:gd name="connsiteY287" fmla="*/ 6584394 h 6857996"/>
              <a:gd name="connsiteX288" fmla="*/ 6218537 w 12191993"/>
              <a:gd name="connsiteY288" fmla="*/ 6588121 h 6857996"/>
              <a:gd name="connsiteX289" fmla="*/ 6224364 w 12191993"/>
              <a:gd name="connsiteY289" fmla="*/ 6584394 h 6857996"/>
              <a:gd name="connsiteX290" fmla="*/ 6223137 w 12191993"/>
              <a:gd name="connsiteY290" fmla="*/ 6583773 h 6857996"/>
              <a:gd name="connsiteX291" fmla="*/ 6222830 w 12191993"/>
              <a:gd name="connsiteY291" fmla="*/ 6577561 h 6857996"/>
              <a:gd name="connsiteX292" fmla="*/ 6243685 w 12191993"/>
              <a:gd name="connsiteY292" fmla="*/ 6577250 h 6857996"/>
              <a:gd name="connsiteX293" fmla="*/ 6244605 w 12191993"/>
              <a:gd name="connsiteY293" fmla="*/ 6578803 h 6857996"/>
              <a:gd name="connsiteX294" fmla="*/ 6245218 w 12191993"/>
              <a:gd name="connsiteY294" fmla="*/ 6579114 h 6857996"/>
              <a:gd name="connsiteX295" fmla="*/ 6245218 w 12191993"/>
              <a:gd name="connsiteY295" fmla="*/ 6571349 h 6857996"/>
              <a:gd name="connsiteX296" fmla="*/ 6243992 w 12191993"/>
              <a:gd name="connsiteY296" fmla="*/ 6571349 h 6857996"/>
              <a:gd name="connsiteX297" fmla="*/ 6243685 w 12191993"/>
              <a:gd name="connsiteY297" fmla="*/ 6572281 h 6857996"/>
              <a:gd name="connsiteX298" fmla="*/ 6222524 w 12191993"/>
              <a:gd name="connsiteY298" fmla="*/ 6572591 h 6857996"/>
              <a:gd name="connsiteX299" fmla="*/ 6223444 w 12191993"/>
              <a:gd name="connsiteY299" fmla="*/ 6564516 h 6857996"/>
              <a:gd name="connsiteX300" fmla="*/ 6224977 w 12191993"/>
              <a:gd name="connsiteY300" fmla="*/ 6563895 h 6857996"/>
              <a:gd name="connsiteX301" fmla="*/ 6218230 w 12191993"/>
              <a:gd name="connsiteY301" fmla="*/ 6559546 h 6857996"/>
              <a:gd name="connsiteX302" fmla="*/ 5983809 w 12191993"/>
              <a:gd name="connsiteY302" fmla="*/ 6552364 h 6857996"/>
              <a:gd name="connsiteX303" fmla="*/ 5982298 w 12191993"/>
              <a:gd name="connsiteY303" fmla="*/ 6556900 h 6857996"/>
              <a:gd name="connsiteX304" fmla="*/ 5985926 w 12191993"/>
              <a:gd name="connsiteY304" fmla="*/ 6558790 h 6857996"/>
              <a:gd name="connsiteX305" fmla="*/ 5987437 w 12191993"/>
              <a:gd name="connsiteY305" fmla="*/ 6553498 h 6857996"/>
              <a:gd name="connsiteX306" fmla="*/ 5983809 w 12191993"/>
              <a:gd name="connsiteY306" fmla="*/ 6552364 h 6857996"/>
              <a:gd name="connsiteX307" fmla="*/ 5026508 w 12191993"/>
              <a:gd name="connsiteY307" fmla="*/ 6543672 h 6857996"/>
              <a:gd name="connsiteX308" fmla="*/ 5043486 w 12191993"/>
              <a:gd name="connsiteY308" fmla="*/ 6568904 h 6857996"/>
              <a:gd name="connsiteX309" fmla="*/ 5027743 w 12191993"/>
              <a:gd name="connsiteY309" fmla="*/ 6591297 h 6857996"/>
              <a:gd name="connsiteX310" fmla="*/ 5010148 w 12191993"/>
              <a:gd name="connsiteY310" fmla="*/ 6566696 h 6857996"/>
              <a:gd name="connsiteX311" fmla="*/ 5026508 w 12191993"/>
              <a:gd name="connsiteY311" fmla="*/ 6543672 h 6857996"/>
              <a:gd name="connsiteX312" fmla="*/ 4954742 w 12191993"/>
              <a:gd name="connsiteY312" fmla="*/ 6543672 h 6857996"/>
              <a:gd name="connsiteX313" fmla="*/ 4968873 w 12191993"/>
              <a:gd name="connsiteY313" fmla="*/ 6566831 h 6857996"/>
              <a:gd name="connsiteX314" fmla="*/ 4951602 w 12191993"/>
              <a:gd name="connsiteY314" fmla="*/ 6592885 h 6857996"/>
              <a:gd name="connsiteX315" fmla="*/ 4941867 w 12191993"/>
              <a:gd name="connsiteY315" fmla="*/ 6587739 h 6857996"/>
              <a:gd name="connsiteX316" fmla="*/ 4940297 w 12191993"/>
              <a:gd name="connsiteY316" fmla="*/ 6571334 h 6857996"/>
              <a:gd name="connsiteX317" fmla="*/ 4942494 w 12191993"/>
              <a:gd name="connsiteY317" fmla="*/ 6553965 h 6857996"/>
              <a:gd name="connsiteX318" fmla="*/ 4954742 w 12191993"/>
              <a:gd name="connsiteY318" fmla="*/ 6543672 h 6857996"/>
              <a:gd name="connsiteX319" fmla="*/ 5178611 w 12191993"/>
              <a:gd name="connsiteY319" fmla="*/ 6542084 h 6857996"/>
              <a:gd name="connsiteX320" fmla="*/ 5189759 w 12191993"/>
              <a:gd name="connsiteY320" fmla="*/ 6548752 h 6857996"/>
              <a:gd name="connsiteX321" fmla="*/ 5192710 w 12191993"/>
              <a:gd name="connsiteY321" fmla="*/ 6566214 h 6857996"/>
              <a:gd name="connsiteX322" fmla="*/ 5178611 w 12191993"/>
              <a:gd name="connsiteY322" fmla="*/ 6589709 h 6857996"/>
              <a:gd name="connsiteX323" fmla="*/ 5162548 w 12191993"/>
              <a:gd name="connsiteY323" fmla="*/ 6564944 h 6857996"/>
              <a:gd name="connsiteX324" fmla="*/ 5178611 w 12191993"/>
              <a:gd name="connsiteY324" fmla="*/ 6542084 h 6857996"/>
              <a:gd name="connsiteX325" fmla="*/ 4872968 w 12191993"/>
              <a:gd name="connsiteY325" fmla="*/ 6542084 h 6857996"/>
              <a:gd name="connsiteX326" fmla="*/ 4883528 w 12191993"/>
              <a:gd name="connsiteY326" fmla="*/ 6548752 h 6857996"/>
              <a:gd name="connsiteX327" fmla="*/ 4886321 w 12191993"/>
              <a:gd name="connsiteY327" fmla="*/ 6566214 h 6857996"/>
              <a:gd name="connsiteX328" fmla="*/ 4872968 w 12191993"/>
              <a:gd name="connsiteY328" fmla="*/ 6589709 h 6857996"/>
              <a:gd name="connsiteX329" fmla="*/ 4857745 w 12191993"/>
              <a:gd name="connsiteY329" fmla="*/ 6564944 h 6857996"/>
              <a:gd name="connsiteX330" fmla="*/ 4872968 w 12191993"/>
              <a:gd name="connsiteY330" fmla="*/ 6542084 h 6857996"/>
              <a:gd name="connsiteX331" fmla="*/ 5579869 w 12191993"/>
              <a:gd name="connsiteY331" fmla="*/ 6540496 h 6857996"/>
              <a:gd name="connsiteX332" fmla="*/ 5587389 w 12191993"/>
              <a:gd name="connsiteY332" fmla="*/ 6544134 h 6857996"/>
              <a:gd name="connsiteX333" fmla="*/ 5589582 w 12191993"/>
              <a:gd name="connsiteY333" fmla="*/ 6551741 h 6857996"/>
              <a:gd name="connsiteX334" fmla="*/ 5587077 w 12191993"/>
              <a:gd name="connsiteY334" fmla="*/ 6554387 h 6857996"/>
              <a:gd name="connsiteX335" fmla="*/ 5576110 w 12191993"/>
              <a:gd name="connsiteY335" fmla="*/ 6555710 h 6857996"/>
              <a:gd name="connsiteX336" fmla="*/ 5570157 w 12191993"/>
              <a:gd name="connsiteY336" fmla="*/ 6556041 h 6857996"/>
              <a:gd name="connsiteX337" fmla="*/ 5567337 w 12191993"/>
              <a:gd name="connsiteY337" fmla="*/ 6556371 h 6857996"/>
              <a:gd name="connsiteX338" fmla="*/ 5565771 w 12191993"/>
              <a:gd name="connsiteY338" fmla="*/ 6554718 h 6857996"/>
              <a:gd name="connsiteX339" fmla="*/ 5569217 w 12191993"/>
              <a:gd name="connsiteY339" fmla="*/ 6545788 h 6857996"/>
              <a:gd name="connsiteX340" fmla="*/ 5579869 w 12191993"/>
              <a:gd name="connsiteY340" fmla="*/ 6540496 h 6857996"/>
              <a:gd name="connsiteX341" fmla="*/ 6129330 w 12191993"/>
              <a:gd name="connsiteY341" fmla="*/ 6537321 h 6857996"/>
              <a:gd name="connsiteX342" fmla="*/ 6173780 w 12191993"/>
              <a:gd name="connsiteY342" fmla="*/ 6537321 h 6857996"/>
              <a:gd name="connsiteX343" fmla="*/ 6166631 w 12191993"/>
              <a:gd name="connsiteY343" fmla="*/ 6559546 h 6857996"/>
              <a:gd name="connsiteX344" fmla="*/ 6129330 w 12191993"/>
              <a:gd name="connsiteY344" fmla="*/ 6559546 h 6857996"/>
              <a:gd name="connsiteX345" fmla="*/ 6129330 w 12191993"/>
              <a:gd name="connsiteY345" fmla="*/ 6537321 h 6857996"/>
              <a:gd name="connsiteX346" fmla="*/ 6096878 w 12191993"/>
              <a:gd name="connsiteY346" fmla="*/ 6537321 h 6857996"/>
              <a:gd name="connsiteX347" fmla="*/ 6108373 w 12191993"/>
              <a:gd name="connsiteY347" fmla="*/ 6537321 h 6857996"/>
              <a:gd name="connsiteX348" fmla="*/ 6119869 w 12191993"/>
              <a:gd name="connsiteY348" fmla="*/ 6537321 h 6857996"/>
              <a:gd name="connsiteX349" fmla="*/ 6119869 w 12191993"/>
              <a:gd name="connsiteY349" fmla="*/ 6568512 h 6857996"/>
              <a:gd name="connsiteX350" fmla="*/ 6164255 w 12191993"/>
              <a:gd name="connsiteY350" fmla="*/ 6568512 h 6857996"/>
              <a:gd name="connsiteX351" fmla="*/ 6162659 w 12191993"/>
              <a:gd name="connsiteY351" fmla="*/ 6572012 h 6857996"/>
              <a:gd name="connsiteX352" fmla="*/ 6154995 w 12191993"/>
              <a:gd name="connsiteY352" fmla="*/ 6590154 h 6857996"/>
              <a:gd name="connsiteX353" fmla="*/ 6124659 w 12191993"/>
              <a:gd name="connsiteY353" fmla="*/ 6590154 h 6857996"/>
              <a:gd name="connsiteX354" fmla="*/ 6119869 w 12191993"/>
              <a:gd name="connsiteY354" fmla="*/ 6590154 h 6857996"/>
              <a:gd name="connsiteX355" fmla="*/ 6119869 w 12191993"/>
              <a:gd name="connsiteY355" fmla="*/ 6655080 h 6857996"/>
              <a:gd name="connsiteX356" fmla="*/ 6110928 w 12191993"/>
              <a:gd name="connsiteY356" fmla="*/ 6666538 h 6857996"/>
              <a:gd name="connsiteX357" fmla="*/ 6108373 w 12191993"/>
              <a:gd name="connsiteY357" fmla="*/ 6669084 h 6857996"/>
              <a:gd name="connsiteX358" fmla="*/ 6105819 w 12191993"/>
              <a:gd name="connsiteY358" fmla="*/ 6666538 h 6857996"/>
              <a:gd name="connsiteX359" fmla="*/ 6096878 w 12191993"/>
              <a:gd name="connsiteY359" fmla="*/ 6655080 h 6857996"/>
              <a:gd name="connsiteX360" fmla="*/ 6096878 w 12191993"/>
              <a:gd name="connsiteY360" fmla="*/ 6590154 h 6857996"/>
              <a:gd name="connsiteX361" fmla="*/ 6092407 w 12191993"/>
              <a:gd name="connsiteY361" fmla="*/ 6590154 h 6857996"/>
              <a:gd name="connsiteX362" fmla="*/ 6062391 w 12191993"/>
              <a:gd name="connsiteY362" fmla="*/ 6590154 h 6857996"/>
              <a:gd name="connsiteX363" fmla="*/ 6054727 w 12191993"/>
              <a:gd name="connsiteY363" fmla="*/ 6572012 h 6857996"/>
              <a:gd name="connsiteX364" fmla="*/ 6053130 w 12191993"/>
              <a:gd name="connsiteY364" fmla="*/ 6568512 h 6857996"/>
              <a:gd name="connsiteX365" fmla="*/ 6096878 w 12191993"/>
              <a:gd name="connsiteY365" fmla="*/ 6568512 h 6857996"/>
              <a:gd name="connsiteX366" fmla="*/ 6096878 w 12191993"/>
              <a:gd name="connsiteY366" fmla="*/ 6537321 h 6857996"/>
              <a:gd name="connsiteX367" fmla="*/ 6042017 w 12191993"/>
              <a:gd name="connsiteY367" fmla="*/ 6537321 h 6857996"/>
              <a:gd name="connsiteX368" fmla="*/ 6088055 w 12191993"/>
              <a:gd name="connsiteY368" fmla="*/ 6537321 h 6857996"/>
              <a:gd name="connsiteX369" fmla="*/ 6088055 w 12191993"/>
              <a:gd name="connsiteY369" fmla="*/ 6559546 h 6857996"/>
              <a:gd name="connsiteX370" fmla="*/ 6049150 w 12191993"/>
              <a:gd name="connsiteY370" fmla="*/ 6559546 h 6857996"/>
              <a:gd name="connsiteX371" fmla="*/ 6042017 w 12191993"/>
              <a:gd name="connsiteY371" fmla="*/ 6537321 h 6857996"/>
              <a:gd name="connsiteX372" fmla="*/ 5089323 w 12191993"/>
              <a:gd name="connsiteY372" fmla="*/ 6532559 h 6857996"/>
              <a:gd name="connsiteX373" fmla="*/ 5087120 w 12191993"/>
              <a:gd name="connsiteY373" fmla="*/ 6532877 h 6857996"/>
              <a:gd name="connsiteX374" fmla="*/ 5067916 w 12191993"/>
              <a:gd name="connsiteY374" fmla="*/ 6534782 h 6857996"/>
              <a:gd name="connsiteX375" fmla="*/ 5065710 w 12191993"/>
              <a:gd name="connsiteY375" fmla="*/ 6536687 h 6857996"/>
              <a:gd name="connsiteX376" fmla="*/ 5065710 w 12191993"/>
              <a:gd name="connsiteY376" fmla="*/ 6538909 h 6857996"/>
              <a:gd name="connsiteX377" fmla="*/ 5069489 w 12191993"/>
              <a:gd name="connsiteY377" fmla="*/ 6541132 h 6857996"/>
              <a:gd name="connsiteX378" fmla="*/ 5074842 w 12191993"/>
              <a:gd name="connsiteY378" fmla="*/ 6558277 h 6857996"/>
              <a:gd name="connsiteX379" fmla="*/ 5074842 w 12191993"/>
              <a:gd name="connsiteY379" fmla="*/ 6570025 h 6857996"/>
              <a:gd name="connsiteX380" fmla="*/ 5074842 w 12191993"/>
              <a:gd name="connsiteY380" fmla="*/ 6577010 h 6857996"/>
              <a:gd name="connsiteX381" fmla="*/ 5074842 w 12191993"/>
              <a:gd name="connsiteY381" fmla="*/ 6582725 h 6857996"/>
              <a:gd name="connsiteX382" fmla="*/ 5080824 w 12191993"/>
              <a:gd name="connsiteY382" fmla="*/ 6597012 h 6857996"/>
              <a:gd name="connsiteX383" fmla="*/ 5094046 w 12191993"/>
              <a:gd name="connsiteY383" fmla="*/ 6600505 h 6857996"/>
              <a:gd name="connsiteX384" fmla="*/ 5112304 w 12191993"/>
              <a:gd name="connsiteY384" fmla="*/ 6590980 h 6857996"/>
              <a:gd name="connsiteX385" fmla="*/ 5115138 w 12191993"/>
              <a:gd name="connsiteY385" fmla="*/ 6588757 h 6857996"/>
              <a:gd name="connsiteX386" fmla="*/ 5116398 w 12191993"/>
              <a:gd name="connsiteY386" fmla="*/ 6591615 h 6857996"/>
              <a:gd name="connsiteX387" fmla="*/ 5118599 w 12191993"/>
              <a:gd name="connsiteY387" fmla="*/ 6600822 h 6857996"/>
              <a:gd name="connsiteX388" fmla="*/ 5120489 w 12191993"/>
              <a:gd name="connsiteY388" fmla="*/ 6600505 h 6857996"/>
              <a:gd name="connsiteX389" fmla="*/ 5138120 w 12191993"/>
              <a:gd name="connsiteY389" fmla="*/ 6597965 h 6857996"/>
              <a:gd name="connsiteX390" fmla="*/ 5140322 w 12191993"/>
              <a:gd name="connsiteY390" fmla="*/ 6595742 h 6857996"/>
              <a:gd name="connsiteX391" fmla="*/ 5140322 w 12191993"/>
              <a:gd name="connsiteY391" fmla="*/ 6594155 h 6857996"/>
              <a:gd name="connsiteX392" fmla="*/ 5137805 w 12191993"/>
              <a:gd name="connsiteY392" fmla="*/ 6591932 h 6857996"/>
              <a:gd name="connsiteX393" fmla="*/ 5131195 w 12191993"/>
              <a:gd name="connsiteY393" fmla="*/ 6586535 h 6857996"/>
              <a:gd name="connsiteX394" fmla="*/ 5130565 w 12191993"/>
              <a:gd name="connsiteY394" fmla="*/ 6564627 h 6857996"/>
              <a:gd name="connsiteX395" fmla="*/ 5130565 w 12191993"/>
              <a:gd name="connsiteY395" fmla="*/ 6555419 h 6857996"/>
              <a:gd name="connsiteX396" fmla="*/ 5130565 w 12191993"/>
              <a:gd name="connsiteY396" fmla="*/ 6546847 h 6857996"/>
              <a:gd name="connsiteX397" fmla="*/ 5130880 w 12191993"/>
              <a:gd name="connsiteY397" fmla="*/ 6537639 h 6857996"/>
              <a:gd name="connsiteX398" fmla="*/ 5131195 w 12191993"/>
              <a:gd name="connsiteY398" fmla="*/ 6534147 h 6857996"/>
              <a:gd name="connsiteX399" fmla="*/ 5129304 w 12191993"/>
              <a:gd name="connsiteY399" fmla="*/ 6532559 h 6857996"/>
              <a:gd name="connsiteX400" fmla="*/ 5127416 w 12191993"/>
              <a:gd name="connsiteY400" fmla="*/ 6532877 h 6857996"/>
              <a:gd name="connsiteX401" fmla="*/ 5108842 w 12191993"/>
              <a:gd name="connsiteY401" fmla="*/ 6534782 h 6857996"/>
              <a:gd name="connsiteX402" fmla="*/ 5106638 w 12191993"/>
              <a:gd name="connsiteY402" fmla="*/ 6536687 h 6857996"/>
              <a:gd name="connsiteX403" fmla="*/ 5106638 w 12191993"/>
              <a:gd name="connsiteY403" fmla="*/ 6538909 h 6857996"/>
              <a:gd name="connsiteX404" fmla="*/ 5110102 w 12191993"/>
              <a:gd name="connsiteY404" fmla="*/ 6541132 h 6857996"/>
              <a:gd name="connsiteX405" fmla="*/ 5115138 w 12191993"/>
              <a:gd name="connsiteY405" fmla="*/ 6544942 h 6857996"/>
              <a:gd name="connsiteX406" fmla="*/ 5115768 w 12191993"/>
              <a:gd name="connsiteY406" fmla="*/ 6558277 h 6857996"/>
              <a:gd name="connsiteX407" fmla="*/ 5115768 w 12191993"/>
              <a:gd name="connsiteY407" fmla="*/ 6564627 h 6857996"/>
              <a:gd name="connsiteX408" fmla="*/ 5113564 w 12191993"/>
              <a:gd name="connsiteY408" fmla="*/ 6581455 h 6857996"/>
              <a:gd name="connsiteX409" fmla="*/ 5100026 w 12191993"/>
              <a:gd name="connsiteY409" fmla="*/ 6588757 h 6857996"/>
              <a:gd name="connsiteX410" fmla="*/ 5091842 w 12191993"/>
              <a:gd name="connsiteY410" fmla="*/ 6585265 h 6857996"/>
              <a:gd name="connsiteX411" fmla="*/ 5089639 w 12191993"/>
              <a:gd name="connsiteY411" fmla="*/ 6568437 h 6857996"/>
              <a:gd name="connsiteX412" fmla="*/ 5089639 w 12191993"/>
              <a:gd name="connsiteY412" fmla="*/ 6557959 h 6857996"/>
              <a:gd name="connsiteX413" fmla="*/ 5090582 w 12191993"/>
              <a:gd name="connsiteY413" fmla="*/ 6537004 h 6857996"/>
              <a:gd name="connsiteX414" fmla="*/ 5090582 w 12191993"/>
              <a:gd name="connsiteY414" fmla="*/ 6534147 h 6857996"/>
              <a:gd name="connsiteX415" fmla="*/ 5089323 w 12191993"/>
              <a:gd name="connsiteY415" fmla="*/ 6532559 h 6857996"/>
              <a:gd name="connsiteX416" fmla="*/ 5027612 w 12191993"/>
              <a:gd name="connsiteY416" fmla="*/ 6532559 h 6857996"/>
              <a:gd name="connsiteX417" fmla="*/ 5003796 w 12191993"/>
              <a:gd name="connsiteY417" fmla="*/ 6542129 h 6857996"/>
              <a:gd name="connsiteX418" fmla="*/ 4994273 w 12191993"/>
              <a:gd name="connsiteY418" fmla="*/ 6568605 h 6857996"/>
              <a:gd name="connsiteX419" fmla="*/ 5025071 w 12191993"/>
              <a:gd name="connsiteY419" fmla="*/ 6600822 h 6857996"/>
              <a:gd name="connsiteX420" fmla="*/ 5051107 w 12191993"/>
              <a:gd name="connsiteY420" fmla="*/ 6589658 h 6857996"/>
              <a:gd name="connsiteX421" fmla="*/ 5059361 w 12191993"/>
              <a:gd name="connsiteY421" fmla="*/ 6565096 h 6857996"/>
              <a:gd name="connsiteX422" fmla="*/ 5054599 w 12191993"/>
              <a:gd name="connsiteY422" fmla="*/ 6546276 h 6857996"/>
              <a:gd name="connsiteX423" fmla="*/ 5027612 w 12191993"/>
              <a:gd name="connsiteY423" fmla="*/ 6532559 h 6857996"/>
              <a:gd name="connsiteX424" fmla="*/ 4803177 w 12191993"/>
              <a:gd name="connsiteY424" fmla="*/ 6532559 h 6857996"/>
              <a:gd name="connsiteX425" fmla="*/ 4786838 w 12191993"/>
              <a:gd name="connsiteY425" fmla="*/ 6534491 h 6857996"/>
              <a:gd name="connsiteX426" fmla="*/ 4781497 w 12191993"/>
              <a:gd name="connsiteY426" fmla="*/ 6540285 h 6857996"/>
              <a:gd name="connsiteX427" fmla="*/ 4780556 w 12191993"/>
              <a:gd name="connsiteY427" fmla="*/ 6547366 h 6857996"/>
              <a:gd name="connsiteX428" fmla="*/ 4780556 w 12191993"/>
              <a:gd name="connsiteY428" fmla="*/ 6548010 h 6857996"/>
              <a:gd name="connsiteX429" fmla="*/ 4781497 w 12191993"/>
              <a:gd name="connsiteY429" fmla="*/ 6549619 h 6857996"/>
              <a:gd name="connsiteX430" fmla="*/ 4783384 w 12191993"/>
              <a:gd name="connsiteY430" fmla="*/ 6548976 h 6857996"/>
              <a:gd name="connsiteX431" fmla="*/ 4801291 w 12191993"/>
              <a:gd name="connsiteY431" fmla="*/ 6543825 h 6857996"/>
              <a:gd name="connsiteX432" fmla="*/ 4812916 w 12191993"/>
              <a:gd name="connsiteY432" fmla="*/ 6556379 h 6857996"/>
              <a:gd name="connsiteX433" fmla="*/ 4812916 w 12191993"/>
              <a:gd name="connsiteY433" fmla="*/ 6558632 h 6857996"/>
              <a:gd name="connsiteX434" fmla="*/ 4804747 w 12191993"/>
              <a:gd name="connsiteY434" fmla="*/ 6565070 h 6857996"/>
              <a:gd name="connsiteX435" fmla="*/ 4787782 w 12191993"/>
              <a:gd name="connsiteY435" fmla="*/ 6568611 h 6857996"/>
              <a:gd name="connsiteX436" fmla="*/ 4779927 w 12191993"/>
              <a:gd name="connsiteY436" fmla="*/ 6571508 h 6857996"/>
              <a:gd name="connsiteX437" fmla="*/ 4776786 w 12191993"/>
              <a:gd name="connsiteY437" fmla="*/ 6584705 h 6857996"/>
              <a:gd name="connsiteX438" fmla="*/ 4791238 w 12191993"/>
              <a:gd name="connsiteY438" fmla="*/ 6601444 h 6857996"/>
              <a:gd name="connsiteX439" fmla="*/ 4804120 w 12191993"/>
              <a:gd name="connsiteY439" fmla="*/ 6597903 h 6857996"/>
              <a:gd name="connsiteX440" fmla="*/ 4811661 w 12191993"/>
              <a:gd name="connsiteY440" fmla="*/ 6592109 h 6857996"/>
              <a:gd name="connsiteX441" fmla="*/ 4812602 w 12191993"/>
              <a:gd name="connsiteY441" fmla="*/ 6591787 h 6857996"/>
              <a:gd name="connsiteX442" fmla="*/ 4813545 w 12191993"/>
              <a:gd name="connsiteY442" fmla="*/ 6595328 h 6857996"/>
              <a:gd name="connsiteX443" fmla="*/ 4814174 w 12191993"/>
              <a:gd name="connsiteY443" fmla="*/ 6600478 h 6857996"/>
              <a:gd name="connsiteX444" fmla="*/ 4816372 w 12191993"/>
              <a:gd name="connsiteY444" fmla="*/ 6602409 h 6857996"/>
              <a:gd name="connsiteX445" fmla="*/ 4819200 w 12191993"/>
              <a:gd name="connsiteY445" fmla="*/ 6602409 h 6857996"/>
              <a:gd name="connsiteX446" fmla="*/ 4834596 w 12191993"/>
              <a:gd name="connsiteY446" fmla="*/ 6599512 h 6857996"/>
              <a:gd name="connsiteX447" fmla="*/ 4837109 w 12191993"/>
              <a:gd name="connsiteY447" fmla="*/ 6597259 h 6857996"/>
              <a:gd name="connsiteX448" fmla="*/ 4837109 w 12191993"/>
              <a:gd name="connsiteY448" fmla="*/ 6595328 h 6857996"/>
              <a:gd name="connsiteX449" fmla="*/ 4833968 w 12191993"/>
              <a:gd name="connsiteY449" fmla="*/ 6593074 h 6857996"/>
              <a:gd name="connsiteX450" fmla="*/ 4828312 w 12191993"/>
              <a:gd name="connsiteY450" fmla="*/ 6591465 h 6857996"/>
              <a:gd name="connsiteX451" fmla="*/ 4826740 w 12191993"/>
              <a:gd name="connsiteY451" fmla="*/ 6576336 h 6857996"/>
              <a:gd name="connsiteX452" fmla="*/ 4827371 w 12191993"/>
              <a:gd name="connsiteY452" fmla="*/ 6551551 h 6857996"/>
              <a:gd name="connsiteX453" fmla="*/ 4803177 w 12191993"/>
              <a:gd name="connsiteY453" fmla="*/ 6532559 h 6857996"/>
              <a:gd name="connsiteX454" fmla="*/ 6236007 w 12191993"/>
              <a:gd name="connsiteY454" fmla="*/ 6532558 h 6857996"/>
              <a:gd name="connsiteX455" fmla="*/ 6230040 w 12191993"/>
              <a:gd name="connsiteY455" fmla="*/ 6533843 h 6857996"/>
              <a:gd name="connsiteX456" fmla="*/ 6230040 w 12191993"/>
              <a:gd name="connsiteY456" fmla="*/ 6534806 h 6857996"/>
              <a:gd name="connsiteX457" fmla="*/ 6238658 w 12191993"/>
              <a:gd name="connsiteY457" fmla="*/ 6541869 h 6857996"/>
              <a:gd name="connsiteX458" fmla="*/ 6231035 w 12191993"/>
              <a:gd name="connsiteY458" fmla="*/ 6551822 h 6857996"/>
              <a:gd name="connsiteX459" fmla="*/ 6227720 w 12191993"/>
              <a:gd name="connsiteY459" fmla="*/ 6538980 h 6857996"/>
              <a:gd name="connsiteX460" fmla="*/ 6228714 w 12191993"/>
              <a:gd name="connsiteY460" fmla="*/ 6537374 h 6857996"/>
              <a:gd name="connsiteX461" fmla="*/ 6228383 w 12191993"/>
              <a:gd name="connsiteY461" fmla="*/ 6536411 h 6857996"/>
              <a:gd name="connsiteX462" fmla="*/ 6222417 w 12191993"/>
              <a:gd name="connsiteY462" fmla="*/ 6538016 h 6857996"/>
              <a:gd name="connsiteX463" fmla="*/ 6222748 w 12191993"/>
              <a:gd name="connsiteY463" fmla="*/ 6539301 h 6857996"/>
              <a:gd name="connsiteX464" fmla="*/ 6225068 w 12191993"/>
              <a:gd name="connsiteY464" fmla="*/ 6540264 h 6857996"/>
              <a:gd name="connsiteX465" fmla="*/ 6227720 w 12191993"/>
              <a:gd name="connsiteY465" fmla="*/ 6552785 h 6857996"/>
              <a:gd name="connsiteX466" fmla="*/ 6217776 w 12191993"/>
              <a:gd name="connsiteY466" fmla="*/ 6547648 h 6857996"/>
              <a:gd name="connsiteX467" fmla="*/ 6220096 w 12191993"/>
              <a:gd name="connsiteY467" fmla="*/ 6539943 h 6857996"/>
              <a:gd name="connsiteX468" fmla="*/ 6219102 w 12191993"/>
              <a:gd name="connsiteY468" fmla="*/ 6538980 h 6857996"/>
              <a:gd name="connsiteX469" fmla="*/ 6213467 w 12191993"/>
              <a:gd name="connsiteY469" fmla="*/ 6540264 h 6857996"/>
              <a:gd name="connsiteX470" fmla="*/ 6214793 w 12191993"/>
              <a:gd name="connsiteY470" fmla="*/ 6547006 h 6857996"/>
              <a:gd name="connsiteX471" fmla="*/ 6231698 w 12191993"/>
              <a:gd name="connsiteY471" fmla="*/ 6558244 h 6857996"/>
              <a:gd name="connsiteX472" fmla="*/ 6241973 w 12191993"/>
              <a:gd name="connsiteY472" fmla="*/ 6541227 h 6857996"/>
              <a:gd name="connsiteX473" fmla="*/ 6236007 w 12191993"/>
              <a:gd name="connsiteY473" fmla="*/ 6532558 h 6857996"/>
              <a:gd name="connsiteX474" fmla="*/ 5837231 w 12191993"/>
              <a:gd name="connsiteY474" fmla="*/ 6532558 h 6857996"/>
              <a:gd name="connsiteX475" fmla="*/ 5835644 w 12191993"/>
              <a:gd name="connsiteY475" fmla="*/ 6534151 h 6857996"/>
              <a:gd name="connsiteX476" fmla="*/ 5835644 w 12191993"/>
              <a:gd name="connsiteY476" fmla="*/ 6536381 h 6857996"/>
              <a:gd name="connsiteX477" fmla="*/ 5836915 w 12191993"/>
              <a:gd name="connsiteY477" fmla="*/ 6538612 h 6857996"/>
              <a:gd name="connsiteX478" fmla="*/ 5841676 w 12191993"/>
              <a:gd name="connsiteY478" fmla="*/ 6543072 h 6857996"/>
              <a:gd name="connsiteX479" fmla="*/ 5847074 w 12191993"/>
              <a:gd name="connsiteY479" fmla="*/ 6555816 h 6857996"/>
              <a:gd name="connsiteX480" fmla="*/ 5860408 w 12191993"/>
              <a:gd name="connsiteY480" fmla="*/ 6587357 h 6857996"/>
              <a:gd name="connsiteX481" fmla="*/ 5865488 w 12191993"/>
              <a:gd name="connsiteY481" fmla="*/ 6597234 h 6857996"/>
              <a:gd name="connsiteX482" fmla="*/ 5866123 w 12191993"/>
              <a:gd name="connsiteY482" fmla="*/ 6598190 h 6857996"/>
              <a:gd name="connsiteX483" fmla="*/ 5865171 w 12191993"/>
              <a:gd name="connsiteY483" fmla="*/ 6600738 h 6857996"/>
              <a:gd name="connsiteX484" fmla="*/ 5851518 w 12191993"/>
              <a:gd name="connsiteY484" fmla="*/ 6611571 h 6857996"/>
              <a:gd name="connsiteX485" fmla="*/ 5841358 w 12191993"/>
              <a:gd name="connsiteY485" fmla="*/ 6609978 h 6857996"/>
              <a:gd name="connsiteX486" fmla="*/ 5840406 w 12191993"/>
              <a:gd name="connsiteY486" fmla="*/ 6609978 h 6857996"/>
              <a:gd name="connsiteX487" fmla="*/ 5839136 w 12191993"/>
              <a:gd name="connsiteY487" fmla="*/ 6611889 h 6857996"/>
              <a:gd name="connsiteX488" fmla="*/ 5839136 w 12191993"/>
              <a:gd name="connsiteY488" fmla="*/ 6614119 h 6857996"/>
              <a:gd name="connsiteX489" fmla="*/ 5838818 w 12191993"/>
              <a:gd name="connsiteY489" fmla="*/ 6617305 h 6857996"/>
              <a:gd name="connsiteX490" fmla="*/ 5850566 w 12191993"/>
              <a:gd name="connsiteY490" fmla="*/ 6624633 h 6857996"/>
              <a:gd name="connsiteX491" fmla="*/ 5864218 w 12191993"/>
              <a:gd name="connsiteY491" fmla="*/ 6618898 h 6857996"/>
              <a:gd name="connsiteX492" fmla="*/ 5874696 w 12191993"/>
              <a:gd name="connsiteY492" fmla="*/ 6596597 h 6857996"/>
              <a:gd name="connsiteX493" fmla="*/ 5882634 w 12191993"/>
              <a:gd name="connsiteY493" fmla="*/ 6575569 h 6857996"/>
              <a:gd name="connsiteX494" fmla="*/ 5889619 w 12191993"/>
              <a:gd name="connsiteY494" fmla="*/ 6558046 h 6857996"/>
              <a:gd name="connsiteX495" fmla="*/ 5893429 w 12191993"/>
              <a:gd name="connsiteY495" fmla="*/ 6548170 h 6857996"/>
              <a:gd name="connsiteX496" fmla="*/ 5899461 w 12191993"/>
              <a:gd name="connsiteY496" fmla="*/ 6538612 h 6857996"/>
              <a:gd name="connsiteX497" fmla="*/ 5900731 w 12191993"/>
              <a:gd name="connsiteY497" fmla="*/ 6536381 h 6857996"/>
              <a:gd name="connsiteX498" fmla="*/ 5900731 w 12191993"/>
              <a:gd name="connsiteY498" fmla="*/ 6534151 h 6857996"/>
              <a:gd name="connsiteX499" fmla="*/ 5899144 w 12191993"/>
              <a:gd name="connsiteY499" fmla="*/ 6532558 h 6857996"/>
              <a:gd name="connsiteX500" fmla="*/ 5897874 w 12191993"/>
              <a:gd name="connsiteY500" fmla="*/ 6532877 h 6857996"/>
              <a:gd name="connsiteX501" fmla="*/ 5890254 w 12191993"/>
              <a:gd name="connsiteY501" fmla="*/ 6532877 h 6857996"/>
              <a:gd name="connsiteX502" fmla="*/ 5880729 w 12191993"/>
              <a:gd name="connsiteY502" fmla="*/ 6532558 h 6857996"/>
              <a:gd name="connsiteX503" fmla="*/ 5879459 w 12191993"/>
              <a:gd name="connsiteY503" fmla="*/ 6532558 h 6857996"/>
              <a:gd name="connsiteX504" fmla="*/ 5878189 w 12191993"/>
              <a:gd name="connsiteY504" fmla="*/ 6534151 h 6857996"/>
              <a:gd name="connsiteX505" fmla="*/ 5878189 w 12191993"/>
              <a:gd name="connsiteY505" fmla="*/ 6536381 h 6857996"/>
              <a:gd name="connsiteX506" fmla="*/ 5881364 w 12191993"/>
              <a:gd name="connsiteY506" fmla="*/ 6538930 h 6857996"/>
              <a:gd name="connsiteX507" fmla="*/ 5885174 w 12191993"/>
              <a:gd name="connsiteY507" fmla="*/ 6542753 h 6857996"/>
              <a:gd name="connsiteX508" fmla="*/ 5873109 w 12191993"/>
              <a:gd name="connsiteY508" fmla="*/ 6580985 h 6857996"/>
              <a:gd name="connsiteX509" fmla="*/ 5871840 w 12191993"/>
              <a:gd name="connsiteY509" fmla="*/ 6578118 h 6857996"/>
              <a:gd name="connsiteX510" fmla="*/ 5868346 w 12191993"/>
              <a:gd name="connsiteY510" fmla="*/ 6569197 h 6857996"/>
              <a:gd name="connsiteX511" fmla="*/ 5866441 w 12191993"/>
              <a:gd name="connsiteY511" fmla="*/ 6563781 h 6857996"/>
              <a:gd name="connsiteX512" fmla="*/ 5862313 w 12191993"/>
              <a:gd name="connsiteY512" fmla="*/ 6552949 h 6857996"/>
              <a:gd name="connsiteX513" fmla="*/ 5860091 w 12191993"/>
              <a:gd name="connsiteY513" fmla="*/ 6546258 h 6857996"/>
              <a:gd name="connsiteX514" fmla="*/ 5859138 w 12191993"/>
              <a:gd name="connsiteY514" fmla="*/ 6543391 h 6857996"/>
              <a:gd name="connsiteX515" fmla="*/ 5863266 w 12191993"/>
              <a:gd name="connsiteY515" fmla="*/ 6539567 h 6857996"/>
              <a:gd name="connsiteX516" fmla="*/ 5868028 w 12191993"/>
              <a:gd name="connsiteY516" fmla="*/ 6536381 h 6857996"/>
              <a:gd name="connsiteX517" fmla="*/ 5868028 w 12191993"/>
              <a:gd name="connsiteY517" fmla="*/ 6534151 h 6857996"/>
              <a:gd name="connsiteX518" fmla="*/ 5866441 w 12191993"/>
              <a:gd name="connsiteY518" fmla="*/ 6532558 h 6857996"/>
              <a:gd name="connsiteX519" fmla="*/ 5865171 w 12191993"/>
              <a:gd name="connsiteY519" fmla="*/ 6532558 h 6857996"/>
              <a:gd name="connsiteX520" fmla="*/ 5853423 w 12191993"/>
              <a:gd name="connsiteY520" fmla="*/ 6532877 h 6857996"/>
              <a:gd name="connsiteX521" fmla="*/ 5838184 w 12191993"/>
              <a:gd name="connsiteY521" fmla="*/ 6532558 h 6857996"/>
              <a:gd name="connsiteX522" fmla="*/ 5837231 w 12191993"/>
              <a:gd name="connsiteY522" fmla="*/ 6532558 h 6857996"/>
              <a:gd name="connsiteX523" fmla="*/ 5758711 w 12191993"/>
              <a:gd name="connsiteY523" fmla="*/ 6532558 h 6857996"/>
              <a:gd name="connsiteX524" fmla="*/ 5757429 w 12191993"/>
              <a:gd name="connsiteY524" fmla="*/ 6532877 h 6857996"/>
              <a:gd name="connsiteX525" fmla="*/ 5756469 w 12191993"/>
              <a:gd name="connsiteY525" fmla="*/ 6532877 h 6857996"/>
              <a:gd name="connsiteX526" fmla="*/ 5737876 w 12191993"/>
              <a:gd name="connsiteY526" fmla="*/ 6534791 h 6857996"/>
              <a:gd name="connsiteX527" fmla="*/ 5735632 w 12191993"/>
              <a:gd name="connsiteY527" fmla="*/ 6536705 h 6857996"/>
              <a:gd name="connsiteX528" fmla="*/ 5735632 w 12191993"/>
              <a:gd name="connsiteY528" fmla="*/ 6539258 h 6857996"/>
              <a:gd name="connsiteX529" fmla="*/ 5739159 w 12191993"/>
              <a:gd name="connsiteY529" fmla="*/ 6541172 h 6857996"/>
              <a:gd name="connsiteX530" fmla="*/ 5744929 w 12191993"/>
              <a:gd name="connsiteY530" fmla="*/ 6558399 h 6857996"/>
              <a:gd name="connsiteX531" fmla="*/ 5744929 w 12191993"/>
              <a:gd name="connsiteY531" fmla="*/ 6569245 h 6857996"/>
              <a:gd name="connsiteX532" fmla="*/ 5744608 w 12191993"/>
              <a:gd name="connsiteY532" fmla="*/ 6587430 h 6857996"/>
              <a:gd name="connsiteX533" fmla="*/ 5739478 w 12191993"/>
              <a:gd name="connsiteY533" fmla="*/ 6592534 h 6857996"/>
              <a:gd name="connsiteX534" fmla="*/ 5735632 w 12191993"/>
              <a:gd name="connsiteY534" fmla="*/ 6595405 h 6857996"/>
              <a:gd name="connsiteX535" fmla="*/ 5735632 w 12191993"/>
              <a:gd name="connsiteY535" fmla="*/ 6597638 h 6857996"/>
              <a:gd name="connsiteX536" fmla="*/ 5736913 w 12191993"/>
              <a:gd name="connsiteY536" fmla="*/ 6599233 h 6857996"/>
              <a:gd name="connsiteX537" fmla="*/ 5737876 w 12191993"/>
              <a:gd name="connsiteY537" fmla="*/ 6599233 h 6857996"/>
              <a:gd name="connsiteX538" fmla="*/ 5752302 w 12191993"/>
              <a:gd name="connsiteY538" fmla="*/ 6598914 h 6857996"/>
              <a:gd name="connsiteX539" fmla="*/ 5766726 w 12191993"/>
              <a:gd name="connsiteY539" fmla="*/ 6599233 h 6857996"/>
              <a:gd name="connsiteX540" fmla="*/ 5767687 w 12191993"/>
              <a:gd name="connsiteY540" fmla="*/ 6599233 h 6857996"/>
              <a:gd name="connsiteX541" fmla="*/ 5768969 w 12191993"/>
              <a:gd name="connsiteY541" fmla="*/ 6597638 h 6857996"/>
              <a:gd name="connsiteX542" fmla="*/ 5768969 w 12191993"/>
              <a:gd name="connsiteY542" fmla="*/ 6595405 h 6857996"/>
              <a:gd name="connsiteX543" fmla="*/ 5765124 w 12191993"/>
              <a:gd name="connsiteY543" fmla="*/ 6592534 h 6857996"/>
              <a:gd name="connsiteX544" fmla="*/ 5759994 w 12191993"/>
              <a:gd name="connsiteY544" fmla="*/ 6587430 h 6857996"/>
              <a:gd name="connsiteX545" fmla="*/ 5759994 w 12191993"/>
              <a:gd name="connsiteY545" fmla="*/ 6569245 h 6857996"/>
              <a:gd name="connsiteX546" fmla="*/ 5759994 w 12191993"/>
              <a:gd name="connsiteY546" fmla="*/ 6562865 h 6857996"/>
              <a:gd name="connsiteX547" fmla="*/ 5759994 w 12191993"/>
              <a:gd name="connsiteY547" fmla="*/ 6540215 h 6857996"/>
              <a:gd name="connsiteX548" fmla="*/ 5760314 w 12191993"/>
              <a:gd name="connsiteY548" fmla="*/ 6535110 h 6857996"/>
              <a:gd name="connsiteX549" fmla="*/ 5758711 w 12191993"/>
              <a:gd name="connsiteY549" fmla="*/ 6532558 h 6857996"/>
              <a:gd name="connsiteX550" fmla="*/ 5705788 w 12191993"/>
              <a:gd name="connsiteY550" fmla="*/ 6532558 h 6857996"/>
              <a:gd name="connsiteX551" fmla="*/ 5680070 w 12191993"/>
              <a:gd name="connsiteY551" fmla="*/ 6553292 h 6857996"/>
              <a:gd name="connsiteX552" fmla="*/ 5701025 w 12191993"/>
              <a:gd name="connsiteY552" fmla="*/ 6575621 h 6857996"/>
              <a:gd name="connsiteX553" fmla="*/ 5710233 w 12191993"/>
              <a:gd name="connsiteY553" fmla="*/ 6584872 h 6857996"/>
              <a:gd name="connsiteX554" fmla="*/ 5699119 w 12191993"/>
              <a:gd name="connsiteY554" fmla="*/ 6593804 h 6857996"/>
              <a:gd name="connsiteX555" fmla="*/ 5686102 w 12191993"/>
              <a:gd name="connsiteY555" fmla="*/ 6585829 h 6857996"/>
              <a:gd name="connsiteX556" fmla="*/ 5683880 w 12191993"/>
              <a:gd name="connsiteY556" fmla="*/ 6582320 h 6857996"/>
              <a:gd name="connsiteX557" fmla="*/ 5681657 w 12191993"/>
              <a:gd name="connsiteY557" fmla="*/ 6582320 h 6857996"/>
              <a:gd name="connsiteX558" fmla="*/ 5679434 w 12191993"/>
              <a:gd name="connsiteY558" fmla="*/ 6584553 h 6857996"/>
              <a:gd name="connsiteX559" fmla="*/ 5678483 w 12191993"/>
              <a:gd name="connsiteY559" fmla="*/ 6593485 h 6857996"/>
              <a:gd name="connsiteX560" fmla="*/ 5680705 w 12191993"/>
              <a:gd name="connsiteY560" fmla="*/ 6597312 h 6857996"/>
              <a:gd name="connsiteX561" fmla="*/ 5697533 w 12191993"/>
              <a:gd name="connsiteY561" fmla="*/ 6600821 h 6857996"/>
              <a:gd name="connsiteX562" fmla="*/ 5724521 w 12191993"/>
              <a:gd name="connsiteY562" fmla="*/ 6580725 h 6857996"/>
              <a:gd name="connsiteX563" fmla="*/ 5711185 w 12191993"/>
              <a:gd name="connsiteY563" fmla="*/ 6562862 h 6857996"/>
              <a:gd name="connsiteX564" fmla="*/ 5699755 w 12191993"/>
              <a:gd name="connsiteY564" fmla="*/ 6557439 h 6857996"/>
              <a:gd name="connsiteX565" fmla="*/ 5692770 w 12191993"/>
              <a:gd name="connsiteY565" fmla="*/ 6548508 h 6857996"/>
              <a:gd name="connsiteX566" fmla="*/ 5703248 w 12191993"/>
              <a:gd name="connsiteY566" fmla="*/ 6539895 h 6857996"/>
              <a:gd name="connsiteX567" fmla="*/ 5714360 w 12191993"/>
              <a:gd name="connsiteY567" fmla="*/ 6545318 h 6857996"/>
              <a:gd name="connsiteX568" fmla="*/ 5716901 w 12191993"/>
              <a:gd name="connsiteY568" fmla="*/ 6548827 h 6857996"/>
              <a:gd name="connsiteX569" fmla="*/ 5719123 w 12191993"/>
              <a:gd name="connsiteY569" fmla="*/ 6548827 h 6857996"/>
              <a:gd name="connsiteX570" fmla="*/ 5720710 w 12191993"/>
              <a:gd name="connsiteY570" fmla="*/ 6546275 h 6857996"/>
              <a:gd name="connsiteX571" fmla="*/ 5721663 w 12191993"/>
              <a:gd name="connsiteY571" fmla="*/ 6538300 h 6857996"/>
              <a:gd name="connsiteX572" fmla="*/ 5721663 w 12191993"/>
              <a:gd name="connsiteY572" fmla="*/ 6537981 h 6857996"/>
              <a:gd name="connsiteX573" fmla="*/ 5719123 w 12191993"/>
              <a:gd name="connsiteY573" fmla="*/ 6534791 h 6857996"/>
              <a:gd name="connsiteX574" fmla="*/ 5705788 w 12191993"/>
              <a:gd name="connsiteY574" fmla="*/ 6532558 h 6857996"/>
              <a:gd name="connsiteX575" fmla="*/ 5638758 w 12191993"/>
              <a:gd name="connsiteY575" fmla="*/ 6532558 h 6857996"/>
              <a:gd name="connsiteX576" fmla="*/ 5637794 w 12191993"/>
              <a:gd name="connsiteY576" fmla="*/ 6532877 h 6857996"/>
              <a:gd name="connsiteX577" fmla="*/ 5636508 w 12191993"/>
              <a:gd name="connsiteY577" fmla="*/ 6532877 h 6857996"/>
              <a:gd name="connsiteX578" fmla="*/ 5617231 w 12191993"/>
              <a:gd name="connsiteY578" fmla="*/ 6535748 h 6857996"/>
              <a:gd name="connsiteX579" fmla="*/ 5614983 w 12191993"/>
              <a:gd name="connsiteY579" fmla="*/ 6538301 h 6857996"/>
              <a:gd name="connsiteX580" fmla="*/ 5614983 w 12191993"/>
              <a:gd name="connsiteY580" fmla="*/ 6540853 h 6857996"/>
              <a:gd name="connsiteX581" fmla="*/ 5618196 w 12191993"/>
              <a:gd name="connsiteY581" fmla="*/ 6542448 h 6857996"/>
              <a:gd name="connsiteX582" fmla="*/ 5625585 w 12191993"/>
              <a:gd name="connsiteY582" fmla="*/ 6547233 h 6857996"/>
              <a:gd name="connsiteX583" fmla="*/ 5627833 w 12191993"/>
              <a:gd name="connsiteY583" fmla="*/ 6565098 h 6857996"/>
              <a:gd name="connsiteX584" fmla="*/ 5627833 w 12191993"/>
              <a:gd name="connsiteY584" fmla="*/ 6569245 h 6857996"/>
              <a:gd name="connsiteX585" fmla="*/ 5627512 w 12191993"/>
              <a:gd name="connsiteY585" fmla="*/ 6587430 h 6857996"/>
              <a:gd name="connsiteX586" fmla="*/ 5622693 w 12191993"/>
              <a:gd name="connsiteY586" fmla="*/ 6592534 h 6857996"/>
              <a:gd name="connsiteX587" fmla="*/ 5618516 w 12191993"/>
              <a:gd name="connsiteY587" fmla="*/ 6595405 h 6857996"/>
              <a:gd name="connsiteX588" fmla="*/ 5618516 w 12191993"/>
              <a:gd name="connsiteY588" fmla="*/ 6597638 h 6857996"/>
              <a:gd name="connsiteX589" fmla="*/ 5620123 w 12191993"/>
              <a:gd name="connsiteY589" fmla="*/ 6599233 h 6857996"/>
              <a:gd name="connsiteX590" fmla="*/ 5620765 w 12191993"/>
              <a:gd name="connsiteY590" fmla="*/ 6599233 h 6857996"/>
              <a:gd name="connsiteX591" fmla="*/ 5634581 w 12191993"/>
              <a:gd name="connsiteY591" fmla="*/ 6598914 h 6857996"/>
              <a:gd name="connsiteX592" fmla="*/ 5654178 w 12191993"/>
              <a:gd name="connsiteY592" fmla="*/ 6599233 h 6857996"/>
              <a:gd name="connsiteX593" fmla="*/ 5654821 w 12191993"/>
              <a:gd name="connsiteY593" fmla="*/ 6599233 h 6857996"/>
              <a:gd name="connsiteX594" fmla="*/ 5656427 w 12191993"/>
              <a:gd name="connsiteY594" fmla="*/ 6597319 h 6857996"/>
              <a:gd name="connsiteX595" fmla="*/ 5656427 w 12191993"/>
              <a:gd name="connsiteY595" fmla="*/ 6595405 h 6857996"/>
              <a:gd name="connsiteX596" fmla="*/ 5652251 w 12191993"/>
              <a:gd name="connsiteY596" fmla="*/ 6592534 h 6857996"/>
              <a:gd name="connsiteX597" fmla="*/ 5645504 w 12191993"/>
              <a:gd name="connsiteY597" fmla="*/ 6590939 h 6857996"/>
              <a:gd name="connsiteX598" fmla="*/ 5643255 w 12191993"/>
              <a:gd name="connsiteY598" fmla="*/ 6584239 h 6857996"/>
              <a:gd name="connsiteX599" fmla="*/ 5642934 w 12191993"/>
              <a:gd name="connsiteY599" fmla="*/ 6575945 h 6857996"/>
              <a:gd name="connsiteX600" fmla="*/ 5642934 w 12191993"/>
              <a:gd name="connsiteY600" fmla="*/ 6569883 h 6857996"/>
              <a:gd name="connsiteX601" fmla="*/ 5646468 w 12191993"/>
              <a:gd name="connsiteY601" fmla="*/ 6551061 h 6857996"/>
              <a:gd name="connsiteX602" fmla="*/ 5657712 w 12191993"/>
              <a:gd name="connsiteY602" fmla="*/ 6547233 h 6857996"/>
              <a:gd name="connsiteX603" fmla="*/ 5665102 w 12191993"/>
              <a:gd name="connsiteY603" fmla="*/ 6548190 h 6857996"/>
              <a:gd name="connsiteX604" fmla="*/ 5666387 w 12191993"/>
              <a:gd name="connsiteY604" fmla="*/ 6548509 h 6857996"/>
              <a:gd name="connsiteX605" fmla="*/ 5668315 w 12191993"/>
              <a:gd name="connsiteY605" fmla="*/ 6545000 h 6857996"/>
              <a:gd name="connsiteX606" fmla="*/ 5668636 w 12191993"/>
              <a:gd name="connsiteY606" fmla="*/ 6535748 h 6857996"/>
              <a:gd name="connsiteX607" fmla="*/ 5668636 w 12191993"/>
              <a:gd name="connsiteY607" fmla="*/ 6535429 h 6857996"/>
              <a:gd name="connsiteX608" fmla="*/ 5664138 w 12191993"/>
              <a:gd name="connsiteY608" fmla="*/ 6532558 h 6857996"/>
              <a:gd name="connsiteX609" fmla="*/ 5657712 w 12191993"/>
              <a:gd name="connsiteY609" fmla="*/ 6533515 h 6857996"/>
              <a:gd name="connsiteX610" fmla="*/ 5649038 w 12191993"/>
              <a:gd name="connsiteY610" fmla="*/ 6539258 h 6857996"/>
              <a:gd name="connsiteX611" fmla="*/ 5643898 w 12191993"/>
              <a:gd name="connsiteY611" fmla="*/ 6545319 h 6857996"/>
              <a:gd name="connsiteX612" fmla="*/ 5641327 w 12191993"/>
              <a:gd name="connsiteY612" fmla="*/ 6547233 h 6857996"/>
              <a:gd name="connsiteX613" fmla="*/ 5640042 w 12191993"/>
              <a:gd name="connsiteY613" fmla="*/ 6540853 h 6857996"/>
              <a:gd name="connsiteX614" fmla="*/ 5640364 w 12191993"/>
              <a:gd name="connsiteY614" fmla="*/ 6534791 h 6857996"/>
              <a:gd name="connsiteX615" fmla="*/ 5638758 w 12191993"/>
              <a:gd name="connsiteY615" fmla="*/ 6532558 h 6857996"/>
              <a:gd name="connsiteX616" fmla="*/ 5580642 w 12191993"/>
              <a:gd name="connsiteY616" fmla="*/ 6532558 h 6857996"/>
              <a:gd name="connsiteX617" fmla="*/ 5548308 w 12191993"/>
              <a:gd name="connsiteY617" fmla="*/ 6568604 h 6857996"/>
              <a:gd name="connsiteX618" fmla="*/ 5580013 w 12191993"/>
              <a:gd name="connsiteY618" fmla="*/ 6600821 h 6857996"/>
              <a:gd name="connsiteX619" fmla="*/ 5596022 w 12191993"/>
              <a:gd name="connsiteY619" fmla="*/ 6597631 h 6857996"/>
              <a:gd name="connsiteX620" fmla="*/ 5601360 w 12191993"/>
              <a:gd name="connsiteY620" fmla="*/ 6594761 h 6857996"/>
              <a:gd name="connsiteX621" fmla="*/ 5602929 w 12191993"/>
              <a:gd name="connsiteY621" fmla="*/ 6582958 h 6857996"/>
              <a:gd name="connsiteX622" fmla="*/ 5601987 w 12191993"/>
              <a:gd name="connsiteY622" fmla="*/ 6582001 h 6857996"/>
              <a:gd name="connsiteX623" fmla="*/ 5601360 w 12191993"/>
              <a:gd name="connsiteY623" fmla="*/ 6582320 h 6857996"/>
              <a:gd name="connsiteX624" fmla="*/ 5581583 w 12191993"/>
              <a:gd name="connsiteY624" fmla="*/ 6589019 h 6857996"/>
              <a:gd name="connsiteX625" fmla="*/ 5562748 w 12191993"/>
              <a:gd name="connsiteY625" fmla="*/ 6566690 h 6857996"/>
              <a:gd name="connsiteX626" fmla="*/ 5567770 w 12191993"/>
              <a:gd name="connsiteY626" fmla="*/ 6561905 h 6857996"/>
              <a:gd name="connsiteX627" fmla="*/ 5597592 w 12191993"/>
              <a:gd name="connsiteY627" fmla="*/ 6561905 h 6857996"/>
              <a:gd name="connsiteX628" fmla="*/ 5603870 w 12191993"/>
              <a:gd name="connsiteY628" fmla="*/ 6557120 h 6857996"/>
              <a:gd name="connsiteX629" fmla="*/ 5580642 w 12191993"/>
              <a:gd name="connsiteY629" fmla="*/ 6532558 h 6857996"/>
              <a:gd name="connsiteX630" fmla="*/ 5480669 w 12191993"/>
              <a:gd name="connsiteY630" fmla="*/ 6532558 h 6857996"/>
              <a:gd name="connsiteX631" fmla="*/ 5478458 w 12191993"/>
              <a:gd name="connsiteY631" fmla="*/ 6534138 h 6857996"/>
              <a:gd name="connsiteX632" fmla="*/ 5478458 w 12191993"/>
              <a:gd name="connsiteY632" fmla="*/ 6536666 h 6857996"/>
              <a:gd name="connsiteX633" fmla="*/ 5479722 w 12191993"/>
              <a:gd name="connsiteY633" fmla="*/ 6538878 h 6857996"/>
              <a:gd name="connsiteX634" fmla="*/ 5483831 w 12191993"/>
              <a:gd name="connsiteY634" fmla="*/ 6542038 h 6857996"/>
              <a:gd name="connsiteX635" fmla="*/ 5494572 w 12191993"/>
              <a:gd name="connsiteY635" fmla="*/ 6571110 h 6857996"/>
              <a:gd name="connsiteX636" fmla="*/ 5503420 w 12191993"/>
              <a:gd name="connsiteY636" fmla="*/ 6594809 h 6857996"/>
              <a:gd name="connsiteX637" fmla="*/ 5506262 w 12191993"/>
              <a:gd name="connsiteY637" fmla="*/ 6599233 h 6857996"/>
              <a:gd name="connsiteX638" fmla="*/ 5507842 w 12191993"/>
              <a:gd name="connsiteY638" fmla="*/ 6599233 h 6857996"/>
              <a:gd name="connsiteX639" fmla="*/ 5513845 w 12191993"/>
              <a:gd name="connsiteY639" fmla="*/ 6598285 h 6857996"/>
              <a:gd name="connsiteX640" fmla="*/ 5516373 w 12191993"/>
              <a:gd name="connsiteY640" fmla="*/ 6597021 h 6857996"/>
              <a:gd name="connsiteX641" fmla="*/ 5518269 w 12191993"/>
              <a:gd name="connsiteY641" fmla="*/ 6592913 h 6857996"/>
              <a:gd name="connsiteX642" fmla="*/ 5523957 w 12191993"/>
              <a:gd name="connsiteY642" fmla="*/ 6577746 h 6857996"/>
              <a:gd name="connsiteX643" fmla="*/ 5536595 w 12191993"/>
              <a:gd name="connsiteY643" fmla="*/ 6546778 h 6857996"/>
              <a:gd name="connsiteX644" fmla="*/ 5541019 w 12191993"/>
              <a:gd name="connsiteY644" fmla="*/ 6539194 h 6857996"/>
              <a:gd name="connsiteX645" fmla="*/ 5543547 w 12191993"/>
              <a:gd name="connsiteY645" fmla="*/ 6536666 h 6857996"/>
              <a:gd name="connsiteX646" fmla="*/ 5543547 w 12191993"/>
              <a:gd name="connsiteY646" fmla="*/ 6534138 h 6857996"/>
              <a:gd name="connsiteX647" fmla="*/ 5542282 w 12191993"/>
              <a:gd name="connsiteY647" fmla="*/ 6532558 h 6857996"/>
              <a:gd name="connsiteX648" fmla="*/ 5541019 w 12191993"/>
              <a:gd name="connsiteY648" fmla="*/ 6532558 h 6857996"/>
              <a:gd name="connsiteX649" fmla="*/ 5533119 w 12191993"/>
              <a:gd name="connsiteY649" fmla="*/ 6532874 h 6857996"/>
              <a:gd name="connsiteX650" fmla="*/ 5523640 w 12191993"/>
              <a:gd name="connsiteY650" fmla="*/ 6532874 h 6857996"/>
              <a:gd name="connsiteX651" fmla="*/ 5522060 w 12191993"/>
              <a:gd name="connsiteY651" fmla="*/ 6532558 h 6857996"/>
              <a:gd name="connsiteX652" fmla="*/ 5520482 w 12191993"/>
              <a:gd name="connsiteY652" fmla="*/ 6534138 h 6857996"/>
              <a:gd name="connsiteX653" fmla="*/ 5520482 w 12191993"/>
              <a:gd name="connsiteY653" fmla="*/ 6536666 h 6857996"/>
              <a:gd name="connsiteX654" fmla="*/ 5522692 w 12191993"/>
              <a:gd name="connsiteY654" fmla="*/ 6538562 h 6857996"/>
              <a:gd name="connsiteX655" fmla="*/ 5527748 w 12191993"/>
              <a:gd name="connsiteY655" fmla="*/ 6542354 h 6857996"/>
              <a:gd name="connsiteX656" fmla="*/ 5522692 w 12191993"/>
              <a:gd name="connsiteY656" fmla="*/ 6558786 h 6857996"/>
              <a:gd name="connsiteX657" fmla="*/ 5518900 w 12191993"/>
              <a:gd name="connsiteY657" fmla="*/ 6568898 h 6857996"/>
              <a:gd name="connsiteX658" fmla="*/ 5516690 w 12191993"/>
              <a:gd name="connsiteY658" fmla="*/ 6576482 h 6857996"/>
              <a:gd name="connsiteX659" fmla="*/ 5515426 w 12191993"/>
              <a:gd name="connsiteY659" fmla="*/ 6579958 h 6857996"/>
              <a:gd name="connsiteX660" fmla="*/ 5515109 w 12191993"/>
              <a:gd name="connsiteY660" fmla="*/ 6581854 h 6857996"/>
              <a:gd name="connsiteX661" fmla="*/ 5514478 w 12191993"/>
              <a:gd name="connsiteY661" fmla="*/ 6583433 h 6857996"/>
              <a:gd name="connsiteX662" fmla="*/ 5507526 w 12191993"/>
              <a:gd name="connsiteY662" fmla="*/ 6561946 h 6857996"/>
              <a:gd name="connsiteX663" fmla="*/ 5504367 w 12191993"/>
              <a:gd name="connsiteY663" fmla="*/ 6551518 h 6857996"/>
              <a:gd name="connsiteX664" fmla="*/ 5502471 w 12191993"/>
              <a:gd name="connsiteY664" fmla="*/ 6545514 h 6857996"/>
              <a:gd name="connsiteX665" fmla="*/ 5502156 w 12191993"/>
              <a:gd name="connsiteY665" fmla="*/ 6542986 h 6857996"/>
              <a:gd name="connsiteX666" fmla="*/ 5507211 w 12191993"/>
              <a:gd name="connsiteY666" fmla="*/ 6539194 h 6857996"/>
              <a:gd name="connsiteX667" fmla="*/ 5510686 w 12191993"/>
              <a:gd name="connsiteY667" fmla="*/ 6536666 h 6857996"/>
              <a:gd name="connsiteX668" fmla="*/ 5510686 w 12191993"/>
              <a:gd name="connsiteY668" fmla="*/ 6534138 h 6857996"/>
              <a:gd name="connsiteX669" fmla="*/ 5509106 w 12191993"/>
              <a:gd name="connsiteY669" fmla="*/ 6532558 h 6857996"/>
              <a:gd name="connsiteX670" fmla="*/ 5507526 w 12191993"/>
              <a:gd name="connsiteY670" fmla="*/ 6532558 h 6857996"/>
              <a:gd name="connsiteX671" fmla="*/ 5493624 w 12191993"/>
              <a:gd name="connsiteY671" fmla="*/ 6532874 h 6857996"/>
              <a:gd name="connsiteX672" fmla="*/ 5486989 w 12191993"/>
              <a:gd name="connsiteY672" fmla="*/ 6532874 h 6857996"/>
              <a:gd name="connsiteX673" fmla="*/ 5480669 w 12191993"/>
              <a:gd name="connsiteY673" fmla="*/ 6532558 h 6857996"/>
              <a:gd name="connsiteX674" fmla="*/ 5463439 w 12191993"/>
              <a:gd name="connsiteY674" fmla="*/ 6532558 h 6857996"/>
              <a:gd name="connsiteX675" fmla="*/ 5462477 w 12191993"/>
              <a:gd name="connsiteY675" fmla="*/ 6532877 h 6857996"/>
              <a:gd name="connsiteX676" fmla="*/ 5461194 w 12191993"/>
              <a:gd name="connsiteY676" fmla="*/ 6532877 h 6857996"/>
              <a:gd name="connsiteX677" fmla="*/ 5442603 w 12191993"/>
              <a:gd name="connsiteY677" fmla="*/ 6534791 h 6857996"/>
              <a:gd name="connsiteX678" fmla="*/ 5440359 w 12191993"/>
              <a:gd name="connsiteY678" fmla="*/ 6536705 h 6857996"/>
              <a:gd name="connsiteX679" fmla="*/ 5440359 w 12191993"/>
              <a:gd name="connsiteY679" fmla="*/ 6539258 h 6857996"/>
              <a:gd name="connsiteX680" fmla="*/ 5444205 w 12191993"/>
              <a:gd name="connsiteY680" fmla="*/ 6541172 h 6857996"/>
              <a:gd name="connsiteX681" fmla="*/ 5449654 w 12191993"/>
              <a:gd name="connsiteY681" fmla="*/ 6558399 h 6857996"/>
              <a:gd name="connsiteX682" fmla="*/ 5449654 w 12191993"/>
              <a:gd name="connsiteY682" fmla="*/ 6569245 h 6857996"/>
              <a:gd name="connsiteX683" fmla="*/ 5449334 w 12191993"/>
              <a:gd name="connsiteY683" fmla="*/ 6587430 h 6857996"/>
              <a:gd name="connsiteX684" fmla="*/ 5444526 w 12191993"/>
              <a:gd name="connsiteY684" fmla="*/ 6592534 h 6857996"/>
              <a:gd name="connsiteX685" fmla="*/ 5440359 w 12191993"/>
              <a:gd name="connsiteY685" fmla="*/ 6595405 h 6857996"/>
              <a:gd name="connsiteX686" fmla="*/ 5440359 w 12191993"/>
              <a:gd name="connsiteY686" fmla="*/ 6597638 h 6857996"/>
              <a:gd name="connsiteX687" fmla="*/ 5441961 w 12191993"/>
              <a:gd name="connsiteY687" fmla="*/ 6599233 h 6857996"/>
              <a:gd name="connsiteX688" fmla="*/ 5442923 w 12191993"/>
              <a:gd name="connsiteY688" fmla="*/ 6599233 h 6857996"/>
              <a:gd name="connsiteX689" fmla="*/ 5457348 w 12191993"/>
              <a:gd name="connsiteY689" fmla="*/ 6598914 h 6857996"/>
              <a:gd name="connsiteX690" fmla="*/ 5471452 w 12191993"/>
              <a:gd name="connsiteY690" fmla="*/ 6599233 h 6857996"/>
              <a:gd name="connsiteX691" fmla="*/ 5472414 w 12191993"/>
              <a:gd name="connsiteY691" fmla="*/ 6599233 h 6857996"/>
              <a:gd name="connsiteX692" fmla="*/ 5473697 w 12191993"/>
              <a:gd name="connsiteY692" fmla="*/ 6597638 h 6857996"/>
              <a:gd name="connsiteX693" fmla="*/ 5473697 w 12191993"/>
              <a:gd name="connsiteY693" fmla="*/ 6595405 h 6857996"/>
              <a:gd name="connsiteX694" fmla="*/ 5469850 w 12191993"/>
              <a:gd name="connsiteY694" fmla="*/ 6592534 h 6857996"/>
              <a:gd name="connsiteX695" fmla="*/ 5465042 w 12191993"/>
              <a:gd name="connsiteY695" fmla="*/ 6587430 h 6857996"/>
              <a:gd name="connsiteX696" fmla="*/ 5464721 w 12191993"/>
              <a:gd name="connsiteY696" fmla="*/ 6569245 h 6857996"/>
              <a:gd name="connsiteX697" fmla="*/ 5464721 w 12191993"/>
              <a:gd name="connsiteY697" fmla="*/ 6562865 h 6857996"/>
              <a:gd name="connsiteX698" fmla="*/ 5465042 w 12191993"/>
              <a:gd name="connsiteY698" fmla="*/ 6540215 h 6857996"/>
              <a:gd name="connsiteX699" fmla="*/ 5465042 w 12191993"/>
              <a:gd name="connsiteY699" fmla="*/ 6535110 h 6857996"/>
              <a:gd name="connsiteX700" fmla="*/ 5463439 w 12191993"/>
              <a:gd name="connsiteY700" fmla="*/ 6532558 h 6857996"/>
              <a:gd name="connsiteX701" fmla="*/ 5375310 w 12191993"/>
              <a:gd name="connsiteY701" fmla="*/ 6532558 h 6857996"/>
              <a:gd name="connsiteX702" fmla="*/ 5373115 w 12191993"/>
              <a:gd name="connsiteY702" fmla="*/ 6532877 h 6857996"/>
              <a:gd name="connsiteX703" fmla="*/ 5354928 w 12191993"/>
              <a:gd name="connsiteY703" fmla="*/ 6535110 h 6857996"/>
              <a:gd name="connsiteX704" fmla="*/ 5353046 w 12191993"/>
              <a:gd name="connsiteY704" fmla="*/ 6537663 h 6857996"/>
              <a:gd name="connsiteX705" fmla="*/ 5353046 w 12191993"/>
              <a:gd name="connsiteY705" fmla="*/ 6540534 h 6857996"/>
              <a:gd name="connsiteX706" fmla="*/ 5356496 w 12191993"/>
              <a:gd name="connsiteY706" fmla="*/ 6542129 h 6857996"/>
              <a:gd name="connsiteX707" fmla="*/ 5362453 w 12191993"/>
              <a:gd name="connsiteY707" fmla="*/ 6545638 h 6857996"/>
              <a:gd name="connsiteX708" fmla="*/ 5364021 w 12191993"/>
              <a:gd name="connsiteY708" fmla="*/ 6564779 h 6857996"/>
              <a:gd name="connsiteX709" fmla="*/ 5364021 w 12191993"/>
              <a:gd name="connsiteY709" fmla="*/ 6569245 h 6857996"/>
              <a:gd name="connsiteX710" fmla="*/ 5363707 w 12191993"/>
              <a:gd name="connsiteY710" fmla="*/ 6587430 h 6857996"/>
              <a:gd name="connsiteX711" fmla="*/ 5359004 w 12191993"/>
              <a:gd name="connsiteY711" fmla="*/ 6592534 h 6857996"/>
              <a:gd name="connsiteX712" fmla="*/ 5354928 w 12191993"/>
              <a:gd name="connsiteY712" fmla="*/ 6595405 h 6857996"/>
              <a:gd name="connsiteX713" fmla="*/ 5354928 w 12191993"/>
              <a:gd name="connsiteY713" fmla="*/ 6597638 h 6857996"/>
              <a:gd name="connsiteX714" fmla="*/ 5356496 w 12191993"/>
              <a:gd name="connsiteY714" fmla="*/ 6599233 h 6857996"/>
              <a:gd name="connsiteX715" fmla="*/ 5357436 w 12191993"/>
              <a:gd name="connsiteY715" fmla="*/ 6599233 h 6857996"/>
              <a:gd name="connsiteX716" fmla="*/ 5371547 w 12191993"/>
              <a:gd name="connsiteY716" fmla="*/ 6598914 h 6857996"/>
              <a:gd name="connsiteX717" fmla="*/ 5385344 w 12191993"/>
              <a:gd name="connsiteY717" fmla="*/ 6599233 h 6857996"/>
              <a:gd name="connsiteX718" fmla="*/ 5386286 w 12191993"/>
              <a:gd name="connsiteY718" fmla="*/ 6599233 h 6857996"/>
              <a:gd name="connsiteX719" fmla="*/ 5387854 w 12191993"/>
              <a:gd name="connsiteY719" fmla="*/ 6597638 h 6857996"/>
              <a:gd name="connsiteX720" fmla="*/ 5387854 w 12191993"/>
              <a:gd name="connsiteY720" fmla="*/ 6595405 h 6857996"/>
              <a:gd name="connsiteX721" fmla="*/ 5383777 w 12191993"/>
              <a:gd name="connsiteY721" fmla="*/ 6592534 h 6857996"/>
              <a:gd name="connsiteX722" fmla="*/ 5379073 w 12191993"/>
              <a:gd name="connsiteY722" fmla="*/ 6587430 h 6857996"/>
              <a:gd name="connsiteX723" fmla="*/ 5378760 w 12191993"/>
              <a:gd name="connsiteY723" fmla="*/ 6569245 h 6857996"/>
              <a:gd name="connsiteX724" fmla="*/ 5378760 w 12191993"/>
              <a:gd name="connsiteY724" fmla="*/ 6566055 h 6857996"/>
              <a:gd name="connsiteX725" fmla="*/ 5381582 w 12191993"/>
              <a:gd name="connsiteY725" fmla="*/ 6551380 h 6857996"/>
              <a:gd name="connsiteX726" fmla="*/ 5394439 w 12191993"/>
              <a:gd name="connsiteY726" fmla="*/ 6544681 h 6857996"/>
              <a:gd name="connsiteX727" fmla="*/ 5404159 w 12191993"/>
              <a:gd name="connsiteY727" fmla="*/ 6550104 h 6857996"/>
              <a:gd name="connsiteX728" fmla="*/ 5405414 w 12191993"/>
              <a:gd name="connsiteY728" fmla="*/ 6565098 h 6857996"/>
              <a:gd name="connsiteX729" fmla="*/ 5405414 w 12191993"/>
              <a:gd name="connsiteY729" fmla="*/ 6569245 h 6857996"/>
              <a:gd name="connsiteX730" fmla="*/ 5405100 w 12191993"/>
              <a:gd name="connsiteY730" fmla="*/ 6587430 h 6857996"/>
              <a:gd name="connsiteX731" fmla="*/ 5400397 w 12191993"/>
              <a:gd name="connsiteY731" fmla="*/ 6592534 h 6857996"/>
              <a:gd name="connsiteX732" fmla="*/ 5396321 w 12191993"/>
              <a:gd name="connsiteY732" fmla="*/ 6595405 h 6857996"/>
              <a:gd name="connsiteX733" fmla="*/ 5396321 w 12191993"/>
              <a:gd name="connsiteY733" fmla="*/ 6597638 h 6857996"/>
              <a:gd name="connsiteX734" fmla="*/ 5397888 w 12191993"/>
              <a:gd name="connsiteY734" fmla="*/ 6599233 h 6857996"/>
              <a:gd name="connsiteX735" fmla="*/ 5398829 w 12191993"/>
              <a:gd name="connsiteY735" fmla="*/ 6599233 h 6857996"/>
              <a:gd name="connsiteX736" fmla="*/ 5412940 w 12191993"/>
              <a:gd name="connsiteY736" fmla="*/ 6598914 h 6857996"/>
              <a:gd name="connsiteX737" fmla="*/ 5427050 w 12191993"/>
              <a:gd name="connsiteY737" fmla="*/ 6599233 h 6857996"/>
              <a:gd name="connsiteX738" fmla="*/ 5427991 w 12191993"/>
              <a:gd name="connsiteY738" fmla="*/ 6599233 h 6857996"/>
              <a:gd name="connsiteX739" fmla="*/ 5429245 w 12191993"/>
              <a:gd name="connsiteY739" fmla="*/ 6597638 h 6857996"/>
              <a:gd name="connsiteX740" fmla="*/ 5429245 w 12191993"/>
              <a:gd name="connsiteY740" fmla="*/ 6595405 h 6857996"/>
              <a:gd name="connsiteX741" fmla="*/ 5425169 w 12191993"/>
              <a:gd name="connsiteY741" fmla="*/ 6592534 h 6857996"/>
              <a:gd name="connsiteX742" fmla="*/ 5420466 w 12191993"/>
              <a:gd name="connsiteY742" fmla="*/ 6587430 h 6857996"/>
              <a:gd name="connsiteX743" fmla="*/ 5420151 w 12191993"/>
              <a:gd name="connsiteY743" fmla="*/ 6569245 h 6857996"/>
              <a:gd name="connsiteX744" fmla="*/ 5420151 w 12191993"/>
              <a:gd name="connsiteY744" fmla="*/ 6565098 h 6857996"/>
              <a:gd name="connsiteX745" fmla="*/ 5418897 w 12191993"/>
              <a:gd name="connsiteY745" fmla="*/ 6542448 h 6857996"/>
              <a:gd name="connsiteX746" fmla="*/ 5400397 w 12191993"/>
              <a:gd name="connsiteY746" fmla="*/ 6532558 h 6857996"/>
              <a:gd name="connsiteX747" fmla="*/ 5383777 w 12191993"/>
              <a:gd name="connsiteY747" fmla="*/ 6540853 h 6857996"/>
              <a:gd name="connsiteX748" fmla="*/ 5381268 w 12191993"/>
              <a:gd name="connsiteY748" fmla="*/ 6543405 h 6857996"/>
              <a:gd name="connsiteX749" fmla="*/ 5380014 w 12191993"/>
              <a:gd name="connsiteY749" fmla="*/ 6545000 h 6857996"/>
              <a:gd name="connsiteX750" fmla="*/ 5378760 w 12191993"/>
              <a:gd name="connsiteY750" fmla="*/ 6545957 h 6857996"/>
              <a:gd name="connsiteX751" fmla="*/ 5377506 w 12191993"/>
              <a:gd name="connsiteY751" fmla="*/ 6543086 h 6857996"/>
              <a:gd name="connsiteX752" fmla="*/ 5376878 w 12191993"/>
              <a:gd name="connsiteY752" fmla="*/ 6535110 h 6857996"/>
              <a:gd name="connsiteX753" fmla="*/ 5375310 w 12191993"/>
              <a:gd name="connsiteY753" fmla="*/ 6532558 h 6857996"/>
              <a:gd name="connsiteX754" fmla="*/ 5981693 w 12191993"/>
              <a:gd name="connsiteY754" fmla="*/ 6519858 h 6857996"/>
              <a:gd name="connsiteX755" fmla="*/ 5980106 w 12191993"/>
              <a:gd name="connsiteY755" fmla="*/ 6526208 h 6857996"/>
              <a:gd name="connsiteX756" fmla="*/ 5981693 w 12191993"/>
              <a:gd name="connsiteY756" fmla="*/ 6527796 h 6857996"/>
              <a:gd name="connsiteX757" fmla="*/ 5983280 w 12191993"/>
              <a:gd name="connsiteY757" fmla="*/ 6526208 h 6857996"/>
              <a:gd name="connsiteX758" fmla="*/ 5995980 w 12191993"/>
              <a:gd name="connsiteY758" fmla="*/ 6530971 h 6857996"/>
              <a:gd name="connsiteX759" fmla="*/ 5975343 w 12191993"/>
              <a:gd name="connsiteY759" fmla="*/ 6540496 h 6857996"/>
              <a:gd name="connsiteX760" fmla="*/ 5973755 w 12191993"/>
              <a:gd name="connsiteY760" fmla="*/ 6543671 h 6857996"/>
              <a:gd name="connsiteX761" fmla="*/ 5995980 w 12191993"/>
              <a:gd name="connsiteY761" fmla="*/ 6548434 h 6857996"/>
              <a:gd name="connsiteX762" fmla="*/ 5997568 w 12191993"/>
              <a:gd name="connsiteY762" fmla="*/ 6550021 h 6857996"/>
              <a:gd name="connsiteX763" fmla="*/ 5999156 w 12191993"/>
              <a:gd name="connsiteY763" fmla="*/ 6550021 h 6857996"/>
              <a:gd name="connsiteX764" fmla="*/ 5999156 w 12191993"/>
              <a:gd name="connsiteY764" fmla="*/ 6545259 h 6857996"/>
              <a:gd name="connsiteX765" fmla="*/ 5999156 w 12191993"/>
              <a:gd name="connsiteY765" fmla="*/ 6543671 h 6857996"/>
              <a:gd name="connsiteX766" fmla="*/ 5997568 w 12191993"/>
              <a:gd name="connsiteY766" fmla="*/ 6545259 h 6857996"/>
              <a:gd name="connsiteX767" fmla="*/ 5983280 w 12191993"/>
              <a:gd name="connsiteY767" fmla="*/ 6542084 h 6857996"/>
              <a:gd name="connsiteX768" fmla="*/ 6003918 w 12191993"/>
              <a:gd name="connsiteY768" fmla="*/ 6534146 h 6857996"/>
              <a:gd name="connsiteX769" fmla="*/ 6005506 w 12191993"/>
              <a:gd name="connsiteY769" fmla="*/ 6529383 h 6857996"/>
              <a:gd name="connsiteX770" fmla="*/ 6003918 w 12191993"/>
              <a:gd name="connsiteY770" fmla="*/ 6529383 h 6857996"/>
              <a:gd name="connsiteX771" fmla="*/ 6002330 w 12191993"/>
              <a:gd name="connsiteY771" fmla="*/ 6529383 h 6857996"/>
              <a:gd name="connsiteX772" fmla="*/ 5983280 w 12191993"/>
              <a:gd name="connsiteY772" fmla="*/ 6521446 h 6857996"/>
              <a:gd name="connsiteX773" fmla="*/ 5983280 w 12191993"/>
              <a:gd name="connsiteY773" fmla="*/ 6519858 h 6857996"/>
              <a:gd name="connsiteX774" fmla="*/ 6113455 w 12191993"/>
              <a:gd name="connsiteY774" fmla="*/ 6516683 h 6857996"/>
              <a:gd name="connsiteX775" fmla="*/ 6121393 w 12191993"/>
              <a:gd name="connsiteY775" fmla="*/ 6527796 h 6857996"/>
              <a:gd name="connsiteX776" fmla="*/ 6113455 w 12191993"/>
              <a:gd name="connsiteY776" fmla="*/ 6527796 h 6857996"/>
              <a:gd name="connsiteX777" fmla="*/ 6103930 w 12191993"/>
              <a:gd name="connsiteY777" fmla="*/ 6516683 h 6857996"/>
              <a:gd name="connsiteX778" fmla="*/ 6103930 w 12191993"/>
              <a:gd name="connsiteY778" fmla="*/ 6527796 h 6857996"/>
              <a:gd name="connsiteX779" fmla="*/ 6095992 w 12191993"/>
              <a:gd name="connsiteY779" fmla="*/ 6527796 h 6857996"/>
              <a:gd name="connsiteX780" fmla="*/ 4716822 w 12191993"/>
              <a:gd name="connsiteY780" fmla="*/ 6515097 h 6857996"/>
              <a:gd name="connsiteX781" fmla="*/ 4728076 w 12191993"/>
              <a:gd name="connsiteY781" fmla="*/ 6516040 h 6857996"/>
              <a:gd name="connsiteX782" fmla="*/ 4738685 w 12191993"/>
              <a:gd name="connsiteY782" fmla="*/ 6530501 h 6857996"/>
              <a:gd name="connsiteX783" fmla="*/ 4732898 w 12191993"/>
              <a:gd name="connsiteY783" fmla="*/ 6543389 h 6857996"/>
              <a:gd name="connsiteX784" fmla="*/ 4716180 w 12191993"/>
              <a:gd name="connsiteY784" fmla="*/ 6546847 h 6857996"/>
              <a:gd name="connsiteX785" fmla="*/ 4713607 w 12191993"/>
              <a:gd name="connsiteY785" fmla="*/ 6543704 h 6857996"/>
              <a:gd name="connsiteX786" fmla="*/ 4713285 w 12191993"/>
              <a:gd name="connsiteY786" fmla="*/ 6540246 h 6857996"/>
              <a:gd name="connsiteX787" fmla="*/ 4713285 w 12191993"/>
              <a:gd name="connsiteY787" fmla="*/ 6535530 h 6857996"/>
              <a:gd name="connsiteX788" fmla="*/ 4713607 w 12191993"/>
              <a:gd name="connsiteY788" fmla="*/ 6519813 h 6857996"/>
              <a:gd name="connsiteX789" fmla="*/ 4713607 w 12191993"/>
              <a:gd name="connsiteY789" fmla="*/ 6517298 h 6857996"/>
              <a:gd name="connsiteX790" fmla="*/ 4716822 w 12191993"/>
              <a:gd name="connsiteY790" fmla="*/ 6515097 h 6857996"/>
              <a:gd name="connsiteX791" fmla="*/ 6214308 w 12191993"/>
              <a:gd name="connsiteY791" fmla="*/ 6515096 h 6857996"/>
              <a:gd name="connsiteX792" fmla="*/ 6224580 w 12191993"/>
              <a:gd name="connsiteY792" fmla="*/ 6523033 h 6857996"/>
              <a:gd name="connsiteX793" fmla="*/ 6211226 w 12191993"/>
              <a:gd name="connsiteY793" fmla="*/ 6529383 h 6857996"/>
              <a:gd name="connsiteX794" fmla="*/ 6214308 w 12191993"/>
              <a:gd name="connsiteY794" fmla="*/ 6515096 h 6857996"/>
              <a:gd name="connsiteX795" fmla="*/ 6121392 w 12191993"/>
              <a:gd name="connsiteY795" fmla="*/ 6513508 h 6857996"/>
              <a:gd name="connsiteX796" fmla="*/ 6153142 w 12191993"/>
              <a:gd name="connsiteY796" fmla="*/ 6527796 h 6857996"/>
              <a:gd name="connsiteX797" fmla="*/ 6132505 w 12191993"/>
              <a:gd name="connsiteY797" fmla="*/ 6527796 h 6857996"/>
              <a:gd name="connsiteX798" fmla="*/ 6094405 w 12191993"/>
              <a:gd name="connsiteY798" fmla="*/ 6513508 h 6857996"/>
              <a:gd name="connsiteX799" fmla="*/ 6084881 w 12191993"/>
              <a:gd name="connsiteY799" fmla="*/ 6527796 h 6857996"/>
              <a:gd name="connsiteX800" fmla="*/ 6062656 w 12191993"/>
              <a:gd name="connsiteY800" fmla="*/ 6527796 h 6857996"/>
              <a:gd name="connsiteX801" fmla="*/ 5802498 w 12191993"/>
              <a:gd name="connsiteY801" fmla="*/ 6508746 h 6857996"/>
              <a:gd name="connsiteX802" fmla="*/ 5799587 w 12191993"/>
              <a:gd name="connsiteY802" fmla="*/ 6509699 h 6857996"/>
              <a:gd name="connsiteX803" fmla="*/ 5791174 w 12191993"/>
              <a:gd name="connsiteY803" fmla="*/ 6512874 h 6857996"/>
              <a:gd name="connsiteX804" fmla="*/ 5787614 w 12191993"/>
              <a:gd name="connsiteY804" fmla="*/ 6517636 h 6857996"/>
              <a:gd name="connsiteX805" fmla="*/ 5787614 w 12191993"/>
              <a:gd name="connsiteY805" fmla="*/ 6523351 h 6857996"/>
              <a:gd name="connsiteX806" fmla="*/ 5788262 w 12191993"/>
              <a:gd name="connsiteY806" fmla="*/ 6531924 h 6857996"/>
              <a:gd name="connsiteX807" fmla="*/ 5784703 w 12191993"/>
              <a:gd name="connsiteY807" fmla="*/ 6534781 h 6857996"/>
              <a:gd name="connsiteX808" fmla="*/ 5783085 w 12191993"/>
              <a:gd name="connsiteY808" fmla="*/ 6534464 h 6857996"/>
              <a:gd name="connsiteX809" fmla="*/ 5780172 w 12191993"/>
              <a:gd name="connsiteY809" fmla="*/ 6534464 h 6857996"/>
              <a:gd name="connsiteX810" fmla="*/ 5777584 w 12191993"/>
              <a:gd name="connsiteY810" fmla="*/ 6537639 h 6857996"/>
              <a:gd name="connsiteX811" fmla="*/ 5775966 w 12191993"/>
              <a:gd name="connsiteY811" fmla="*/ 6541766 h 6857996"/>
              <a:gd name="connsiteX812" fmla="*/ 5775318 w 12191993"/>
              <a:gd name="connsiteY812" fmla="*/ 6543671 h 6857996"/>
              <a:gd name="connsiteX813" fmla="*/ 5776613 w 12191993"/>
              <a:gd name="connsiteY813" fmla="*/ 6544306 h 6857996"/>
              <a:gd name="connsiteX814" fmla="*/ 5778554 w 12191993"/>
              <a:gd name="connsiteY814" fmla="*/ 6544306 h 6857996"/>
              <a:gd name="connsiteX815" fmla="*/ 5782113 w 12191993"/>
              <a:gd name="connsiteY815" fmla="*/ 6544306 h 6857996"/>
              <a:gd name="connsiteX816" fmla="*/ 5784379 w 12191993"/>
              <a:gd name="connsiteY816" fmla="*/ 6543989 h 6857996"/>
              <a:gd name="connsiteX817" fmla="*/ 5787614 w 12191993"/>
              <a:gd name="connsiteY817" fmla="*/ 6551926 h 6857996"/>
              <a:gd name="connsiteX818" fmla="*/ 5787614 w 12191993"/>
              <a:gd name="connsiteY818" fmla="*/ 6569706 h 6857996"/>
              <a:gd name="connsiteX819" fmla="*/ 5787614 w 12191993"/>
              <a:gd name="connsiteY819" fmla="*/ 6577326 h 6857996"/>
              <a:gd name="connsiteX820" fmla="*/ 5787290 w 12191993"/>
              <a:gd name="connsiteY820" fmla="*/ 6584946 h 6857996"/>
              <a:gd name="connsiteX821" fmla="*/ 5808000 w 12191993"/>
              <a:gd name="connsiteY821" fmla="*/ 6600821 h 6857996"/>
              <a:gd name="connsiteX822" fmla="*/ 5824500 w 12191993"/>
              <a:gd name="connsiteY822" fmla="*/ 6597646 h 6857996"/>
              <a:gd name="connsiteX823" fmla="*/ 5825795 w 12191993"/>
              <a:gd name="connsiteY823" fmla="*/ 6589074 h 6857996"/>
              <a:gd name="connsiteX824" fmla="*/ 5825148 w 12191993"/>
              <a:gd name="connsiteY824" fmla="*/ 6588121 h 6857996"/>
              <a:gd name="connsiteX825" fmla="*/ 5823208 w 12191993"/>
              <a:gd name="connsiteY825" fmla="*/ 6588439 h 6857996"/>
              <a:gd name="connsiteX826" fmla="*/ 5812205 w 12191993"/>
              <a:gd name="connsiteY826" fmla="*/ 6590026 h 6857996"/>
              <a:gd name="connsiteX827" fmla="*/ 5804439 w 12191993"/>
              <a:gd name="connsiteY827" fmla="*/ 6586216 h 6857996"/>
              <a:gd name="connsiteX828" fmla="*/ 5802821 w 12191993"/>
              <a:gd name="connsiteY828" fmla="*/ 6569706 h 6857996"/>
              <a:gd name="connsiteX829" fmla="*/ 5802821 w 12191993"/>
              <a:gd name="connsiteY829" fmla="*/ 6549386 h 6857996"/>
              <a:gd name="connsiteX830" fmla="*/ 5807028 w 12191993"/>
              <a:gd name="connsiteY830" fmla="*/ 6543671 h 6857996"/>
              <a:gd name="connsiteX831" fmla="*/ 5812205 w 12191993"/>
              <a:gd name="connsiteY831" fmla="*/ 6543989 h 6857996"/>
              <a:gd name="connsiteX832" fmla="*/ 5817058 w 12191993"/>
              <a:gd name="connsiteY832" fmla="*/ 6543989 h 6857996"/>
              <a:gd name="connsiteX833" fmla="*/ 5820941 w 12191993"/>
              <a:gd name="connsiteY833" fmla="*/ 6544306 h 6857996"/>
              <a:gd name="connsiteX834" fmla="*/ 5824500 w 12191993"/>
              <a:gd name="connsiteY834" fmla="*/ 6541131 h 6857996"/>
              <a:gd name="connsiteX835" fmla="*/ 5826118 w 12191993"/>
              <a:gd name="connsiteY835" fmla="*/ 6535099 h 6857996"/>
              <a:gd name="connsiteX836" fmla="*/ 5825148 w 12191993"/>
              <a:gd name="connsiteY836" fmla="*/ 6533829 h 6857996"/>
              <a:gd name="connsiteX837" fmla="*/ 5824500 w 12191993"/>
              <a:gd name="connsiteY837" fmla="*/ 6533829 h 6857996"/>
              <a:gd name="connsiteX838" fmla="*/ 5817382 w 12191993"/>
              <a:gd name="connsiteY838" fmla="*/ 6534464 h 6857996"/>
              <a:gd name="connsiteX839" fmla="*/ 5806706 w 12191993"/>
              <a:gd name="connsiteY839" fmla="*/ 6534464 h 6857996"/>
              <a:gd name="connsiteX840" fmla="*/ 5802174 w 12191993"/>
              <a:gd name="connsiteY840" fmla="*/ 6531606 h 6857996"/>
              <a:gd name="connsiteX841" fmla="*/ 5803469 w 12191993"/>
              <a:gd name="connsiteY841" fmla="*/ 6514779 h 6857996"/>
              <a:gd name="connsiteX842" fmla="*/ 5803792 w 12191993"/>
              <a:gd name="connsiteY842" fmla="*/ 6510969 h 6857996"/>
              <a:gd name="connsiteX843" fmla="*/ 5802498 w 12191993"/>
              <a:gd name="connsiteY843" fmla="*/ 6508746 h 6857996"/>
              <a:gd name="connsiteX844" fmla="*/ 5988043 w 12191993"/>
              <a:gd name="connsiteY844" fmla="*/ 6507158 h 6857996"/>
              <a:gd name="connsiteX845" fmla="*/ 5983280 w 12191993"/>
              <a:gd name="connsiteY845" fmla="*/ 6516683 h 6857996"/>
              <a:gd name="connsiteX846" fmla="*/ 5984868 w 12191993"/>
              <a:gd name="connsiteY846" fmla="*/ 6516683 h 6857996"/>
              <a:gd name="connsiteX847" fmla="*/ 5986456 w 12191993"/>
              <a:gd name="connsiteY847" fmla="*/ 6515096 h 6857996"/>
              <a:gd name="connsiteX848" fmla="*/ 6005506 w 12191993"/>
              <a:gd name="connsiteY848" fmla="*/ 6524621 h 6857996"/>
              <a:gd name="connsiteX849" fmla="*/ 6005506 w 12191993"/>
              <a:gd name="connsiteY849" fmla="*/ 6526209 h 6857996"/>
              <a:gd name="connsiteX850" fmla="*/ 6007094 w 12191993"/>
              <a:gd name="connsiteY850" fmla="*/ 6527796 h 6857996"/>
              <a:gd name="connsiteX851" fmla="*/ 6010268 w 12191993"/>
              <a:gd name="connsiteY851" fmla="*/ 6519859 h 6857996"/>
              <a:gd name="connsiteX852" fmla="*/ 6008681 w 12191993"/>
              <a:gd name="connsiteY852" fmla="*/ 6518271 h 6857996"/>
              <a:gd name="connsiteX853" fmla="*/ 6007094 w 12191993"/>
              <a:gd name="connsiteY853" fmla="*/ 6519859 h 6857996"/>
              <a:gd name="connsiteX854" fmla="*/ 5989630 w 12191993"/>
              <a:gd name="connsiteY854" fmla="*/ 6510333 h 6857996"/>
              <a:gd name="connsiteX855" fmla="*/ 5989630 w 12191993"/>
              <a:gd name="connsiteY855" fmla="*/ 6508746 h 6857996"/>
              <a:gd name="connsiteX856" fmla="*/ 4689454 w 12191993"/>
              <a:gd name="connsiteY856" fmla="*/ 6505572 h 6857996"/>
              <a:gd name="connsiteX857" fmla="*/ 4687884 w 12191993"/>
              <a:gd name="connsiteY857" fmla="*/ 6507802 h 6857996"/>
              <a:gd name="connsiteX858" fmla="*/ 4687884 w 12191993"/>
              <a:gd name="connsiteY858" fmla="*/ 6510351 h 6857996"/>
              <a:gd name="connsiteX859" fmla="*/ 4691335 w 12191993"/>
              <a:gd name="connsiteY859" fmla="*/ 6513218 h 6857996"/>
              <a:gd name="connsiteX860" fmla="*/ 4696669 w 12191993"/>
              <a:gd name="connsiteY860" fmla="*/ 6518634 h 6857996"/>
              <a:gd name="connsiteX861" fmla="*/ 4696984 w 12191993"/>
              <a:gd name="connsiteY861" fmla="*/ 6541572 h 6857996"/>
              <a:gd name="connsiteX862" fmla="*/ 4696984 w 12191993"/>
              <a:gd name="connsiteY862" fmla="*/ 6563236 h 6857996"/>
              <a:gd name="connsiteX863" fmla="*/ 4696669 w 12191993"/>
              <a:gd name="connsiteY863" fmla="*/ 6586173 h 6857996"/>
              <a:gd name="connsiteX864" fmla="*/ 4691335 w 12191993"/>
              <a:gd name="connsiteY864" fmla="*/ 6591589 h 6857996"/>
              <a:gd name="connsiteX865" fmla="*/ 4687884 w 12191993"/>
              <a:gd name="connsiteY865" fmla="*/ 6594775 h 6857996"/>
              <a:gd name="connsiteX866" fmla="*/ 4687884 w 12191993"/>
              <a:gd name="connsiteY866" fmla="*/ 6597324 h 6857996"/>
              <a:gd name="connsiteX867" fmla="*/ 4689768 w 12191993"/>
              <a:gd name="connsiteY867" fmla="*/ 6599235 h 6857996"/>
              <a:gd name="connsiteX868" fmla="*/ 4694788 w 12191993"/>
              <a:gd name="connsiteY868" fmla="*/ 6599235 h 6857996"/>
              <a:gd name="connsiteX869" fmla="*/ 4705139 w 12191993"/>
              <a:gd name="connsiteY869" fmla="*/ 6598917 h 6857996"/>
              <a:gd name="connsiteX870" fmla="*/ 4715179 w 12191993"/>
              <a:gd name="connsiteY870" fmla="*/ 6599235 h 6857996"/>
              <a:gd name="connsiteX871" fmla="*/ 4720199 w 12191993"/>
              <a:gd name="connsiteY871" fmla="*/ 6599235 h 6857996"/>
              <a:gd name="connsiteX872" fmla="*/ 4722082 w 12191993"/>
              <a:gd name="connsiteY872" fmla="*/ 6597324 h 6857996"/>
              <a:gd name="connsiteX873" fmla="*/ 4722082 w 12191993"/>
              <a:gd name="connsiteY873" fmla="*/ 6594775 h 6857996"/>
              <a:gd name="connsiteX874" fmla="*/ 4718630 w 12191993"/>
              <a:gd name="connsiteY874" fmla="*/ 6591589 h 6857996"/>
              <a:gd name="connsiteX875" fmla="*/ 4713299 w 12191993"/>
              <a:gd name="connsiteY875" fmla="*/ 6586173 h 6857996"/>
              <a:gd name="connsiteX876" fmla="*/ 4712983 w 12191993"/>
              <a:gd name="connsiteY876" fmla="*/ 6563236 h 6857996"/>
              <a:gd name="connsiteX877" fmla="*/ 4712983 w 12191993"/>
              <a:gd name="connsiteY877" fmla="*/ 6556864 h 6857996"/>
              <a:gd name="connsiteX878" fmla="*/ 4714552 w 12191993"/>
              <a:gd name="connsiteY878" fmla="*/ 6554315 h 6857996"/>
              <a:gd name="connsiteX879" fmla="*/ 4716434 w 12191993"/>
              <a:gd name="connsiteY879" fmla="*/ 6554634 h 6857996"/>
              <a:gd name="connsiteX880" fmla="*/ 4717374 w 12191993"/>
              <a:gd name="connsiteY880" fmla="*/ 6554315 h 6857996"/>
              <a:gd name="connsiteX881" fmla="*/ 4718317 w 12191993"/>
              <a:gd name="connsiteY881" fmla="*/ 6554315 h 6857996"/>
              <a:gd name="connsiteX882" fmla="*/ 4723964 w 12191993"/>
              <a:gd name="connsiteY882" fmla="*/ 6559731 h 6857996"/>
              <a:gd name="connsiteX883" fmla="*/ 4738398 w 12191993"/>
              <a:gd name="connsiteY883" fmla="*/ 6591271 h 6857996"/>
              <a:gd name="connsiteX884" fmla="*/ 4744045 w 12191993"/>
              <a:gd name="connsiteY884" fmla="*/ 6599235 h 6857996"/>
              <a:gd name="connsiteX885" fmla="*/ 4746241 w 12191993"/>
              <a:gd name="connsiteY885" fmla="*/ 6599235 h 6857996"/>
              <a:gd name="connsiteX886" fmla="*/ 4753771 w 12191993"/>
              <a:gd name="connsiteY886" fmla="*/ 6599235 h 6857996"/>
              <a:gd name="connsiteX887" fmla="*/ 4764125 w 12191993"/>
              <a:gd name="connsiteY887" fmla="*/ 6599235 h 6857996"/>
              <a:gd name="connsiteX888" fmla="*/ 4765065 w 12191993"/>
              <a:gd name="connsiteY888" fmla="*/ 6599235 h 6857996"/>
              <a:gd name="connsiteX889" fmla="*/ 4767260 w 12191993"/>
              <a:gd name="connsiteY889" fmla="*/ 6597642 h 6857996"/>
              <a:gd name="connsiteX890" fmla="*/ 4767260 w 12191993"/>
              <a:gd name="connsiteY890" fmla="*/ 6595094 h 6857996"/>
              <a:gd name="connsiteX891" fmla="*/ 4764748 w 12191993"/>
              <a:gd name="connsiteY891" fmla="*/ 6592226 h 6857996"/>
              <a:gd name="connsiteX892" fmla="*/ 4755652 w 12191993"/>
              <a:gd name="connsiteY892" fmla="*/ 6584899 h 6857996"/>
              <a:gd name="connsiteX893" fmla="*/ 4739653 w 12191993"/>
              <a:gd name="connsiteY893" fmla="*/ 6556864 h 6857996"/>
              <a:gd name="connsiteX894" fmla="*/ 4737769 w 12191993"/>
              <a:gd name="connsiteY894" fmla="*/ 6552722 h 6857996"/>
              <a:gd name="connsiteX895" fmla="*/ 4737144 w 12191993"/>
              <a:gd name="connsiteY895" fmla="*/ 6551767 h 6857996"/>
              <a:gd name="connsiteX896" fmla="*/ 4740280 w 12191993"/>
              <a:gd name="connsiteY896" fmla="*/ 6550174 h 6857996"/>
              <a:gd name="connsiteX897" fmla="*/ 4755026 w 12191993"/>
              <a:gd name="connsiteY897" fmla="*/ 6528510 h 6857996"/>
              <a:gd name="connsiteX898" fmla="*/ 4748749 w 12191993"/>
              <a:gd name="connsiteY898" fmla="*/ 6512262 h 6857996"/>
              <a:gd name="connsiteX899" fmla="*/ 4729300 w 12191993"/>
              <a:gd name="connsiteY899" fmla="*/ 6505572 h 6857996"/>
              <a:gd name="connsiteX900" fmla="*/ 4722397 w 12191993"/>
              <a:gd name="connsiteY900" fmla="*/ 6505572 h 6857996"/>
              <a:gd name="connsiteX901" fmla="*/ 4704198 w 12191993"/>
              <a:gd name="connsiteY901" fmla="*/ 6506209 h 6857996"/>
              <a:gd name="connsiteX902" fmla="*/ 4694788 w 12191993"/>
              <a:gd name="connsiteY902" fmla="*/ 6505891 h 6857996"/>
              <a:gd name="connsiteX903" fmla="*/ 4689454 w 12191993"/>
              <a:gd name="connsiteY903" fmla="*/ 6505572 h 6857996"/>
              <a:gd name="connsiteX904" fmla="*/ 6126155 w 12191993"/>
              <a:gd name="connsiteY904" fmla="*/ 6505571 h 6857996"/>
              <a:gd name="connsiteX905" fmla="*/ 6180130 w 12191993"/>
              <a:gd name="connsiteY905" fmla="*/ 6513791 h 6857996"/>
              <a:gd name="connsiteX906" fmla="*/ 6176617 w 12191993"/>
              <a:gd name="connsiteY906" fmla="*/ 6527796 h 6857996"/>
              <a:gd name="connsiteX907" fmla="*/ 6126155 w 12191993"/>
              <a:gd name="connsiteY907" fmla="*/ 6505571 h 6857996"/>
              <a:gd name="connsiteX908" fmla="*/ 6089642 w 12191993"/>
              <a:gd name="connsiteY908" fmla="*/ 6505571 h 6857996"/>
              <a:gd name="connsiteX909" fmla="*/ 6039201 w 12191993"/>
              <a:gd name="connsiteY909" fmla="*/ 6527796 h 6857996"/>
              <a:gd name="connsiteX910" fmla="*/ 6035667 w 12191993"/>
              <a:gd name="connsiteY910" fmla="*/ 6513791 h 6857996"/>
              <a:gd name="connsiteX911" fmla="*/ 6089642 w 12191993"/>
              <a:gd name="connsiteY911" fmla="*/ 6505571 h 6857996"/>
              <a:gd name="connsiteX912" fmla="*/ 5258126 w 12191993"/>
              <a:gd name="connsiteY912" fmla="*/ 6505571 h 6857996"/>
              <a:gd name="connsiteX913" fmla="*/ 5256209 w 12191993"/>
              <a:gd name="connsiteY913" fmla="*/ 6507801 h 6857996"/>
              <a:gd name="connsiteX914" fmla="*/ 5256209 w 12191993"/>
              <a:gd name="connsiteY914" fmla="*/ 6510350 h 6857996"/>
              <a:gd name="connsiteX915" fmla="*/ 5259726 w 12191993"/>
              <a:gd name="connsiteY915" fmla="*/ 6513217 h 6857996"/>
              <a:gd name="connsiteX916" fmla="*/ 5265481 w 12191993"/>
              <a:gd name="connsiteY916" fmla="*/ 6518632 h 6857996"/>
              <a:gd name="connsiteX917" fmla="*/ 5265481 w 12191993"/>
              <a:gd name="connsiteY917" fmla="*/ 6541569 h 6857996"/>
              <a:gd name="connsiteX918" fmla="*/ 5265481 w 12191993"/>
              <a:gd name="connsiteY918" fmla="*/ 6554948 h 6857996"/>
              <a:gd name="connsiteX919" fmla="*/ 5268996 w 12191993"/>
              <a:gd name="connsiteY919" fmla="*/ 6586167 h 6857996"/>
              <a:gd name="connsiteX920" fmla="*/ 5301288 w 12191993"/>
              <a:gd name="connsiteY920" fmla="*/ 6600821 h 6857996"/>
              <a:gd name="connsiteX921" fmla="*/ 5337734 w 12191993"/>
              <a:gd name="connsiteY921" fmla="*/ 6578840 h 6857996"/>
              <a:gd name="connsiteX922" fmla="*/ 5339012 w 12191993"/>
              <a:gd name="connsiteY922" fmla="*/ 6554630 h 6857996"/>
              <a:gd name="connsiteX923" fmla="*/ 5339012 w 12191993"/>
              <a:gd name="connsiteY923" fmla="*/ 6541569 h 6857996"/>
              <a:gd name="connsiteX924" fmla="*/ 5339333 w 12191993"/>
              <a:gd name="connsiteY924" fmla="*/ 6518632 h 6857996"/>
              <a:gd name="connsiteX925" fmla="*/ 5344768 w 12191993"/>
              <a:gd name="connsiteY925" fmla="*/ 6513217 h 6857996"/>
              <a:gd name="connsiteX926" fmla="*/ 5348284 w 12191993"/>
              <a:gd name="connsiteY926" fmla="*/ 6510350 h 6857996"/>
              <a:gd name="connsiteX927" fmla="*/ 5348284 w 12191993"/>
              <a:gd name="connsiteY927" fmla="*/ 6507801 h 6857996"/>
              <a:gd name="connsiteX928" fmla="*/ 5346686 w 12191993"/>
              <a:gd name="connsiteY928" fmla="*/ 6505571 h 6857996"/>
              <a:gd name="connsiteX929" fmla="*/ 5341251 w 12191993"/>
              <a:gd name="connsiteY929" fmla="*/ 6505890 h 6857996"/>
              <a:gd name="connsiteX930" fmla="*/ 5333578 w 12191993"/>
              <a:gd name="connsiteY930" fmla="*/ 6506208 h 6857996"/>
              <a:gd name="connsiteX931" fmla="*/ 5326225 w 12191993"/>
              <a:gd name="connsiteY931" fmla="*/ 6505890 h 6857996"/>
              <a:gd name="connsiteX932" fmla="*/ 5320789 w 12191993"/>
              <a:gd name="connsiteY932" fmla="*/ 6505571 h 6857996"/>
              <a:gd name="connsiteX933" fmla="*/ 5319193 w 12191993"/>
              <a:gd name="connsiteY933" fmla="*/ 6507801 h 6857996"/>
              <a:gd name="connsiteX934" fmla="*/ 5319193 w 12191993"/>
              <a:gd name="connsiteY934" fmla="*/ 6510350 h 6857996"/>
              <a:gd name="connsiteX935" fmla="*/ 5322708 w 12191993"/>
              <a:gd name="connsiteY935" fmla="*/ 6513217 h 6857996"/>
              <a:gd name="connsiteX936" fmla="*/ 5328143 w 12191993"/>
              <a:gd name="connsiteY936" fmla="*/ 6518632 h 6857996"/>
              <a:gd name="connsiteX937" fmla="*/ 5328143 w 12191993"/>
              <a:gd name="connsiteY937" fmla="*/ 6541569 h 6857996"/>
              <a:gd name="connsiteX938" fmla="*/ 5328143 w 12191993"/>
              <a:gd name="connsiteY938" fmla="*/ 6554948 h 6857996"/>
              <a:gd name="connsiteX939" fmla="*/ 5326545 w 12191993"/>
              <a:gd name="connsiteY939" fmla="*/ 6578840 h 6857996"/>
              <a:gd name="connsiteX940" fmla="*/ 5304804 w 12191993"/>
              <a:gd name="connsiteY940" fmla="*/ 6591264 h 6857996"/>
              <a:gd name="connsiteX941" fmla="*/ 5284983 w 12191993"/>
              <a:gd name="connsiteY941" fmla="*/ 6581070 h 6857996"/>
              <a:gd name="connsiteX942" fmla="*/ 5282105 w 12191993"/>
              <a:gd name="connsiteY942" fmla="*/ 6555585 h 6857996"/>
              <a:gd name="connsiteX943" fmla="*/ 5282105 w 12191993"/>
              <a:gd name="connsiteY943" fmla="*/ 6541569 h 6857996"/>
              <a:gd name="connsiteX944" fmla="*/ 5282105 w 12191993"/>
              <a:gd name="connsiteY944" fmla="*/ 6518632 h 6857996"/>
              <a:gd name="connsiteX945" fmla="*/ 5287862 w 12191993"/>
              <a:gd name="connsiteY945" fmla="*/ 6513217 h 6857996"/>
              <a:gd name="connsiteX946" fmla="*/ 5291057 w 12191993"/>
              <a:gd name="connsiteY946" fmla="*/ 6510350 h 6857996"/>
              <a:gd name="connsiteX947" fmla="*/ 5291057 w 12191993"/>
              <a:gd name="connsiteY947" fmla="*/ 6507801 h 6857996"/>
              <a:gd name="connsiteX948" fmla="*/ 5289458 w 12191993"/>
              <a:gd name="connsiteY948" fmla="*/ 6505571 h 6857996"/>
              <a:gd name="connsiteX949" fmla="*/ 5284344 w 12191993"/>
              <a:gd name="connsiteY949" fmla="*/ 6505890 h 6857996"/>
              <a:gd name="connsiteX950" fmla="*/ 5273472 w 12191993"/>
              <a:gd name="connsiteY950" fmla="*/ 6506208 h 6857996"/>
              <a:gd name="connsiteX951" fmla="*/ 5263242 w 12191993"/>
              <a:gd name="connsiteY951" fmla="*/ 6505890 h 6857996"/>
              <a:gd name="connsiteX952" fmla="*/ 5258126 w 12191993"/>
              <a:gd name="connsiteY952" fmla="*/ 6505571 h 6857996"/>
              <a:gd name="connsiteX953" fmla="*/ 5751804 w 12191993"/>
              <a:gd name="connsiteY953" fmla="*/ 6503983 h 6857996"/>
              <a:gd name="connsiteX954" fmla="*/ 5741981 w 12191993"/>
              <a:gd name="connsiteY954" fmla="*/ 6513508 h 6857996"/>
              <a:gd name="connsiteX955" fmla="*/ 5751209 w 12191993"/>
              <a:gd name="connsiteY955" fmla="*/ 6523033 h 6857996"/>
              <a:gd name="connsiteX956" fmla="*/ 5761031 w 12191993"/>
              <a:gd name="connsiteY956" fmla="*/ 6513191 h 6857996"/>
              <a:gd name="connsiteX957" fmla="*/ 5751804 w 12191993"/>
              <a:gd name="connsiteY957" fmla="*/ 6503983 h 6857996"/>
              <a:gd name="connsiteX958" fmla="*/ 5456085 w 12191993"/>
              <a:gd name="connsiteY958" fmla="*/ 6503983 h 6857996"/>
              <a:gd name="connsiteX959" fmla="*/ 5445121 w 12191993"/>
              <a:gd name="connsiteY959" fmla="*/ 6513508 h 6857996"/>
              <a:gd name="connsiteX960" fmla="*/ 5455439 w 12191993"/>
              <a:gd name="connsiteY960" fmla="*/ 6523033 h 6857996"/>
              <a:gd name="connsiteX961" fmla="*/ 5465759 w 12191993"/>
              <a:gd name="connsiteY961" fmla="*/ 6513191 h 6857996"/>
              <a:gd name="connsiteX962" fmla="*/ 5456085 w 12191993"/>
              <a:gd name="connsiteY962" fmla="*/ 6503983 h 6857996"/>
              <a:gd name="connsiteX963" fmla="*/ 6221722 w 12191993"/>
              <a:gd name="connsiteY963" fmla="*/ 6500808 h 6857996"/>
              <a:gd name="connsiteX964" fmla="*/ 6221087 w 12191993"/>
              <a:gd name="connsiteY964" fmla="*/ 6501761 h 6857996"/>
              <a:gd name="connsiteX965" fmla="*/ 6222992 w 12191993"/>
              <a:gd name="connsiteY965" fmla="*/ 6505571 h 6857996"/>
              <a:gd name="connsiteX966" fmla="*/ 6222675 w 12191993"/>
              <a:gd name="connsiteY966" fmla="*/ 6514778 h 6857996"/>
              <a:gd name="connsiteX967" fmla="*/ 6212515 w 12191993"/>
              <a:gd name="connsiteY967" fmla="*/ 6510968 h 6857996"/>
              <a:gd name="connsiteX968" fmla="*/ 6206482 w 12191993"/>
              <a:gd name="connsiteY968" fmla="*/ 6523351 h 6857996"/>
              <a:gd name="connsiteX969" fmla="*/ 6211880 w 12191993"/>
              <a:gd name="connsiteY969" fmla="*/ 6535733 h 6857996"/>
              <a:gd name="connsiteX970" fmla="*/ 6213467 w 12191993"/>
              <a:gd name="connsiteY970" fmla="*/ 6534781 h 6857996"/>
              <a:gd name="connsiteX971" fmla="*/ 6214102 w 12191993"/>
              <a:gd name="connsiteY971" fmla="*/ 6533511 h 6857996"/>
              <a:gd name="connsiteX972" fmla="*/ 6233152 w 12191993"/>
              <a:gd name="connsiteY972" fmla="*/ 6523668 h 6857996"/>
              <a:gd name="connsiteX973" fmla="*/ 6234740 w 12191993"/>
              <a:gd name="connsiteY973" fmla="*/ 6524621 h 6857996"/>
              <a:gd name="connsiteX974" fmla="*/ 6235692 w 12191993"/>
              <a:gd name="connsiteY974" fmla="*/ 6524303 h 6857996"/>
              <a:gd name="connsiteX975" fmla="*/ 6232835 w 12191993"/>
              <a:gd name="connsiteY975" fmla="*/ 6518588 h 6857996"/>
              <a:gd name="connsiteX976" fmla="*/ 6226485 w 12191993"/>
              <a:gd name="connsiteY976" fmla="*/ 6521763 h 6857996"/>
              <a:gd name="connsiteX977" fmla="*/ 6227120 w 12191993"/>
              <a:gd name="connsiteY977" fmla="*/ 6508746 h 6857996"/>
              <a:gd name="connsiteX978" fmla="*/ 6221722 w 12191993"/>
              <a:gd name="connsiteY978" fmla="*/ 6500808 h 6857996"/>
              <a:gd name="connsiteX979" fmla="*/ 5203940 w 12191993"/>
              <a:gd name="connsiteY979" fmla="*/ 6499222 h 6857996"/>
              <a:gd name="connsiteX980" fmla="*/ 5185064 w 12191993"/>
              <a:gd name="connsiteY980" fmla="*/ 6501778 h 6857996"/>
              <a:gd name="connsiteX981" fmla="*/ 5182549 w 12191993"/>
              <a:gd name="connsiteY981" fmla="*/ 6503695 h 6857996"/>
              <a:gd name="connsiteX982" fmla="*/ 5182549 w 12191993"/>
              <a:gd name="connsiteY982" fmla="*/ 6506251 h 6857996"/>
              <a:gd name="connsiteX983" fmla="*/ 5185379 w 12191993"/>
              <a:gd name="connsiteY983" fmla="*/ 6508806 h 6857996"/>
              <a:gd name="connsiteX984" fmla="*/ 5191357 w 12191993"/>
              <a:gd name="connsiteY984" fmla="*/ 6517112 h 6857996"/>
              <a:gd name="connsiteX985" fmla="*/ 5191671 w 12191993"/>
              <a:gd name="connsiteY985" fmla="*/ 6531488 h 6857996"/>
              <a:gd name="connsiteX986" fmla="*/ 5191671 w 12191993"/>
              <a:gd name="connsiteY986" fmla="*/ 6533725 h 6857996"/>
              <a:gd name="connsiteX987" fmla="*/ 5190728 w 12191993"/>
              <a:gd name="connsiteY987" fmla="*/ 6535961 h 6857996"/>
              <a:gd name="connsiteX988" fmla="*/ 5189785 w 12191993"/>
              <a:gd name="connsiteY988" fmla="*/ 6535322 h 6857996"/>
              <a:gd name="connsiteX989" fmla="*/ 5177830 w 12191993"/>
              <a:gd name="connsiteY989" fmla="*/ 6532766 h 6857996"/>
              <a:gd name="connsiteX990" fmla="*/ 5148260 w 12191993"/>
              <a:gd name="connsiteY990" fmla="*/ 6569186 h 6857996"/>
              <a:gd name="connsiteX991" fmla="*/ 5172483 w 12191993"/>
              <a:gd name="connsiteY991" fmla="*/ 6601132 h 6857996"/>
              <a:gd name="connsiteX992" fmla="*/ 5184122 w 12191993"/>
              <a:gd name="connsiteY992" fmla="*/ 6597299 h 6857996"/>
              <a:gd name="connsiteX993" fmla="*/ 5190728 w 12191993"/>
              <a:gd name="connsiteY993" fmla="*/ 6591868 h 6857996"/>
              <a:gd name="connsiteX994" fmla="*/ 5191988 w 12191993"/>
              <a:gd name="connsiteY994" fmla="*/ 6591229 h 6857996"/>
              <a:gd name="connsiteX995" fmla="*/ 5193245 w 12191993"/>
              <a:gd name="connsiteY995" fmla="*/ 6594424 h 6857996"/>
              <a:gd name="connsiteX996" fmla="*/ 5193560 w 12191993"/>
              <a:gd name="connsiteY996" fmla="*/ 6600174 h 6857996"/>
              <a:gd name="connsiteX997" fmla="*/ 5195133 w 12191993"/>
              <a:gd name="connsiteY997" fmla="*/ 6602410 h 6857996"/>
              <a:gd name="connsiteX998" fmla="*/ 5197333 w 12191993"/>
              <a:gd name="connsiteY998" fmla="*/ 6602091 h 6857996"/>
              <a:gd name="connsiteX999" fmla="*/ 5214008 w 12191993"/>
              <a:gd name="connsiteY999" fmla="*/ 6598896 h 6857996"/>
              <a:gd name="connsiteX1000" fmla="*/ 5216522 w 12191993"/>
              <a:gd name="connsiteY1000" fmla="*/ 6596660 h 6857996"/>
              <a:gd name="connsiteX1001" fmla="*/ 5216522 w 12191993"/>
              <a:gd name="connsiteY1001" fmla="*/ 6594424 h 6857996"/>
              <a:gd name="connsiteX1002" fmla="*/ 5214636 w 12191993"/>
              <a:gd name="connsiteY1002" fmla="*/ 6592826 h 6857996"/>
              <a:gd name="connsiteX1003" fmla="*/ 5207399 w 12191993"/>
              <a:gd name="connsiteY1003" fmla="*/ 6589312 h 6857996"/>
              <a:gd name="connsiteX1004" fmla="*/ 5206141 w 12191993"/>
              <a:gd name="connsiteY1004" fmla="*/ 6565671 h 6857996"/>
              <a:gd name="connsiteX1005" fmla="*/ 5206141 w 12191993"/>
              <a:gd name="connsiteY1005" fmla="*/ 6542031 h 6857996"/>
              <a:gd name="connsiteX1006" fmla="*/ 5207085 w 12191993"/>
              <a:gd name="connsiteY1006" fmla="*/ 6501459 h 6857996"/>
              <a:gd name="connsiteX1007" fmla="*/ 5205512 w 12191993"/>
              <a:gd name="connsiteY1007" fmla="*/ 6499222 h 6857996"/>
              <a:gd name="connsiteX1008" fmla="*/ 5203940 w 12191993"/>
              <a:gd name="connsiteY1008" fmla="*/ 6499222 h 6857996"/>
              <a:gd name="connsiteX1009" fmla="*/ 4939540 w 12191993"/>
              <a:gd name="connsiteY1009" fmla="*/ 6499222 h 6857996"/>
              <a:gd name="connsiteX1010" fmla="*/ 4937048 w 12191993"/>
              <a:gd name="connsiteY1010" fmla="*/ 6499540 h 6857996"/>
              <a:gd name="connsiteX1011" fmla="*/ 4918664 w 12191993"/>
              <a:gd name="connsiteY1011" fmla="*/ 6502397 h 6857996"/>
              <a:gd name="connsiteX1012" fmla="*/ 4916484 w 12191993"/>
              <a:gd name="connsiteY1012" fmla="*/ 6504302 h 6857996"/>
              <a:gd name="connsiteX1013" fmla="*/ 4916484 w 12191993"/>
              <a:gd name="connsiteY1013" fmla="*/ 6506525 h 6857996"/>
              <a:gd name="connsiteX1014" fmla="*/ 4920222 w 12191993"/>
              <a:gd name="connsiteY1014" fmla="*/ 6508747 h 6857996"/>
              <a:gd name="connsiteX1015" fmla="*/ 4925520 w 12191993"/>
              <a:gd name="connsiteY1015" fmla="*/ 6513510 h 6857996"/>
              <a:gd name="connsiteX1016" fmla="*/ 4925831 w 12191993"/>
              <a:gd name="connsiteY1016" fmla="*/ 6540497 h 6857996"/>
              <a:gd name="connsiteX1017" fmla="*/ 4925831 w 12191993"/>
              <a:gd name="connsiteY1017" fmla="*/ 6547800 h 6857996"/>
              <a:gd name="connsiteX1018" fmla="*/ 4925520 w 12191993"/>
              <a:gd name="connsiteY1018" fmla="*/ 6589392 h 6857996"/>
              <a:gd name="connsiteX1019" fmla="*/ 4925520 w 12191993"/>
              <a:gd name="connsiteY1019" fmla="*/ 6590980 h 6857996"/>
              <a:gd name="connsiteX1020" fmla="*/ 4927700 w 12191993"/>
              <a:gd name="connsiteY1020" fmla="*/ 6595107 h 6857996"/>
              <a:gd name="connsiteX1021" fmla="*/ 4949199 w 12191993"/>
              <a:gd name="connsiteY1021" fmla="*/ 6600822 h 6857996"/>
              <a:gd name="connsiteX1022" fmla="*/ 4983161 w 12191993"/>
              <a:gd name="connsiteY1022" fmla="*/ 6563675 h 6857996"/>
              <a:gd name="connsiteX1023" fmla="*/ 4959168 w 12191993"/>
              <a:gd name="connsiteY1023" fmla="*/ 6532877 h 6857996"/>
              <a:gd name="connsiteX1024" fmla="*/ 4945770 w 12191993"/>
              <a:gd name="connsiteY1024" fmla="*/ 6538592 h 6857996"/>
              <a:gd name="connsiteX1025" fmla="*/ 4940786 w 12191993"/>
              <a:gd name="connsiteY1025" fmla="*/ 6543355 h 6857996"/>
              <a:gd name="connsiteX1026" fmla="*/ 4940163 w 12191993"/>
              <a:gd name="connsiteY1026" fmla="*/ 6542402 h 6857996"/>
              <a:gd name="connsiteX1027" fmla="*/ 4940163 w 12191993"/>
              <a:gd name="connsiteY1027" fmla="*/ 6541767 h 6857996"/>
              <a:gd name="connsiteX1028" fmla="*/ 4940163 w 12191993"/>
              <a:gd name="connsiteY1028" fmla="*/ 6539227 h 6857996"/>
              <a:gd name="connsiteX1029" fmla="*/ 4940475 w 12191993"/>
              <a:gd name="connsiteY1029" fmla="*/ 6521130 h 6857996"/>
              <a:gd name="connsiteX1030" fmla="*/ 4940786 w 12191993"/>
              <a:gd name="connsiteY1030" fmla="*/ 6503350 h 6857996"/>
              <a:gd name="connsiteX1031" fmla="*/ 4941098 w 12191993"/>
              <a:gd name="connsiteY1031" fmla="*/ 6501445 h 6857996"/>
              <a:gd name="connsiteX1032" fmla="*/ 4939540 w 12191993"/>
              <a:gd name="connsiteY1032" fmla="*/ 6499222 h 6857996"/>
              <a:gd name="connsiteX1033" fmla="*/ 4898522 w 12191993"/>
              <a:gd name="connsiteY1033" fmla="*/ 6499222 h 6857996"/>
              <a:gd name="connsiteX1034" fmla="*/ 4879530 w 12191993"/>
              <a:gd name="connsiteY1034" fmla="*/ 6501778 h 6857996"/>
              <a:gd name="connsiteX1035" fmla="*/ 4876959 w 12191993"/>
              <a:gd name="connsiteY1035" fmla="*/ 6503695 h 6857996"/>
              <a:gd name="connsiteX1036" fmla="*/ 4876959 w 12191993"/>
              <a:gd name="connsiteY1036" fmla="*/ 6506251 h 6857996"/>
              <a:gd name="connsiteX1037" fmla="*/ 4879852 w 12191993"/>
              <a:gd name="connsiteY1037" fmla="*/ 6508806 h 6857996"/>
              <a:gd name="connsiteX1038" fmla="*/ 4885972 w 12191993"/>
              <a:gd name="connsiteY1038" fmla="*/ 6517112 h 6857996"/>
              <a:gd name="connsiteX1039" fmla="*/ 4886292 w 12191993"/>
              <a:gd name="connsiteY1039" fmla="*/ 6531488 h 6857996"/>
              <a:gd name="connsiteX1040" fmla="*/ 4886292 w 12191993"/>
              <a:gd name="connsiteY1040" fmla="*/ 6533725 h 6857996"/>
              <a:gd name="connsiteX1041" fmla="*/ 4885328 w 12191993"/>
              <a:gd name="connsiteY1041" fmla="*/ 6535961 h 6857996"/>
              <a:gd name="connsiteX1042" fmla="*/ 4884360 w 12191993"/>
              <a:gd name="connsiteY1042" fmla="*/ 6535322 h 6857996"/>
              <a:gd name="connsiteX1043" fmla="*/ 4872127 w 12191993"/>
              <a:gd name="connsiteY1043" fmla="*/ 6532766 h 6857996"/>
              <a:gd name="connsiteX1044" fmla="*/ 4841871 w 12191993"/>
              <a:gd name="connsiteY1044" fmla="*/ 6569186 h 6857996"/>
              <a:gd name="connsiteX1045" fmla="*/ 4866980 w 12191993"/>
              <a:gd name="connsiteY1045" fmla="*/ 6601132 h 6857996"/>
              <a:gd name="connsiteX1046" fmla="*/ 4878566 w 12191993"/>
              <a:gd name="connsiteY1046" fmla="*/ 6597299 h 6857996"/>
              <a:gd name="connsiteX1047" fmla="*/ 4885328 w 12191993"/>
              <a:gd name="connsiteY1047" fmla="*/ 6591868 h 6857996"/>
              <a:gd name="connsiteX1048" fmla="*/ 4886614 w 12191993"/>
              <a:gd name="connsiteY1048" fmla="*/ 6591229 h 6857996"/>
              <a:gd name="connsiteX1049" fmla="*/ 4887899 w 12191993"/>
              <a:gd name="connsiteY1049" fmla="*/ 6594424 h 6857996"/>
              <a:gd name="connsiteX1050" fmla="*/ 4888221 w 12191993"/>
              <a:gd name="connsiteY1050" fmla="*/ 6600174 h 6857996"/>
              <a:gd name="connsiteX1051" fmla="*/ 4889831 w 12191993"/>
              <a:gd name="connsiteY1051" fmla="*/ 6602410 h 6857996"/>
              <a:gd name="connsiteX1052" fmla="*/ 4892085 w 12191993"/>
              <a:gd name="connsiteY1052" fmla="*/ 6602091 h 6857996"/>
              <a:gd name="connsiteX1053" fmla="*/ 4909145 w 12191993"/>
              <a:gd name="connsiteY1053" fmla="*/ 6598896 h 6857996"/>
              <a:gd name="connsiteX1054" fmla="*/ 4911721 w 12191993"/>
              <a:gd name="connsiteY1054" fmla="*/ 6596660 h 6857996"/>
              <a:gd name="connsiteX1055" fmla="*/ 4911721 w 12191993"/>
              <a:gd name="connsiteY1055" fmla="*/ 6594424 h 6857996"/>
              <a:gd name="connsiteX1056" fmla="*/ 4910113 w 12191993"/>
              <a:gd name="connsiteY1056" fmla="*/ 6592826 h 6857996"/>
              <a:gd name="connsiteX1057" fmla="*/ 4902066 w 12191993"/>
              <a:gd name="connsiteY1057" fmla="*/ 6589312 h 6857996"/>
              <a:gd name="connsiteX1058" fmla="*/ 4901098 w 12191993"/>
              <a:gd name="connsiteY1058" fmla="*/ 6565671 h 6857996"/>
              <a:gd name="connsiteX1059" fmla="*/ 4901098 w 12191993"/>
              <a:gd name="connsiteY1059" fmla="*/ 6542031 h 6857996"/>
              <a:gd name="connsiteX1060" fmla="*/ 4902066 w 12191993"/>
              <a:gd name="connsiteY1060" fmla="*/ 6501459 h 6857996"/>
              <a:gd name="connsiteX1061" fmla="*/ 4900132 w 12191993"/>
              <a:gd name="connsiteY1061" fmla="*/ 6499222 h 6857996"/>
              <a:gd name="connsiteX1062" fmla="*/ 4898522 w 12191993"/>
              <a:gd name="connsiteY1062" fmla="*/ 6499222 h 6857996"/>
              <a:gd name="connsiteX1063" fmla="*/ 6032809 w 12191993"/>
              <a:gd name="connsiteY1063" fmla="*/ 6467471 h 6857996"/>
              <a:gd name="connsiteX1064" fmla="*/ 6068221 w 12191993"/>
              <a:gd name="connsiteY1064" fmla="*/ 6467471 h 6857996"/>
              <a:gd name="connsiteX1065" fmla="*/ 6078971 w 12191993"/>
              <a:gd name="connsiteY1065" fmla="*/ 6469080 h 6857996"/>
              <a:gd name="connsiteX1066" fmla="*/ 6078971 w 12191993"/>
              <a:gd name="connsiteY1066" fmla="*/ 6471974 h 6857996"/>
              <a:gd name="connsiteX1067" fmla="*/ 6073597 w 12191993"/>
              <a:gd name="connsiteY1067" fmla="*/ 6479694 h 6857996"/>
              <a:gd name="connsiteX1068" fmla="*/ 6073597 w 12191993"/>
              <a:gd name="connsiteY1068" fmla="*/ 6480016 h 6857996"/>
              <a:gd name="connsiteX1069" fmla="*/ 6084979 w 12191993"/>
              <a:gd name="connsiteY1069" fmla="*/ 6488700 h 6857996"/>
              <a:gd name="connsiteX1070" fmla="*/ 6095413 w 12191993"/>
              <a:gd name="connsiteY1070" fmla="*/ 6492560 h 6857996"/>
              <a:gd name="connsiteX1071" fmla="*/ 6097310 w 12191993"/>
              <a:gd name="connsiteY1071" fmla="*/ 6491595 h 6857996"/>
              <a:gd name="connsiteX1072" fmla="*/ 6106163 w 12191993"/>
              <a:gd name="connsiteY1072" fmla="*/ 6479051 h 6857996"/>
              <a:gd name="connsiteX1073" fmla="*/ 6105847 w 12191993"/>
              <a:gd name="connsiteY1073" fmla="*/ 6476799 h 6857996"/>
              <a:gd name="connsiteX1074" fmla="*/ 6104898 w 12191993"/>
              <a:gd name="connsiteY1074" fmla="*/ 6474548 h 6857996"/>
              <a:gd name="connsiteX1075" fmla="*/ 6104898 w 12191993"/>
              <a:gd name="connsiteY1075" fmla="*/ 6474226 h 6857996"/>
              <a:gd name="connsiteX1076" fmla="*/ 6102052 w 12191993"/>
              <a:gd name="connsiteY1076" fmla="*/ 6471331 h 6857996"/>
              <a:gd name="connsiteX1077" fmla="*/ 6107428 w 12191993"/>
              <a:gd name="connsiteY1077" fmla="*/ 6467471 h 6857996"/>
              <a:gd name="connsiteX1078" fmla="*/ 6108060 w 12191993"/>
              <a:gd name="connsiteY1078" fmla="*/ 6467471 h 6857996"/>
              <a:gd name="connsiteX1079" fmla="*/ 6108376 w 12191993"/>
              <a:gd name="connsiteY1079" fmla="*/ 6467471 h 6857996"/>
              <a:gd name="connsiteX1080" fmla="*/ 6112486 w 12191993"/>
              <a:gd name="connsiteY1080" fmla="*/ 6471653 h 6857996"/>
              <a:gd name="connsiteX1081" fmla="*/ 6110589 w 12191993"/>
              <a:gd name="connsiteY1081" fmla="*/ 6479051 h 6857996"/>
              <a:gd name="connsiteX1082" fmla="*/ 6119126 w 12191993"/>
              <a:gd name="connsiteY1082" fmla="*/ 6491595 h 6857996"/>
              <a:gd name="connsiteX1083" fmla="*/ 6121023 w 12191993"/>
              <a:gd name="connsiteY1083" fmla="*/ 6492560 h 6857996"/>
              <a:gd name="connsiteX1084" fmla="*/ 6131774 w 12191993"/>
              <a:gd name="connsiteY1084" fmla="*/ 6488700 h 6857996"/>
              <a:gd name="connsiteX1085" fmla="*/ 6143156 w 12191993"/>
              <a:gd name="connsiteY1085" fmla="*/ 6480016 h 6857996"/>
              <a:gd name="connsiteX1086" fmla="*/ 6143156 w 12191993"/>
              <a:gd name="connsiteY1086" fmla="*/ 6479694 h 6857996"/>
              <a:gd name="connsiteX1087" fmla="*/ 6137781 w 12191993"/>
              <a:gd name="connsiteY1087" fmla="*/ 6471974 h 6857996"/>
              <a:gd name="connsiteX1088" fmla="*/ 6137781 w 12191993"/>
              <a:gd name="connsiteY1088" fmla="*/ 6469080 h 6857996"/>
              <a:gd name="connsiteX1089" fmla="*/ 6148531 w 12191993"/>
              <a:gd name="connsiteY1089" fmla="*/ 6467471 h 6857996"/>
              <a:gd name="connsiteX1090" fmla="*/ 6184576 w 12191993"/>
              <a:gd name="connsiteY1090" fmla="*/ 6467471 h 6857996"/>
              <a:gd name="connsiteX1091" fmla="*/ 6184892 w 12191993"/>
              <a:gd name="connsiteY1091" fmla="*/ 6476478 h 6857996"/>
              <a:gd name="connsiteX1092" fmla="*/ 6182363 w 12191993"/>
              <a:gd name="connsiteY1092" fmla="*/ 6504461 h 6857996"/>
              <a:gd name="connsiteX1093" fmla="*/ 6122920 w 12191993"/>
              <a:gd name="connsiteY1093" fmla="*/ 6495133 h 6857996"/>
              <a:gd name="connsiteX1094" fmla="*/ 6124185 w 12191993"/>
              <a:gd name="connsiteY1094" fmla="*/ 6500923 h 6857996"/>
              <a:gd name="connsiteX1095" fmla="*/ 6109008 w 12191993"/>
              <a:gd name="connsiteY1095" fmla="*/ 6516684 h 6857996"/>
              <a:gd name="connsiteX1096" fmla="*/ 6108376 w 12191993"/>
              <a:gd name="connsiteY1096" fmla="*/ 6516684 h 6857996"/>
              <a:gd name="connsiteX1097" fmla="*/ 6107744 w 12191993"/>
              <a:gd name="connsiteY1097" fmla="*/ 6516684 h 6857996"/>
              <a:gd name="connsiteX1098" fmla="*/ 6092883 w 12191993"/>
              <a:gd name="connsiteY1098" fmla="*/ 6500923 h 6857996"/>
              <a:gd name="connsiteX1099" fmla="*/ 6094148 w 12191993"/>
              <a:gd name="connsiteY1099" fmla="*/ 6495133 h 6857996"/>
              <a:gd name="connsiteX1100" fmla="*/ 6035022 w 12191993"/>
              <a:gd name="connsiteY1100" fmla="*/ 6504461 h 6857996"/>
              <a:gd name="connsiteX1101" fmla="*/ 6032492 w 12191993"/>
              <a:gd name="connsiteY1101" fmla="*/ 6476478 h 6857996"/>
              <a:gd name="connsiteX1102" fmla="*/ 6032809 w 12191993"/>
              <a:gd name="connsiteY1102" fmla="*/ 6467471 h 6857996"/>
              <a:gd name="connsiteX1103" fmla="*/ 6035029 w 12191993"/>
              <a:gd name="connsiteY1103" fmla="*/ 6454771 h 6857996"/>
              <a:gd name="connsiteX1104" fmla="*/ 6108377 w 12191993"/>
              <a:gd name="connsiteY1104" fmla="*/ 6454771 h 6857996"/>
              <a:gd name="connsiteX1105" fmla="*/ 6182357 w 12191993"/>
              <a:gd name="connsiteY1105" fmla="*/ 6454771 h 6857996"/>
              <a:gd name="connsiteX1106" fmla="*/ 6183305 w 12191993"/>
              <a:gd name="connsiteY1106" fmla="*/ 6459317 h 6857996"/>
              <a:gd name="connsiteX1107" fmla="*/ 6148528 w 12191993"/>
              <a:gd name="connsiteY1107" fmla="*/ 6459317 h 6857996"/>
              <a:gd name="connsiteX1108" fmla="*/ 6127346 w 12191993"/>
              <a:gd name="connsiteY1108" fmla="*/ 6471656 h 6857996"/>
              <a:gd name="connsiteX1109" fmla="*/ 6131456 w 12191993"/>
              <a:gd name="connsiteY1109" fmla="*/ 6479450 h 6857996"/>
              <a:gd name="connsiteX1110" fmla="*/ 6121655 w 12191993"/>
              <a:gd name="connsiteY1110" fmla="*/ 6483346 h 6857996"/>
              <a:gd name="connsiteX1111" fmla="*/ 6118810 w 12191993"/>
              <a:gd name="connsiteY1111" fmla="*/ 6478476 h 6857996"/>
              <a:gd name="connsiteX1112" fmla="*/ 6121023 w 12191993"/>
              <a:gd name="connsiteY1112" fmla="*/ 6471332 h 6857996"/>
              <a:gd name="connsiteX1113" fmla="*/ 6108060 w 12191993"/>
              <a:gd name="connsiteY1113" fmla="*/ 6459967 h 6857996"/>
              <a:gd name="connsiteX1114" fmla="*/ 6098892 w 12191993"/>
              <a:gd name="connsiteY1114" fmla="*/ 6463214 h 6857996"/>
              <a:gd name="connsiteX1115" fmla="*/ 6098576 w 12191993"/>
              <a:gd name="connsiteY1115" fmla="*/ 6463863 h 6857996"/>
              <a:gd name="connsiteX1116" fmla="*/ 6092253 w 12191993"/>
              <a:gd name="connsiteY1116" fmla="*/ 6471007 h 6857996"/>
              <a:gd name="connsiteX1117" fmla="*/ 6092253 w 12191993"/>
              <a:gd name="connsiteY1117" fmla="*/ 6474904 h 6857996"/>
              <a:gd name="connsiteX1118" fmla="*/ 6095098 w 12191993"/>
              <a:gd name="connsiteY1118" fmla="*/ 6475553 h 6857996"/>
              <a:gd name="connsiteX1119" fmla="*/ 6096995 w 12191993"/>
              <a:gd name="connsiteY1119" fmla="*/ 6477177 h 6857996"/>
              <a:gd name="connsiteX1120" fmla="*/ 6095098 w 12191993"/>
              <a:gd name="connsiteY1120" fmla="*/ 6483346 h 6857996"/>
              <a:gd name="connsiteX1121" fmla="*/ 6085297 w 12191993"/>
              <a:gd name="connsiteY1121" fmla="*/ 6479450 h 6857996"/>
              <a:gd name="connsiteX1122" fmla="*/ 6089407 w 12191993"/>
              <a:gd name="connsiteY1122" fmla="*/ 6471656 h 6857996"/>
              <a:gd name="connsiteX1123" fmla="*/ 6068225 w 12191993"/>
              <a:gd name="connsiteY1123" fmla="*/ 6459317 h 6857996"/>
              <a:gd name="connsiteX1124" fmla="*/ 6034080 w 12191993"/>
              <a:gd name="connsiteY1124" fmla="*/ 6459317 h 6857996"/>
              <a:gd name="connsiteX1125" fmla="*/ 6035029 w 12191993"/>
              <a:gd name="connsiteY1125" fmla="*/ 6454771 h 6857996"/>
              <a:gd name="connsiteX1126" fmla="*/ 6146512 w 12191993"/>
              <a:gd name="connsiteY1126" fmla="*/ 6416671 h 6857996"/>
              <a:gd name="connsiteX1127" fmla="*/ 6156317 w 12191993"/>
              <a:gd name="connsiteY1127" fmla="*/ 6423414 h 6857996"/>
              <a:gd name="connsiteX1128" fmla="*/ 6156317 w 12191993"/>
              <a:gd name="connsiteY1128" fmla="*/ 6445246 h 6857996"/>
              <a:gd name="connsiteX1129" fmla="*/ 6134092 w 12191993"/>
              <a:gd name="connsiteY1129" fmla="*/ 6445246 h 6857996"/>
              <a:gd name="connsiteX1130" fmla="*/ 6134092 w 12191993"/>
              <a:gd name="connsiteY1130" fmla="*/ 6422450 h 6857996"/>
              <a:gd name="connsiteX1131" fmla="*/ 6135400 w 12191993"/>
              <a:gd name="connsiteY1131" fmla="*/ 6418598 h 6857996"/>
              <a:gd name="connsiteX1132" fmla="*/ 6146512 w 12191993"/>
              <a:gd name="connsiteY1132" fmla="*/ 6416671 h 6857996"/>
              <a:gd name="connsiteX1133" fmla="*/ 6070000 w 12191993"/>
              <a:gd name="connsiteY1133" fmla="*/ 6416671 h 6857996"/>
              <a:gd name="connsiteX1134" fmla="*/ 6080473 w 12191993"/>
              <a:gd name="connsiteY1134" fmla="*/ 6418598 h 6857996"/>
              <a:gd name="connsiteX1135" fmla="*/ 6081705 w 12191993"/>
              <a:gd name="connsiteY1135" fmla="*/ 6422450 h 6857996"/>
              <a:gd name="connsiteX1136" fmla="*/ 6081705 w 12191993"/>
              <a:gd name="connsiteY1136" fmla="*/ 6445246 h 6857996"/>
              <a:gd name="connsiteX1137" fmla="*/ 6061067 w 12191993"/>
              <a:gd name="connsiteY1137" fmla="*/ 6445246 h 6857996"/>
              <a:gd name="connsiteX1138" fmla="*/ 6061067 w 12191993"/>
              <a:gd name="connsiteY1138" fmla="*/ 6423414 h 6857996"/>
              <a:gd name="connsiteX1139" fmla="*/ 6070000 w 12191993"/>
              <a:gd name="connsiteY1139" fmla="*/ 6416671 h 6857996"/>
              <a:gd name="connsiteX1140" fmla="*/ 6108533 w 12191993"/>
              <a:gd name="connsiteY1140" fmla="*/ 6408733 h 6857996"/>
              <a:gd name="connsiteX1141" fmla="*/ 6126155 w 12191993"/>
              <a:gd name="connsiteY1141" fmla="*/ 6422703 h 6857996"/>
              <a:gd name="connsiteX1142" fmla="*/ 6126155 w 12191993"/>
              <a:gd name="connsiteY1142" fmla="*/ 6445246 h 6857996"/>
              <a:gd name="connsiteX1143" fmla="*/ 6108533 w 12191993"/>
              <a:gd name="connsiteY1143" fmla="*/ 6445246 h 6857996"/>
              <a:gd name="connsiteX1144" fmla="*/ 6091230 w 12191993"/>
              <a:gd name="connsiteY1144" fmla="*/ 6445246 h 6857996"/>
              <a:gd name="connsiteX1145" fmla="*/ 6091230 w 12191993"/>
              <a:gd name="connsiteY1145" fmla="*/ 6422703 h 6857996"/>
              <a:gd name="connsiteX1146" fmla="*/ 6108533 w 12191993"/>
              <a:gd name="connsiteY1146" fmla="*/ 6408733 h 6857996"/>
              <a:gd name="connsiteX1147" fmla="*/ 6118217 w 12191993"/>
              <a:gd name="connsiteY1147" fmla="*/ 6397621 h 6857996"/>
              <a:gd name="connsiteX1148" fmla="*/ 6140442 w 12191993"/>
              <a:gd name="connsiteY1148" fmla="*/ 6407781 h 6857996"/>
              <a:gd name="connsiteX1149" fmla="*/ 6131364 w 12191993"/>
              <a:gd name="connsiteY1149" fmla="*/ 6410321 h 6857996"/>
              <a:gd name="connsiteX1150" fmla="*/ 6118217 w 12191993"/>
              <a:gd name="connsiteY1150" fmla="*/ 6400479 h 6857996"/>
              <a:gd name="connsiteX1151" fmla="*/ 6118217 w 12191993"/>
              <a:gd name="connsiteY1151" fmla="*/ 6397621 h 6857996"/>
              <a:gd name="connsiteX1152" fmla="*/ 6097580 w 12191993"/>
              <a:gd name="connsiteY1152" fmla="*/ 6397621 h 6857996"/>
              <a:gd name="connsiteX1153" fmla="*/ 6097580 w 12191993"/>
              <a:gd name="connsiteY1153" fmla="*/ 6400479 h 6857996"/>
              <a:gd name="connsiteX1154" fmla="*/ 6084563 w 12191993"/>
              <a:gd name="connsiteY1154" fmla="*/ 6410321 h 6857996"/>
              <a:gd name="connsiteX1155" fmla="*/ 6075355 w 12191993"/>
              <a:gd name="connsiteY1155" fmla="*/ 6407781 h 6857996"/>
              <a:gd name="connsiteX1156" fmla="*/ 6097580 w 12191993"/>
              <a:gd name="connsiteY1156" fmla="*/ 6397621 h 6857996"/>
              <a:gd name="connsiteX1157" fmla="*/ 6104824 w 12191993"/>
              <a:gd name="connsiteY1157" fmla="*/ 6365871 h 6857996"/>
              <a:gd name="connsiteX1158" fmla="*/ 6107737 w 12191993"/>
              <a:gd name="connsiteY1158" fmla="*/ 6365871 h 6857996"/>
              <a:gd name="connsiteX1159" fmla="*/ 6110650 w 12191993"/>
              <a:gd name="connsiteY1159" fmla="*/ 6365871 h 6857996"/>
              <a:gd name="connsiteX1160" fmla="*/ 6110650 w 12191993"/>
              <a:gd name="connsiteY1160" fmla="*/ 6379335 h 6857996"/>
              <a:gd name="connsiteX1161" fmla="*/ 6124568 w 12191993"/>
              <a:gd name="connsiteY1161" fmla="*/ 6379335 h 6857996"/>
              <a:gd name="connsiteX1162" fmla="*/ 6124568 w 12191993"/>
              <a:gd name="connsiteY1162" fmla="*/ 6385425 h 6857996"/>
              <a:gd name="connsiteX1163" fmla="*/ 6110650 w 12191993"/>
              <a:gd name="connsiteY1163" fmla="*/ 6385425 h 6857996"/>
              <a:gd name="connsiteX1164" fmla="*/ 6110650 w 12191993"/>
              <a:gd name="connsiteY1164" fmla="*/ 6399209 h 6857996"/>
              <a:gd name="connsiteX1165" fmla="*/ 6107737 w 12191993"/>
              <a:gd name="connsiteY1165" fmla="*/ 6399209 h 6857996"/>
              <a:gd name="connsiteX1166" fmla="*/ 6104824 w 12191993"/>
              <a:gd name="connsiteY1166" fmla="*/ 6399209 h 6857996"/>
              <a:gd name="connsiteX1167" fmla="*/ 6104824 w 12191993"/>
              <a:gd name="connsiteY1167" fmla="*/ 6385425 h 6857996"/>
              <a:gd name="connsiteX1168" fmla="*/ 6091230 w 12191993"/>
              <a:gd name="connsiteY1168" fmla="*/ 6385425 h 6857996"/>
              <a:gd name="connsiteX1169" fmla="*/ 6091230 w 12191993"/>
              <a:gd name="connsiteY1169" fmla="*/ 6379335 h 6857996"/>
              <a:gd name="connsiteX1170" fmla="*/ 6104824 w 12191993"/>
              <a:gd name="connsiteY1170" fmla="*/ 6379335 h 6857996"/>
              <a:gd name="connsiteX1171" fmla="*/ 6104824 w 12191993"/>
              <a:gd name="connsiteY1171" fmla="*/ 6365871 h 6857996"/>
              <a:gd name="connsiteX1172" fmla="*/ 6098253 w 12191993"/>
              <a:gd name="connsiteY1172" fmla="*/ 6359521 h 6857996"/>
              <a:gd name="connsiteX1173" fmla="*/ 6098253 w 12191993"/>
              <a:gd name="connsiteY1173" fmla="*/ 6372830 h 6857996"/>
              <a:gd name="connsiteX1174" fmla="*/ 6085284 w 12191993"/>
              <a:gd name="connsiteY1174" fmla="*/ 6372830 h 6857996"/>
              <a:gd name="connsiteX1175" fmla="*/ 6085284 w 12191993"/>
              <a:gd name="connsiteY1175" fmla="*/ 6392793 h 6857996"/>
              <a:gd name="connsiteX1176" fmla="*/ 6062508 w 12191993"/>
              <a:gd name="connsiteY1176" fmla="*/ 6409270 h 6857996"/>
              <a:gd name="connsiteX1177" fmla="*/ 6051753 w 12191993"/>
              <a:gd name="connsiteY1177" fmla="*/ 6424163 h 6857996"/>
              <a:gd name="connsiteX1178" fmla="*/ 6051753 w 12191993"/>
              <a:gd name="connsiteY1178" fmla="*/ 6445710 h 6857996"/>
              <a:gd name="connsiteX1179" fmla="*/ 6028345 w 12191993"/>
              <a:gd name="connsiteY1179" fmla="*/ 6445710 h 6857996"/>
              <a:gd name="connsiteX1180" fmla="*/ 6027080 w 12191993"/>
              <a:gd name="connsiteY1180" fmla="*/ 6449195 h 6857996"/>
              <a:gd name="connsiteX1181" fmla="*/ 6022967 w 12191993"/>
              <a:gd name="connsiteY1181" fmla="*/ 6477397 h 6857996"/>
              <a:gd name="connsiteX1182" fmla="*/ 6046376 w 12191993"/>
              <a:gd name="connsiteY1182" fmla="*/ 6575943 h 6857996"/>
              <a:gd name="connsiteX1183" fmla="*/ 6099202 w 12191993"/>
              <a:gd name="connsiteY1183" fmla="*/ 6673222 h 6857996"/>
              <a:gd name="connsiteX1184" fmla="*/ 6108060 w 12191993"/>
              <a:gd name="connsiteY1184" fmla="*/ 6678609 h 6857996"/>
              <a:gd name="connsiteX1185" fmla="*/ 6108376 w 12191993"/>
              <a:gd name="connsiteY1185" fmla="*/ 6678609 h 6857996"/>
              <a:gd name="connsiteX1186" fmla="*/ 6108692 w 12191993"/>
              <a:gd name="connsiteY1186" fmla="*/ 6678609 h 6857996"/>
              <a:gd name="connsiteX1187" fmla="*/ 6117866 w 12191993"/>
              <a:gd name="connsiteY1187" fmla="*/ 6673222 h 6857996"/>
              <a:gd name="connsiteX1188" fmla="*/ 6171009 w 12191993"/>
              <a:gd name="connsiteY1188" fmla="*/ 6575943 h 6857996"/>
              <a:gd name="connsiteX1189" fmla="*/ 6194417 w 12191993"/>
              <a:gd name="connsiteY1189" fmla="*/ 6477397 h 6857996"/>
              <a:gd name="connsiteX1190" fmla="*/ 6190305 w 12191993"/>
              <a:gd name="connsiteY1190" fmla="*/ 6449195 h 6857996"/>
              <a:gd name="connsiteX1191" fmla="*/ 6189040 w 12191993"/>
              <a:gd name="connsiteY1191" fmla="*/ 6445710 h 6857996"/>
              <a:gd name="connsiteX1192" fmla="*/ 6165631 w 12191993"/>
              <a:gd name="connsiteY1192" fmla="*/ 6445710 h 6857996"/>
              <a:gd name="connsiteX1193" fmla="*/ 6165631 w 12191993"/>
              <a:gd name="connsiteY1193" fmla="*/ 6424163 h 6857996"/>
              <a:gd name="connsiteX1194" fmla="*/ 6154560 w 12191993"/>
              <a:gd name="connsiteY1194" fmla="*/ 6409270 h 6857996"/>
              <a:gd name="connsiteX1195" fmla="*/ 6132101 w 12191993"/>
              <a:gd name="connsiteY1195" fmla="*/ 6392793 h 6857996"/>
              <a:gd name="connsiteX1196" fmla="*/ 6132101 w 12191993"/>
              <a:gd name="connsiteY1196" fmla="*/ 6372830 h 6857996"/>
              <a:gd name="connsiteX1197" fmla="*/ 6118498 w 12191993"/>
              <a:gd name="connsiteY1197" fmla="*/ 6372830 h 6857996"/>
              <a:gd name="connsiteX1198" fmla="*/ 6118498 w 12191993"/>
              <a:gd name="connsiteY1198" fmla="*/ 6359521 h 6857996"/>
              <a:gd name="connsiteX1199" fmla="*/ 6108376 w 12191993"/>
              <a:gd name="connsiteY1199" fmla="*/ 6359521 h 6857996"/>
              <a:gd name="connsiteX1200" fmla="*/ 6098253 w 12191993"/>
              <a:gd name="connsiteY1200" fmla="*/ 6359521 h 6857996"/>
              <a:gd name="connsiteX1201" fmla="*/ 0 w 12191993"/>
              <a:gd name="connsiteY1201" fmla="*/ 0 h 6857996"/>
              <a:gd name="connsiteX1202" fmla="*/ 12191993 w 12191993"/>
              <a:gd name="connsiteY1202" fmla="*/ 0 h 6857996"/>
              <a:gd name="connsiteX1203" fmla="*/ 12191993 w 12191993"/>
              <a:gd name="connsiteY1203" fmla="*/ 6857996 h 6857996"/>
              <a:gd name="connsiteX1204" fmla="*/ 0 w 12191993"/>
              <a:gd name="connsiteY1204" fmla="*/ 6857996 h 6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Lst>
            <a:rect l="l" t="t" r="r" b="b"/>
            <a:pathLst>
              <a:path w="12191993" h="6857996">
                <a:moveTo>
                  <a:pt x="6150497" y="6688738"/>
                </a:moveTo>
                <a:cubicBezTo>
                  <a:pt x="6148985" y="6689343"/>
                  <a:pt x="6148380" y="6691157"/>
                  <a:pt x="6148985" y="6692367"/>
                </a:cubicBezTo>
                <a:cubicBezTo>
                  <a:pt x="6149590" y="6693878"/>
                  <a:pt x="6151404" y="6694483"/>
                  <a:pt x="6152916" y="6693878"/>
                </a:cubicBezTo>
                <a:cubicBezTo>
                  <a:pt x="6154125" y="6693274"/>
                  <a:pt x="6154730" y="6691459"/>
                  <a:pt x="6154125" y="6690250"/>
                </a:cubicBezTo>
                <a:cubicBezTo>
                  <a:pt x="6153521" y="6688738"/>
                  <a:pt x="6152009" y="6688133"/>
                  <a:pt x="6150497" y="6688738"/>
                </a:cubicBezTo>
                <a:close/>
                <a:moveTo>
                  <a:pt x="6092818" y="6684958"/>
                </a:moveTo>
                <a:lnTo>
                  <a:pt x="6092818" y="6686546"/>
                </a:lnTo>
                <a:lnTo>
                  <a:pt x="6094405" y="6688133"/>
                </a:lnTo>
                <a:lnTo>
                  <a:pt x="6092818" y="6708771"/>
                </a:lnTo>
                <a:lnTo>
                  <a:pt x="6091231" y="6710359"/>
                </a:lnTo>
                <a:lnTo>
                  <a:pt x="6097580" y="6711946"/>
                </a:lnTo>
                <a:lnTo>
                  <a:pt x="6097580" y="6708771"/>
                </a:lnTo>
                <a:lnTo>
                  <a:pt x="6095993" y="6708771"/>
                </a:lnTo>
                <a:lnTo>
                  <a:pt x="6097580" y="6692896"/>
                </a:lnTo>
                <a:lnTo>
                  <a:pt x="6111868" y="6711946"/>
                </a:lnTo>
                <a:lnTo>
                  <a:pt x="6115043" y="6711946"/>
                </a:lnTo>
                <a:lnTo>
                  <a:pt x="6113456" y="6688133"/>
                </a:lnTo>
                <a:lnTo>
                  <a:pt x="6113456" y="6686546"/>
                </a:lnTo>
                <a:lnTo>
                  <a:pt x="6108693" y="6686546"/>
                </a:lnTo>
                <a:lnTo>
                  <a:pt x="6108693" y="6688133"/>
                </a:lnTo>
                <a:lnTo>
                  <a:pt x="6110281" y="6688133"/>
                </a:lnTo>
                <a:lnTo>
                  <a:pt x="6111868" y="6704009"/>
                </a:lnTo>
                <a:lnTo>
                  <a:pt x="6097580" y="6686546"/>
                </a:lnTo>
                <a:close/>
                <a:moveTo>
                  <a:pt x="6080118" y="6683371"/>
                </a:moveTo>
                <a:lnTo>
                  <a:pt x="6080118" y="6684959"/>
                </a:lnTo>
                <a:lnTo>
                  <a:pt x="6081705" y="6686546"/>
                </a:lnTo>
                <a:lnTo>
                  <a:pt x="6076943" y="6705597"/>
                </a:lnTo>
                <a:lnTo>
                  <a:pt x="6075355" y="6707184"/>
                </a:lnTo>
                <a:lnTo>
                  <a:pt x="6083293" y="6710359"/>
                </a:lnTo>
                <a:lnTo>
                  <a:pt x="6083293" y="6708772"/>
                </a:lnTo>
                <a:lnTo>
                  <a:pt x="6081705" y="6707184"/>
                </a:lnTo>
                <a:lnTo>
                  <a:pt x="6086468" y="6686546"/>
                </a:lnTo>
                <a:lnTo>
                  <a:pt x="6088055" y="6686546"/>
                </a:lnTo>
                <a:lnTo>
                  <a:pt x="6088055" y="6684959"/>
                </a:lnTo>
                <a:close/>
                <a:moveTo>
                  <a:pt x="6137500" y="6681783"/>
                </a:moveTo>
                <a:cubicBezTo>
                  <a:pt x="6135252" y="6682101"/>
                  <a:pt x="6133647" y="6682101"/>
                  <a:pt x="6131078" y="6682736"/>
                </a:cubicBezTo>
                <a:cubicBezTo>
                  <a:pt x="6123373" y="6684958"/>
                  <a:pt x="6116630" y="6689086"/>
                  <a:pt x="6120162" y="6699246"/>
                </a:cubicBezTo>
                <a:cubicBezTo>
                  <a:pt x="6122409" y="6708453"/>
                  <a:pt x="6129152" y="6710358"/>
                  <a:pt x="6136536" y="6708771"/>
                </a:cubicBezTo>
                <a:cubicBezTo>
                  <a:pt x="6140389" y="6707818"/>
                  <a:pt x="6142637" y="6706231"/>
                  <a:pt x="6145205" y="6703373"/>
                </a:cubicBezTo>
                <a:cubicBezTo>
                  <a:pt x="6145205" y="6703373"/>
                  <a:pt x="6145205" y="6703373"/>
                  <a:pt x="6143279" y="6697658"/>
                </a:cubicBezTo>
                <a:cubicBezTo>
                  <a:pt x="6143279" y="6697658"/>
                  <a:pt x="6143279" y="6697658"/>
                  <a:pt x="6142316" y="6697658"/>
                </a:cubicBezTo>
                <a:cubicBezTo>
                  <a:pt x="6142637" y="6701468"/>
                  <a:pt x="6139105" y="6704961"/>
                  <a:pt x="6136215" y="6705596"/>
                </a:cubicBezTo>
                <a:cubicBezTo>
                  <a:pt x="6131399" y="6706548"/>
                  <a:pt x="6126583" y="6703056"/>
                  <a:pt x="6126262" y="6698293"/>
                </a:cubicBezTo>
                <a:cubicBezTo>
                  <a:pt x="6126262" y="6698293"/>
                  <a:pt x="6126262" y="6698293"/>
                  <a:pt x="6138784" y="6695436"/>
                </a:cubicBezTo>
                <a:cubicBezTo>
                  <a:pt x="6138784" y="6695436"/>
                  <a:pt x="6138784" y="6695436"/>
                  <a:pt x="6139747" y="6696388"/>
                </a:cubicBezTo>
                <a:cubicBezTo>
                  <a:pt x="6139747" y="6696388"/>
                  <a:pt x="6139747" y="6696388"/>
                  <a:pt x="6141031" y="6696071"/>
                </a:cubicBezTo>
                <a:cubicBezTo>
                  <a:pt x="6141031" y="6696071"/>
                  <a:pt x="6141031" y="6696071"/>
                  <a:pt x="6139747" y="6690356"/>
                </a:cubicBezTo>
                <a:cubicBezTo>
                  <a:pt x="6139747" y="6690356"/>
                  <a:pt x="6139747" y="6690356"/>
                  <a:pt x="6138463" y="6690673"/>
                </a:cubicBezTo>
                <a:cubicBezTo>
                  <a:pt x="6138463" y="6690673"/>
                  <a:pt x="6138463" y="6690673"/>
                  <a:pt x="6137500" y="6692896"/>
                </a:cubicBezTo>
                <a:cubicBezTo>
                  <a:pt x="6137500" y="6692896"/>
                  <a:pt x="6137500" y="6692896"/>
                  <a:pt x="6124978" y="6695436"/>
                </a:cubicBezTo>
                <a:cubicBezTo>
                  <a:pt x="6123694" y="6691626"/>
                  <a:pt x="6126262" y="6686863"/>
                  <a:pt x="6130436" y="6685593"/>
                </a:cubicBezTo>
                <a:cubicBezTo>
                  <a:pt x="6133326" y="6684958"/>
                  <a:pt x="6136215" y="6685593"/>
                  <a:pt x="6137821" y="6687816"/>
                </a:cubicBezTo>
                <a:cubicBezTo>
                  <a:pt x="6137821" y="6687816"/>
                  <a:pt x="6137821" y="6687816"/>
                  <a:pt x="6139105" y="6687181"/>
                </a:cubicBezTo>
                <a:cubicBezTo>
                  <a:pt x="6139105" y="6687181"/>
                  <a:pt x="6139105" y="6687181"/>
                  <a:pt x="6137500" y="6681783"/>
                </a:cubicBezTo>
                <a:close/>
                <a:moveTo>
                  <a:pt x="6053130" y="6672258"/>
                </a:moveTo>
                <a:lnTo>
                  <a:pt x="6051542" y="6673846"/>
                </a:lnTo>
                <a:lnTo>
                  <a:pt x="6053130" y="6675433"/>
                </a:lnTo>
                <a:lnTo>
                  <a:pt x="6038842" y="6691308"/>
                </a:lnTo>
                <a:lnTo>
                  <a:pt x="6037255" y="6689721"/>
                </a:lnTo>
                <a:lnTo>
                  <a:pt x="6035668" y="6691308"/>
                </a:lnTo>
                <a:lnTo>
                  <a:pt x="6042018" y="6694483"/>
                </a:lnTo>
                <a:lnTo>
                  <a:pt x="6042018" y="6692896"/>
                </a:lnTo>
                <a:lnTo>
                  <a:pt x="6051542" y="6680196"/>
                </a:lnTo>
                <a:lnTo>
                  <a:pt x="6049955" y="6699246"/>
                </a:lnTo>
                <a:lnTo>
                  <a:pt x="6053130" y="6700833"/>
                </a:lnTo>
                <a:lnTo>
                  <a:pt x="6065830" y="6684958"/>
                </a:lnTo>
                <a:lnTo>
                  <a:pt x="6064243" y="6700833"/>
                </a:lnTo>
                <a:lnTo>
                  <a:pt x="6062656" y="6702421"/>
                </a:lnTo>
                <a:lnTo>
                  <a:pt x="6061068" y="6704008"/>
                </a:lnTo>
                <a:lnTo>
                  <a:pt x="6069005" y="6707183"/>
                </a:lnTo>
                <a:lnTo>
                  <a:pt x="6069005" y="6705596"/>
                </a:lnTo>
                <a:lnTo>
                  <a:pt x="6067418" y="6704008"/>
                </a:lnTo>
                <a:lnTo>
                  <a:pt x="6070593" y="6681783"/>
                </a:lnTo>
                <a:lnTo>
                  <a:pt x="6072180" y="6681783"/>
                </a:lnTo>
                <a:lnTo>
                  <a:pt x="6072180" y="6680196"/>
                </a:lnTo>
                <a:lnTo>
                  <a:pt x="6065830" y="6677021"/>
                </a:lnTo>
                <a:lnTo>
                  <a:pt x="6064243" y="6678608"/>
                </a:lnTo>
                <a:lnTo>
                  <a:pt x="6065830" y="6678608"/>
                </a:lnTo>
                <a:lnTo>
                  <a:pt x="6056306" y="6689721"/>
                </a:lnTo>
                <a:lnTo>
                  <a:pt x="6057893" y="6673846"/>
                </a:lnTo>
                <a:close/>
                <a:moveTo>
                  <a:pt x="6175023" y="6664321"/>
                </a:moveTo>
                <a:cubicBezTo>
                  <a:pt x="6154730" y="6675963"/>
                  <a:pt x="6154730" y="6675963"/>
                  <a:pt x="6154730" y="6675963"/>
                </a:cubicBezTo>
                <a:cubicBezTo>
                  <a:pt x="6155052" y="6677221"/>
                  <a:pt x="6155052" y="6677221"/>
                  <a:pt x="6155052" y="6677221"/>
                </a:cubicBezTo>
                <a:cubicBezTo>
                  <a:pt x="6156985" y="6677221"/>
                  <a:pt x="6156985" y="6677221"/>
                  <a:pt x="6156985" y="6677221"/>
                </a:cubicBezTo>
                <a:cubicBezTo>
                  <a:pt x="6166970" y="6696414"/>
                  <a:pt x="6166970" y="6696414"/>
                  <a:pt x="6166970" y="6696414"/>
                </a:cubicBezTo>
                <a:cubicBezTo>
                  <a:pt x="6166326" y="6697988"/>
                  <a:pt x="6166326" y="6697988"/>
                  <a:pt x="6166326" y="6697988"/>
                </a:cubicBezTo>
                <a:lnTo>
                  <a:pt x="6167292" y="6699246"/>
                </a:lnTo>
                <a:cubicBezTo>
                  <a:pt x="6174378" y="6695471"/>
                  <a:pt x="6174378" y="6695471"/>
                  <a:pt x="6174378" y="6695471"/>
                </a:cubicBezTo>
                <a:cubicBezTo>
                  <a:pt x="6173734" y="6694841"/>
                  <a:pt x="6173734" y="6694841"/>
                  <a:pt x="6173734" y="6694841"/>
                </a:cubicBezTo>
                <a:cubicBezTo>
                  <a:pt x="6171802" y="6694527"/>
                  <a:pt x="6171802" y="6694527"/>
                  <a:pt x="6171802" y="6694527"/>
                </a:cubicBezTo>
                <a:cubicBezTo>
                  <a:pt x="6166970" y="6684458"/>
                  <a:pt x="6166970" y="6684458"/>
                  <a:pt x="6166970" y="6684458"/>
                </a:cubicBezTo>
                <a:cubicBezTo>
                  <a:pt x="6166970" y="6684458"/>
                  <a:pt x="6170835" y="6681626"/>
                  <a:pt x="6173734" y="6680997"/>
                </a:cubicBezTo>
                <a:cubicBezTo>
                  <a:pt x="6175023" y="6680997"/>
                  <a:pt x="6176955" y="6680997"/>
                  <a:pt x="6176955" y="6680997"/>
                </a:cubicBezTo>
                <a:cubicBezTo>
                  <a:pt x="6174378" y="6675963"/>
                  <a:pt x="6174378" y="6675963"/>
                  <a:pt x="6174378" y="6675963"/>
                </a:cubicBezTo>
                <a:cubicBezTo>
                  <a:pt x="6174378" y="6675963"/>
                  <a:pt x="6173412" y="6677536"/>
                  <a:pt x="6172446" y="6678165"/>
                </a:cubicBezTo>
                <a:cubicBezTo>
                  <a:pt x="6170513" y="6680053"/>
                  <a:pt x="6165360" y="6681626"/>
                  <a:pt x="6165360" y="6681626"/>
                </a:cubicBezTo>
                <a:cubicBezTo>
                  <a:pt x="6161816" y="6674704"/>
                  <a:pt x="6161816" y="6674704"/>
                  <a:pt x="6161816" y="6674704"/>
                </a:cubicBezTo>
                <a:cubicBezTo>
                  <a:pt x="6161816" y="6674704"/>
                  <a:pt x="6166648" y="6671243"/>
                  <a:pt x="6169869" y="6670299"/>
                </a:cubicBezTo>
                <a:cubicBezTo>
                  <a:pt x="6170835" y="6669985"/>
                  <a:pt x="6173090" y="6669670"/>
                  <a:pt x="6173090" y="6669670"/>
                </a:cubicBezTo>
                <a:cubicBezTo>
                  <a:pt x="6173090" y="6669670"/>
                  <a:pt x="6173090" y="6668097"/>
                  <a:pt x="6173412" y="6667468"/>
                </a:cubicBezTo>
                <a:cubicBezTo>
                  <a:pt x="6173734" y="6666209"/>
                  <a:pt x="6175023" y="6664321"/>
                  <a:pt x="6175023" y="6664321"/>
                </a:cubicBezTo>
                <a:close/>
                <a:moveTo>
                  <a:pt x="6030390" y="6663090"/>
                </a:moveTo>
                <a:cubicBezTo>
                  <a:pt x="6032518" y="6661940"/>
                  <a:pt x="6034976" y="6661463"/>
                  <a:pt x="6037104" y="6663368"/>
                </a:cubicBezTo>
                <a:cubicBezTo>
                  <a:pt x="6037761" y="6664003"/>
                  <a:pt x="6037761" y="6664003"/>
                  <a:pt x="6037761" y="6664003"/>
                </a:cubicBezTo>
                <a:cubicBezTo>
                  <a:pt x="6042019" y="6668131"/>
                  <a:pt x="6036449" y="6675116"/>
                  <a:pt x="6035139" y="6676386"/>
                </a:cubicBezTo>
                <a:cubicBezTo>
                  <a:pt x="6034157" y="6677021"/>
                  <a:pt x="6030880" y="6680196"/>
                  <a:pt x="6027605" y="6680196"/>
                </a:cubicBezTo>
                <a:cubicBezTo>
                  <a:pt x="6025966" y="6680196"/>
                  <a:pt x="6024656" y="6679879"/>
                  <a:pt x="6023674" y="6678609"/>
                </a:cubicBezTo>
                <a:cubicBezTo>
                  <a:pt x="6023347" y="6678291"/>
                  <a:pt x="6023347" y="6678291"/>
                  <a:pt x="6023347" y="6678291"/>
                </a:cubicBezTo>
                <a:cubicBezTo>
                  <a:pt x="6022035" y="6677339"/>
                  <a:pt x="6021709" y="6676386"/>
                  <a:pt x="6021381" y="6675116"/>
                </a:cubicBezTo>
                <a:cubicBezTo>
                  <a:pt x="6021381" y="6672259"/>
                  <a:pt x="6024001" y="6668766"/>
                  <a:pt x="6025640" y="6666861"/>
                </a:cubicBezTo>
                <a:cubicBezTo>
                  <a:pt x="6026459" y="6666067"/>
                  <a:pt x="6028260" y="6664241"/>
                  <a:pt x="6030390" y="6663090"/>
                </a:cubicBezTo>
                <a:close/>
                <a:moveTo>
                  <a:pt x="6030111" y="6659872"/>
                </a:moveTo>
                <a:cubicBezTo>
                  <a:pt x="6026346" y="6660186"/>
                  <a:pt x="6022895" y="6662383"/>
                  <a:pt x="6020698" y="6665835"/>
                </a:cubicBezTo>
                <a:cubicBezTo>
                  <a:pt x="6016617" y="6670856"/>
                  <a:pt x="6016617" y="6677446"/>
                  <a:pt x="6021324" y="6682153"/>
                </a:cubicBezTo>
                <a:cubicBezTo>
                  <a:pt x="6021324" y="6682153"/>
                  <a:pt x="6021324" y="6682153"/>
                  <a:pt x="6021324" y="6682467"/>
                </a:cubicBezTo>
                <a:cubicBezTo>
                  <a:pt x="6021324" y="6682467"/>
                  <a:pt x="6021324" y="6682467"/>
                  <a:pt x="6021639" y="6682467"/>
                </a:cubicBezTo>
                <a:cubicBezTo>
                  <a:pt x="6026659" y="6686546"/>
                  <a:pt x="6033250" y="6686546"/>
                  <a:pt x="6038270" y="6682153"/>
                </a:cubicBezTo>
                <a:cubicBezTo>
                  <a:pt x="6041409" y="6679642"/>
                  <a:pt x="6042978" y="6676190"/>
                  <a:pt x="6043292" y="6672425"/>
                </a:cubicBezTo>
                <a:cubicBezTo>
                  <a:pt x="6043605" y="6668973"/>
                  <a:pt x="6042664" y="6665835"/>
                  <a:pt x="6040467" y="6663638"/>
                </a:cubicBezTo>
                <a:cubicBezTo>
                  <a:pt x="6040154" y="6663010"/>
                  <a:pt x="6040154" y="6663010"/>
                  <a:pt x="6040154" y="6663010"/>
                </a:cubicBezTo>
                <a:cubicBezTo>
                  <a:pt x="6039840" y="6662696"/>
                  <a:pt x="6039840" y="6662696"/>
                  <a:pt x="6039840" y="6662696"/>
                </a:cubicBezTo>
                <a:cubicBezTo>
                  <a:pt x="6039526" y="6662383"/>
                  <a:pt x="6039526" y="6662383"/>
                  <a:pt x="6039526" y="6662383"/>
                </a:cubicBezTo>
                <a:cubicBezTo>
                  <a:pt x="6037015" y="6660186"/>
                  <a:pt x="6033877" y="6659558"/>
                  <a:pt x="6030111" y="6659872"/>
                </a:cubicBezTo>
                <a:close/>
                <a:moveTo>
                  <a:pt x="6187938" y="6653208"/>
                </a:moveTo>
                <a:cubicBezTo>
                  <a:pt x="6186092" y="6654812"/>
                  <a:pt x="6184553" y="6655774"/>
                  <a:pt x="6183014" y="6657377"/>
                </a:cubicBezTo>
                <a:cubicBezTo>
                  <a:pt x="6177474" y="6662829"/>
                  <a:pt x="6173780" y="6669885"/>
                  <a:pt x="6180859" y="6677582"/>
                </a:cubicBezTo>
                <a:cubicBezTo>
                  <a:pt x="6187323" y="6684958"/>
                  <a:pt x="6194094" y="6683034"/>
                  <a:pt x="6199634" y="6677582"/>
                </a:cubicBezTo>
                <a:cubicBezTo>
                  <a:pt x="6202404" y="6675016"/>
                  <a:pt x="6203635" y="6672771"/>
                  <a:pt x="6203943" y="6668602"/>
                </a:cubicBezTo>
                <a:cubicBezTo>
                  <a:pt x="6203943" y="6668602"/>
                  <a:pt x="6203943" y="6668602"/>
                  <a:pt x="6200558" y="6664112"/>
                </a:cubicBezTo>
                <a:cubicBezTo>
                  <a:pt x="6200558" y="6664112"/>
                  <a:pt x="6200558" y="6664112"/>
                  <a:pt x="6199634" y="6664754"/>
                </a:cubicBezTo>
                <a:cubicBezTo>
                  <a:pt x="6201173" y="6668281"/>
                  <a:pt x="6199942" y="6673092"/>
                  <a:pt x="6197480" y="6675337"/>
                </a:cubicBezTo>
                <a:cubicBezTo>
                  <a:pt x="6194094" y="6678865"/>
                  <a:pt x="6188246" y="6677903"/>
                  <a:pt x="6186092" y="6673734"/>
                </a:cubicBezTo>
                <a:cubicBezTo>
                  <a:pt x="6186092" y="6673734"/>
                  <a:pt x="6186092" y="6673734"/>
                  <a:pt x="6195325" y="6664433"/>
                </a:cubicBezTo>
                <a:cubicBezTo>
                  <a:pt x="6195325" y="6664433"/>
                  <a:pt x="6195325" y="6664433"/>
                  <a:pt x="6196864" y="6664754"/>
                </a:cubicBezTo>
                <a:cubicBezTo>
                  <a:pt x="6196864" y="6664754"/>
                  <a:pt x="6196864" y="6664754"/>
                  <a:pt x="6197788" y="6663792"/>
                </a:cubicBezTo>
                <a:cubicBezTo>
                  <a:pt x="6197788" y="6663792"/>
                  <a:pt x="6197788" y="6663792"/>
                  <a:pt x="6193786" y="6659622"/>
                </a:cubicBezTo>
                <a:cubicBezTo>
                  <a:pt x="6193786" y="6659622"/>
                  <a:pt x="6193786" y="6659622"/>
                  <a:pt x="6193171" y="6660585"/>
                </a:cubicBezTo>
                <a:cubicBezTo>
                  <a:pt x="6193171" y="6660585"/>
                  <a:pt x="6193171" y="6660585"/>
                  <a:pt x="6193171" y="6663150"/>
                </a:cubicBezTo>
                <a:cubicBezTo>
                  <a:pt x="6193171" y="6663150"/>
                  <a:pt x="6193171" y="6663150"/>
                  <a:pt x="6183937" y="6671489"/>
                </a:cubicBezTo>
                <a:cubicBezTo>
                  <a:pt x="6180859" y="6668602"/>
                  <a:pt x="6180552" y="6663150"/>
                  <a:pt x="6183937" y="6660264"/>
                </a:cubicBezTo>
                <a:cubicBezTo>
                  <a:pt x="6185784" y="6658340"/>
                  <a:pt x="6188554" y="6657698"/>
                  <a:pt x="6191324" y="6658660"/>
                </a:cubicBezTo>
                <a:cubicBezTo>
                  <a:pt x="6191324" y="6658660"/>
                  <a:pt x="6191324" y="6658660"/>
                  <a:pt x="6191940" y="6657377"/>
                </a:cubicBezTo>
                <a:cubicBezTo>
                  <a:pt x="6191940" y="6657377"/>
                  <a:pt x="6191940" y="6657377"/>
                  <a:pt x="6187938" y="6653208"/>
                </a:cubicBezTo>
                <a:close/>
                <a:moveTo>
                  <a:pt x="6196845" y="6642096"/>
                </a:moveTo>
                <a:cubicBezTo>
                  <a:pt x="6191242" y="6649399"/>
                  <a:pt x="6191242" y="6649399"/>
                  <a:pt x="6191242" y="6649399"/>
                </a:cubicBezTo>
                <a:cubicBezTo>
                  <a:pt x="6192799" y="6650351"/>
                  <a:pt x="6192799" y="6650351"/>
                  <a:pt x="6192799" y="6650351"/>
                </a:cubicBezTo>
                <a:cubicBezTo>
                  <a:pt x="6194355" y="6649399"/>
                  <a:pt x="6194355" y="6649399"/>
                  <a:pt x="6194355" y="6649399"/>
                </a:cubicBezTo>
                <a:cubicBezTo>
                  <a:pt x="6210230" y="6662734"/>
                  <a:pt x="6210230" y="6662734"/>
                  <a:pt x="6210230" y="6662734"/>
                </a:cubicBezTo>
                <a:cubicBezTo>
                  <a:pt x="6209919" y="6664639"/>
                  <a:pt x="6209919" y="6664639"/>
                  <a:pt x="6209919" y="6664639"/>
                </a:cubicBezTo>
                <a:lnTo>
                  <a:pt x="6210541" y="6665909"/>
                </a:lnTo>
                <a:cubicBezTo>
                  <a:pt x="6222992" y="6651304"/>
                  <a:pt x="6222992" y="6651304"/>
                  <a:pt x="6222992" y="6651304"/>
                </a:cubicBezTo>
                <a:cubicBezTo>
                  <a:pt x="6220191" y="6644319"/>
                  <a:pt x="6220191" y="6644319"/>
                  <a:pt x="6220191" y="6644319"/>
                </a:cubicBezTo>
                <a:cubicBezTo>
                  <a:pt x="6218323" y="6646224"/>
                  <a:pt x="6218323" y="6646224"/>
                  <a:pt x="6218323" y="6646224"/>
                </a:cubicBezTo>
                <a:cubicBezTo>
                  <a:pt x="6218323" y="6646224"/>
                  <a:pt x="6218946" y="6649081"/>
                  <a:pt x="6218946" y="6650669"/>
                </a:cubicBezTo>
                <a:cubicBezTo>
                  <a:pt x="6218323" y="6654162"/>
                  <a:pt x="6213654" y="6658607"/>
                  <a:pt x="6213654" y="6658607"/>
                </a:cubicBezTo>
                <a:cubicBezTo>
                  <a:pt x="6197468" y="6644954"/>
                  <a:pt x="6197468" y="6644954"/>
                  <a:pt x="6197468" y="6644954"/>
                </a:cubicBezTo>
                <a:cubicBezTo>
                  <a:pt x="6198090" y="6643049"/>
                  <a:pt x="6198090" y="6643049"/>
                  <a:pt x="6198090" y="6643049"/>
                </a:cubicBezTo>
                <a:cubicBezTo>
                  <a:pt x="6196845" y="6642096"/>
                  <a:pt x="6196845" y="6642096"/>
                  <a:pt x="6196845" y="6642096"/>
                </a:cubicBezTo>
                <a:close/>
                <a:moveTo>
                  <a:pt x="6013443" y="6635746"/>
                </a:moveTo>
                <a:lnTo>
                  <a:pt x="6013443" y="6637334"/>
                </a:lnTo>
                <a:lnTo>
                  <a:pt x="5995980" y="6650034"/>
                </a:lnTo>
                <a:lnTo>
                  <a:pt x="5994393" y="6648446"/>
                </a:lnTo>
                <a:lnTo>
                  <a:pt x="5992806" y="6650034"/>
                </a:lnTo>
                <a:lnTo>
                  <a:pt x="5997568" y="6654797"/>
                </a:lnTo>
                <a:lnTo>
                  <a:pt x="5999156" y="6654797"/>
                </a:lnTo>
                <a:lnTo>
                  <a:pt x="5999156" y="6651621"/>
                </a:lnTo>
                <a:lnTo>
                  <a:pt x="6011855" y="6643684"/>
                </a:lnTo>
                <a:lnTo>
                  <a:pt x="6005506" y="6665909"/>
                </a:lnTo>
                <a:lnTo>
                  <a:pt x="6008680" y="6669084"/>
                </a:lnTo>
                <a:lnTo>
                  <a:pt x="6024555" y="6653209"/>
                </a:lnTo>
                <a:lnTo>
                  <a:pt x="6026143" y="6651621"/>
                </a:lnTo>
                <a:lnTo>
                  <a:pt x="6027731" y="6651621"/>
                </a:lnTo>
                <a:lnTo>
                  <a:pt x="6024555" y="6646859"/>
                </a:lnTo>
                <a:lnTo>
                  <a:pt x="6022968" y="6648446"/>
                </a:lnTo>
                <a:lnTo>
                  <a:pt x="6022968" y="6650034"/>
                </a:lnTo>
                <a:lnTo>
                  <a:pt x="6011855" y="6661147"/>
                </a:lnTo>
                <a:lnTo>
                  <a:pt x="6016618" y="6638921"/>
                </a:lnTo>
                <a:lnTo>
                  <a:pt x="6015031" y="6635746"/>
                </a:lnTo>
                <a:close/>
                <a:moveTo>
                  <a:pt x="5999458" y="6630479"/>
                </a:moveTo>
                <a:cubicBezTo>
                  <a:pt x="5998324" y="6631200"/>
                  <a:pt x="5997567" y="6633004"/>
                  <a:pt x="5998324" y="6634809"/>
                </a:cubicBezTo>
                <a:cubicBezTo>
                  <a:pt x="5999079" y="6636613"/>
                  <a:pt x="6001348" y="6637334"/>
                  <a:pt x="6003237" y="6636613"/>
                </a:cubicBezTo>
                <a:cubicBezTo>
                  <a:pt x="6004749" y="6635891"/>
                  <a:pt x="6005506" y="6633726"/>
                  <a:pt x="6004749" y="6632283"/>
                </a:cubicBezTo>
                <a:cubicBezTo>
                  <a:pt x="6003616" y="6630479"/>
                  <a:pt x="6001348" y="6629396"/>
                  <a:pt x="5999458" y="6630479"/>
                </a:cubicBezTo>
                <a:close/>
                <a:moveTo>
                  <a:pt x="6207117" y="6626221"/>
                </a:moveTo>
                <a:lnTo>
                  <a:pt x="6203942" y="6632571"/>
                </a:lnTo>
                <a:lnTo>
                  <a:pt x="6203942" y="6634159"/>
                </a:lnTo>
                <a:lnTo>
                  <a:pt x="6207117" y="6632571"/>
                </a:lnTo>
                <a:lnTo>
                  <a:pt x="6224580" y="6643684"/>
                </a:lnTo>
                <a:lnTo>
                  <a:pt x="6224580" y="6645271"/>
                </a:lnTo>
                <a:lnTo>
                  <a:pt x="6226168" y="6645271"/>
                </a:lnTo>
                <a:lnTo>
                  <a:pt x="6230930" y="6637334"/>
                </a:lnTo>
                <a:lnTo>
                  <a:pt x="6229343" y="6637334"/>
                </a:lnTo>
                <a:lnTo>
                  <a:pt x="6227755" y="6638921"/>
                </a:lnTo>
                <a:lnTo>
                  <a:pt x="6207117" y="6627809"/>
                </a:lnTo>
                <a:lnTo>
                  <a:pt x="6208705" y="6626221"/>
                </a:lnTo>
                <a:close/>
                <a:moveTo>
                  <a:pt x="6002331" y="6615108"/>
                </a:moveTo>
                <a:lnTo>
                  <a:pt x="6002331" y="6616696"/>
                </a:lnTo>
                <a:lnTo>
                  <a:pt x="5983280" y="6626221"/>
                </a:lnTo>
                <a:lnTo>
                  <a:pt x="5981693" y="6624634"/>
                </a:lnTo>
                <a:lnTo>
                  <a:pt x="5980106" y="6624634"/>
                </a:lnTo>
                <a:lnTo>
                  <a:pt x="5983280" y="6632571"/>
                </a:lnTo>
                <a:lnTo>
                  <a:pt x="5984868" y="6632571"/>
                </a:lnTo>
                <a:lnTo>
                  <a:pt x="5984868" y="6630984"/>
                </a:lnTo>
                <a:lnTo>
                  <a:pt x="6003918" y="6621458"/>
                </a:lnTo>
                <a:lnTo>
                  <a:pt x="6005507" y="6623046"/>
                </a:lnTo>
                <a:lnTo>
                  <a:pt x="6007094" y="6621458"/>
                </a:lnTo>
                <a:lnTo>
                  <a:pt x="6003918" y="6615108"/>
                </a:lnTo>
                <a:close/>
                <a:moveTo>
                  <a:pt x="6217912" y="6602408"/>
                </a:moveTo>
                <a:cubicBezTo>
                  <a:pt x="6216642" y="6604272"/>
                  <a:pt x="6215690" y="6605514"/>
                  <a:pt x="6214737" y="6607999"/>
                </a:cubicBezTo>
                <a:cubicBezTo>
                  <a:pt x="6211562" y="6615143"/>
                  <a:pt x="6210292" y="6622908"/>
                  <a:pt x="6219817" y="6626945"/>
                </a:cubicBezTo>
                <a:cubicBezTo>
                  <a:pt x="6229660" y="6630983"/>
                  <a:pt x="6235058" y="6626324"/>
                  <a:pt x="6238550" y="6619802"/>
                </a:cubicBezTo>
                <a:cubicBezTo>
                  <a:pt x="6240138" y="6616075"/>
                  <a:pt x="6240455" y="6613279"/>
                  <a:pt x="6239503" y="6609241"/>
                </a:cubicBezTo>
                <a:cubicBezTo>
                  <a:pt x="6239503" y="6609241"/>
                  <a:pt x="6239503" y="6609241"/>
                  <a:pt x="6234423" y="6607067"/>
                </a:cubicBezTo>
                <a:cubicBezTo>
                  <a:pt x="6234423" y="6607067"/>
                  <a:pt x="6234423" y="6607067"/>
                  <a:pt x="6233470" y="6607999"/>
                </a:cubicBezTo>
                <a:cubicBezTo>
                  <a:pt x="6236328" y="6610794"/>
                  <a:pt x="6236963" y="6614832"/>
                  <a:pt x="6235693" y="6617628"/>
                </a:cubicBezTo>
                <a:cubicBezTo>
                  <a:pt x="6233470" y="6621976"/>
                  <a:pt x="6225215" y="6622908"/>
                  <a:pt x="6221722" y="6620112"/>
                </a:cubicBezTo>
                <a:cubicBezTo>
                  <a:pt x="6217912" y="6617317"/>
                  <a:pt x="6214737" y="6613900"/>
                  <a:pt x="6216642" y="6609863"/>
                </a:cubicBezTo>
                <a:cubicBezTo>
                  <a:pt x="6217912" y="6607378"/>
                  <a:pt x="6220135" y="6605825"/>
                  <a:pt x="6222992" y="6605825"/>
                </a:cubicBezTo>
                <a:cubicBezTo>
                  <a:pt x="6222992" y="6605825"/>
                  <a:pt x="6222992" y="6605825"/>
                  <a:pt x="6223310" y="6604272"/>
                </a:cubicBezTo>
                <a:cubicBezTo>
                  <a:pt x="6223310" y="6604272"/>
                  <a:pt x="6223310" y="6604272"/>
                  <a:pt x="6217912" y="6602408"/>
                </a:cubicBezTo>
                <a:close/>
                <a:moveTo>
                  <a:pt x="6129330" y="6599233"/>
                </a:moveTo>
                <a:cubicBezTo>
                  <a:pt x="6133335" y="6599233"/>
                  <a:pt x="6143192" y="6599233"/>
                  <a:pt x="6149968" y="6599233"/>
                </a:cubicBezTo>
                <a:cubicBezTo>
                  <a:pt x="6142884" y="6614711"/>
                  <a:pt x="6135799" y="6628900"/>
                  <a:pt x="6129330" y="6640508"/>
                </a:cubicBezTo>
                <a:cubicBezTo>
                  <a:pt x="6129330" y="6625353"/>
                  <a:pt x="6129330" y="6604393"/>
                  <a:pt x="6129330" y="6599233"/>
                </a:cubicBezTo>
                <a:close/>
                <a:moveTo>
                  <a:pt x="6065830" y="6599233"/>
                </a:moveTo>
                <a:cubicBezTo>
                  <a:pt x="6073348" y="6599233"/>
                  <a:pt x="6083480" y="6599233"/>
                  <a:pt x="6088055" y="6599233"/>
                </a:cubicBezTo>
                <a:cubicBezTo>
                  <a:pt x="6088055" y="6604393"/>
                  <a:pt x="6088055" y="6625353"/>
                  <a:pt x="6088055" y="6640508"/>
                </a:cubicBezTo>
                <a:cubicBezTo>
                  <a:pt x="6080866" y="6628900"/>
                  <a:pt x="6073348" y="6614711"/>
                  <a:pt x="6065830" y="6599233"/>
                </a:cubicBezTo>
                <a:close/>
                <a:moveTo>
                  <a:pt x="5985060" y="6592919"/>
                </a:moveTo>
                <a:cubicBezTo>
                  <a:pt x="5975325" y="6595487"/>
                  <a:pt x="5973756" y="6602551"/>
                  <a:pt x="5975325" y="6609935"/>
                </a:cubicBezTo>
                <a:cubicBezTo>
                  <a:pt x="5976267" y="6613788"/>
                  <a:pt x="5977838" y="6616036"/>
                  <a:pt x="5980978" y="6618283"/>
                </a:cubicBezTo>
                <a:cubicBezTo>
                  <a:pt x="5980978" y="6618283"/>
                  <a:pt x="5980978" y="6618283"/>
                  <a:pt x="5986630" y="6616999"/>
                </a:cubicBezTo>
                <a:cubicBezTo>
                  <a:pt x="5986630" y="6616999"/>
                  <a:pt x="5986630" y="6616999"/>
                  <a:pt x="5986630" y="6616036"/>
                </a:cubicBezTo>
                <a:cubicBezTo>
                  <a:pt x="5982862" y="6615715"/>
                  <a:pt x="5979094" y="6612183"/>
                  <a:pt x="5978465" y="6609293"/>
                </a:cubicBezTo>
                <a:cubicBezTo>
                  <a:pt x="5977523" y="6604477"/>
                  <a:pt x="5980978" y="6599661"/>
                  <a:pt x="5985688" y="6599340"/>
                </a:cubicBezTo>
                <a:cubicBezTo>
                  <a:pt x="5985688" y="6599340"/>
                  <a:pt x="5985688" y="6599340"/>
                  <a:pt x="5988828" y="6611862"/>
                </a:cubicBezTo>
                <a:cubicBezTo>
                  <a:pt x="5988828" y="6611862"/>
                  <a:pt x="5988828" y="6611862"/>
                  <a:pt x="5987886" y="6613146"/>
                </a:cubicBezTo>
                <a:cubicBezTo>
                  <a:pt x="5987886" y="6613146"/>
                  <a:pt x="5987886" y="6613146"/>
                  <a:pt x="5988200" y="6614430"/>
                </a:cubicBezTo>
                <a:cubicBezTo>
                  <a:pt x="5988200" y="6614430"/>
                  <a:pt x="5988200" y="6614430"/>
                  <a:pt x="5994166" y="6612825"/>
                </a:cubicBezTo>
                <a:cubicBezTo>
                  <a:pt x="5994166" y="6612825"/>
                  <a:pt x="5994166" y="6612825"/>
                  <a:pt x="5993538" y="6611541"/>
                </a:cubicBezTo>
                <a:cubicBezTo>
                  <a:pt x="5993538" y="6611541"/>
                  <a:pt x="5993538" y="6611541"/>
                  <a:pt x="5991340" y="6610578"/>
                </a:cubicBezTo>
                <a:cubicBezTo>
                  <a:pt x="5991340" y="6610578"/>
                  <a:pt x="5991340" y="6610578"/>
                  <a:pt x="5988828" y="6598377"/>
                </a:cubicBezTo>
                <a:cubicBezTo>
                  <a:pt x="5992597" y="6596772"/>
                  <a:pt x="5997307" y="6599019"/>
                  <a:pt x="5998249" y="6603193"/>
                </a:cubicBezTo>
                <a:cubicBezTo>
                  <a:pt x="5998877" y="6606083"/>
                  <a:pt x="5998249" y="6608972"/>
                  <a:pt x="5996365" y="6610899"/>
                </a:cubicBezTo>
                <a:cubicBezTo>
                  <a:pt x="5996365" y="6610899"/>
                  <a:pt x="5996365" y="6610899"/>
                  <a:pt x="5996992" y="6611862"/>
                </a:cubicBezTo>
                <a:cubicBezTo>
                  <a:pt x="5996992" y="6611862"/>
                  <a:pt x="5996992" y="6611862"/>
                  <a:pt x="6002330" y="6610257"/>
                </a:cubicBezTo>
                <a:cubicBezTo>
                  <a:pt x="6002017" y="6608009"/>
                  <a:pt x="6002017" y="6606404"/>
                  <a:pt x="6001388" y="6603835"/>
                </a:cubicBezTo>
                <a:cubicBezTo>
                  <a:pt x="5999190" y="6596130"/>
                  <a:pt x="5994794" y="6589708"/>
                  <a:pt x="5985060" y="6592919"/>
                </a:cubicBezTo>
                <a:close/>
                <a:moveTo>
                  <a:pt x="6218230" y="6591296"/>
                </a:moveTo>
                <a:lnTo>
                  <a:pt x="6216642" y="6599234"/>
                </a:lnTo>
                <a:lnTo>
                  <a:pt x="6218230" y="6599234"/>
                </a:lnTo>
                <a:lnTo>
                  <a:pt x="6219817" y="6597646"/>
                </a:lnTo>
                <a:lnTo>
                  <a:pt x="6240455" y="6600821"/>
                </a:lnTo>
                <a:lnTo>
                  <a:pt x="6240455" y="6602409"/>
                </a:lnTo>
                <a:lnTo>
                  <a:pt x="6242043" y="6603996"/>
                </a:lnTo>
                <a:lnTo>
                  <a:pt x="6243630" y="6594471"/>
                </a:lnTo>
                <a:lnTo>
                  <a:pt x="6242043" y="6596059"/>
                </a:lnTo>
                <a:lnTo>
                  <a:pt x="6219817" y="6592884"/>
                </a:lnTo>
                <a:lnTo>
                  <a:pt x="6219817" y="6591296"/>
                </a:lnTo>
                <a:close/>
                <a:moveTo>
                  <a:pt x="4811421" y="6570659"/>
                </a:moveTo>
                <a:cubicBezTo>
                  <a:pt x="4812046" y="6570659"/>
                  <a:pt x="4812046" y="6570659"/>
                  <a:pt x="4812359" y="6570659"/>
                </a:cubicBezTo>
                <a:cubicBezTo>
                  <a:pt x="4813298" y="6570659"/>
                  <a:pt x="4813298" y="6570987"/>
                  <a:pt x="4813298" y="6572952"/>
                </a:cubicBezTo>
                <a:lnTo>
                  <a:pt x="4813298" y="6576883"/>
                </a:lnTo>
                <a:cubicBezTo>
                  <a:pt x="4813298" y="6581797"/>
                  <a:pt x="4812673" y="6584090"/>
                  <a:pt x="4810796" y="6586056"/>
                </a:cubicBezTo>
                <a:cubicBezTo>
                  <a:pt x="4807980" y="6589332"/>
                  <a:pt x="4803602" y="6591297"/>
                  <a:pt x="4800166" y="6591297"/>
                </a:cubicBezTo>
                <a:cubicBezTo>
                  <a:pt x="4795787" y="6591297"/>
                  <a:pt x="4792659" y="6588349"/>
                  <a:pt x="4792659" y="6583763"/>
                </a:cubicBezTo>
                <a:cubicBezTo>
                  <a:pt x="4792659" y="6579832"/>
                  <a:pt x="4794536" y="6577211"/>
                  <a:pt x="4797977" y="6574918"/>
                </a:cubicBezTo>
                <a:cubicBezTo>
                  <a:pt x="4800789" y="6573280"/>
                  <a:pt x="4802978" y="6572625"/>
                  <a:pt x="4810169" y="6570987"/>
                </a:cubicBezTo>
                <a:cubicBezTo>
                  <a:pt x="4810169" y="6570987"/>
                  <a:pt x="4810169" y="6570987"/>
                  <a:pt x="4811421" y="6570659"/>
                </a:cubicBezTo>
                <a:close/>
                <a:moveTo>
                  <a:pt x="5974078" y="6569071"/>
                </a:moveTo>
                <a:cubicBezTo>
                  <a:pt x="5994394" y="6569721"/>
                  <a:pt x="5994394" y="6569721"/>
                  <a:pt x="5994394" y="6569721"/>
                </a:cubicBezTo>
                <a:cubicBezTo>
                  <a:pt x="5994072" y="6571994"/>
                  <a:pt x="5994394" y="6573293"/>
                  <a:pt x="5993749" y="6575566"/>
                </a:cubicBezTo>
                <a:cubicBezTo>
                  <a:pt x="5993103" y="6578488"/>
                  <a:pt x="5989557" y="6582710"/>
                  <a:pt x="5985364" y="6583035"/>
                </a:cubicBezTo>
                <a:cubicBezTo>
                  <a:pt x="5979237" y="6583359"/>
                  <a:pt x="5974400" y="6578164"/>
                  <a:pt x="5974078" y="6574267"/>
                </a:cubicBezTo>
                <a:cubicBezTo>
                  <a:pt x="5973756" y="6570045"/>
                  <a:pt x="5974078" y="6569071"/>
                  <a:pt x="5974078" y="6569071"/>
                </a:cubicBezTo>
                <a:close/>
                <a:moveTo>
                  <a:pt x="5970895" y="6561133"/>
                </a:moveTo>
                <a:cubicBezTo>
                  <a:pt x="5970895" y="6574627"/>
                  <a:pt x="5970895" y="6574627"/>
                  <a:pt x="5970895" y="6574627"/>
                </a:cubicBezTo>
                <a:cubicBezTo>
                  <a:pt x="5970581" y="6580732"/>
                  <a:pt x="5976858" y="6588121"/>
                  <a:pt x="5985016" y="6588121"/>
                </a:cubicBezTo>
                <a:cubicBezTo>
                  <a:pt x="5992548" y="6587479"/>
                  <a:pt x="5996313" y="6580089"/>
                  <a:pt x="5996628" y="6573342"/>
                </a:cubicBezTo>
                <a:cubicBezTo>
                  <a:pt x="5997568" y="6561776"/>
                  <a:pt x="5997568" y="6561776"/>
                  <a:pt x="5997568" y="6561776"/>
                </a:cubicBezTo>
                <a:lnTo>
                  <a:pt x="5996000" y="6561776"/>
                </a:lnTo>
                <a:cubicBezTo>
                  <a:pt x="5995058" y="6563382"/>
                  <a:pt x="5995058" y="6563382"/>
                  <a:pt x="5995058" y="6563382"/>
                </a:cubicBezTo>
                <a:cubicBezTo>
                  <a:pt x="5973718" y="6563061"/>
                  <a:pt x="5973718" y="6563061"/>
                  <a:pt x="5973718" y="6563061"/>
                </a:cubicBezTo>
                <a:cubicBezTo>
                  <a:pt x="5972463" y="6561133"/>
                  <a:pt x="5972463" y="6561133"/>
                  <a:pt x="5972463" y="6561133"/>
                </a:cubicBezTo>
                <a:cubicBezTo>
                  <a:pt x="5970895" y="6561133"/>
                  <a:pt x="5970895" y="6561133"/>
                  <a:pt x="5970895" y="6561133"/>
                </a:cubicBezTo>
                <a:close/>
                <a:moveTo>
                  <a:pt x="6218230" y="6559546"/>
                </a:moveTo>
                <a:cubicBezTo>
                  <a:pt x="6218230" y="6559546"/>
                  <a:pt x="6218230" y="6559546"/>
                  <a:pt x="6220070" y="6564826"/>
                </a:cubicBezTo>
                <a:cubicBezTo>
                  <a:pt x="6220070" y="6564826"/>
                  <a:pt x="6220070" y="6564826"/>
                  <a:pt x="6219764" y="6584394"/>
                </a:cubicBezTo>
                <a:lnTo>
                  <a:pt x="6218537" y="6588121"/>
                </a:lnTo>
                <a:cubicBezTo>
                  <a:pt x="6218537" y="6588121"/>
                  <a:pt x="6218537" y="6588121"/>
                  <a:pt x="6224364" y="6584394"/>
                </a:cubicBezTo>
                <a:cubicBezTo>
                  <a:pt x="6223751" y="6584394"/>
                  <a:pt x="6223137" y="6584083"/>
                  <a:pt x="6223137" y="6583773"/>
                </a:cubicBezTo>
                <a:cubicBezTo>
                  <a:pt x="6222524" y="6583152"/>
                  <a:pt x="6222830" y="6579735"/>
                  <a:pt x="6222830" y="6577561"/>
                </a:cubicBezTo>
                <a:cubicBezTo>
                  <a:pt x="6222830" y="6577561"/>
                  <a:pt x="6222830" y="6577561"/>
                  <a:pt x="6243685" y="6577250"/>
                </a:cubicBezTo>
                <a:cubicBezTo>
                  <a:pt x="6243685" y="6577250"/>
                  <a:pt x="6243685" y="6577250"/>
                  <a:pt x="6244605" y="6578803"/>
                </a:cubicBezTo>
                <a:cubicBezTo>
                  <a:pt x="6244605" y="6578803"/>
                  <a:pt x="6244605" y="6578803"/>
                  <a:pt x="6245218" y="6579114"/>
                </a:cubicBezTo>
                <a:cubicBezTo>
                  <a:pt x="6245218" y="6579114"/>
                  <a:pt x="6245218" y="6579114"/>
                  <a:pt x="6245218" y="6571349"/>
                </a:cubicBezTo>
                <a:cubicBezTo>
                  <a:pt x="6245218" y="6571349"/>
                  <a:pt x="6245218" y="6571349"/>
                  <a:pt x="6243992" y="6571349"/>
                </a:cubicBezTo>
                <a:cubicBezTo>
                  <a:pt x="6243992" y="6571349"/>
                  <a:pt x="6243992" y="6571349"/>
                  <a:pt x="6243685" y="6572281"/>
                </a:cubicBezTo>
                <a:cubicBezTo>
                  <a:pt x="6243685" y="6572281"/>
                  <a:pt x="6243685" y="6572281"/>
                  <a:pt x="6222524" y="6572591"/>
                </a:cubicBezTo>
                <a:cubicBezTo>
                  <a:pt x="6222524" y="6568243"/>
                  <a:pt x="6222524" y="6565137"/>
                  <a:pt x="6223444" y="6564516"/>
                </a:cubicBezTo>
                <a:cubicBezTo>
                  <a:pt x="6223751" y="6564205"/>
                  <a:pt x="6224364" y="6563895"/>
                  <a:pt x="6224977" y="6563895"/>
                </a:cubicBezTo>
                <a:cubicBezTo>
                  <a:pt x="6224977" y="6563895"/>
                  <a:pt x="6224977" y="6563895"/>
                  <a:pt x="6218230" y="6559546"/>
                </a:cubicBezTo>
                <a:close/>
                <a:moveTo>
                  <a:pt x="5983809" y="6552364"/>
                </a:moveTo>
                <a:cubicBezTo>
                  <a:pt x="5982298" y="6553120"/>
                  <a:pt x="5981692" y="6555010"/>
                  <a:pt x="5982298" y="6556900"/>
                </a:cubicBezTo>
                <a:cubicBezTo>
                  <a:pt x="5982902" y="6558790"/>
                  <a:pt x="5984717" y="6559546"/>
                  <a:pt x="5985926" y="6558790"/>
                </a:cubicBezTo>
                <a:cubicBezTo>
                  <a:pt x="5987437" y="6557278"/>
                  <a:pt x="5988043" y="6555388"/>
                  <a:pt x="5987437" y="6553498"/>
                </a:cubicBezTo>
                <a:cubicBezTo>
                  <a:pt x="5986834" y="6551986"/>
                  <a:pt x="5985018" y="6551608"/>
                  <a:pt x="5983809" y="6552364"/>
                </a:cubicBezTo>
                <a:close/>
                <a:moveTo>
                  <a:pt x="5026508" y="6543672"/>
                </a:moveTo>
                <a:cubicBezTo>
                  <a:pt x="5036386" y="6543672"/>
                  <a:pt x="5043486" y="6554080"/>
                  <a:pt x="5043486" y="6568904"/>
                </a:cubicBezTo>
                <a:cubicBezTo>
                  <a:pt x="5043486" y="6581520"/>
                  <a:pt x="5036696" y="6591297"/>
                  <a:pt x="5027743" y="6591297"/>
                </a:cubicBezTo>
                <a:cubicBezTo>
                  <a:pt x="5017557" y="6591297"/>
                  <a:pt x="5010148" y="6580889"/>
                  <a:pt x="5010148" y="6566696"/>
                </a:cubicBezTo>
                <a:cubicBezTo>
                  <a:pt x="5010148" y="6553450"/>
                  <a:pt x="5017248" y="6543672"/>
                  <a:pt x="5026508" y="6543672"/>
                </a:cubicBezTo>
                <a:close/>
                <a:moveTo>
                  <a:pt x="4954742" y="6543672"/>
                </a:moveTo>
                <a:cubicBezTo>
                  <a:pt x="4963220" y="6543672"/>
                  <a:pt x="4968873" y="6552679"/>
                  <a:pt x="4968873" y="6566831"/>
                </a:cubicBezTo>
                <a:cubicBezTo>
                  <a:pt x="4968873" y="6581627"/>
                  <a:pt x="4961336" y="6592885"/>
                  <a:pt x="4951602" y="6592885"/>
                </a:cubicBezTo>
                <a:cubicBezTo>
                  <a:pt x="4947520" y="6592885"/>
                  <a:pt x="4943121" y="6590312"/>
                  <a:pt x="4941867" y="6587739"/>
                </a:cubicBezTo>
                <a:cubicBezTo>
                  <a:pt x="4940924" y="6585166"/>
                  <a:pt x="4940297" y="6581627"/>
                  <a:pt x="4940297" y="6571334"/>
                </a:cubicBezTo>
                <a:cubicBezTo>
                  <a:pt x="4940297" y="6562971"/>
                  <a:pt x="4940924" y="6557503"/>
                  <a:pt x="4942494" y="6553965"/>
                </a:cubicBezTo>
                <a:cubicBezTo>
                  <a:pt x="4944692" y="6547532"/>
                  <a:pt x="4949718" y="6543672"/>
                  <a:pt x="4954742" y="6543672"/>
                </a:cubicBezTo>
                <a:close/>
                <a:moveTo>
                  <a:pt x="5178611" y="6542084"/>
                </a:moveTo>
                <a:cubicBezTo>
                  <a:pt x="5183202" y="6542084"/>
                  <a:pt x="5187465" y="6544624"/>
                  <a:pt x="5189759" y="6548752"/>
                </a:cubicBezTo>
                <a:cubicBezTo>
                  <a:pt x="5191727" y="6552562"/>
                  <a:pt x="5192710" y="6557959"/>
                  <a:pt x="5192710" y="6566214"/>
                </a:cubicBezTo>
                <a:cubicBezTo>
                  <a:pt x="5192710" y="6582089"/>
                  <a:pt x="5188121" y="6589709"/>
                  <a:pt x="5178611" y="6589709"/>
                </a:cubicBezTo>
                <a:cubicBezTo>
                  <a:pt x="5169104" y="6589709"/>
                  <a:pt x="5162548" y="6579549"/>
                  <a:pt x="5162548" y="6564944"/>
                </a:cubicBezTo>
                <a:cubicBezTo>
                  <a:pt x="5162548" y="6551609"/>
                  <a:pt x="5169104" y="6542084"/>
                  <a:pt x="5178611" y="6542084"/>
                </a:cubicBezTo>
                <a:close/>
                <a:moveTo>
                  <a:pt x="4872968" y="6542084"/>
                </a:moveTo>
                <a:cubicBezTo>
                  <a:pt x="4877312" y="6542084"/>
                  <a:pt x="4881351" y="6544624"/>
                  <a:pt x="4883528" y="6548752"/>
                </a:cubicBezTo>
                <a:cubicBezTo>
                  <a:pt x="4885388" y="6552562"/>
                  <a:pt x="4886321" y="6557959"/>
                  <a:pt x="4886321" y="6566214"/>
                </a:cubicBezTo>
                <a:cubicBezTo>
                  <a:pt x="4886321" y="6582089"/>
                  <a:pt x="4881972" y="6589709"/>
                  <a:pt x="4872968" y="6589709"/>
                </a:cubicBezTo>
                <a:cubicBezTo>
                  <a:pt x="4863959" y="6589709"/>
                  <a:pt x="4857745" y="6579549"/>
                  <a:pt x="4857745" y="6564944"/>
                </a:cubicBezTo>
                <a:cubicBezTo>
                  <a:pt x="4857745" y="6551609"/>
                  <a:pt x="4863959" y="6542084"/>
                  <a:pt x="4872968" y="6542084"/>
                </a:cubicBezTo>
                <a:close/>
                <a:moveTo>
                  <a:pt x="5579869" y="6540496"/>
                </a:moveTo>
                <a:cubicBezTo>
                  <a:pt x="5583002" y="6540496"/>
                  <a:pt x="5585823" y="6541819"/>
                  <a:pt x="5587389" y="6544134"/>
                </a:cubicBezTo>
                <a:cubicBezTo>
                  <a:pt x="5588642" y="6546119"/>
                  <a:pt x="5589582" y="6549426"/>
                  <a:pt x="5589582" y="6551741"/>
                </a:cubicBezTo>
                <a:cubicBezTo>
                  <a:pt x="5589582" y="6553395"/>
                  <a:pt x="5588957" y="6554387"/>
                  <a:pt x="5587077" y="6554387"/>
                </a:cubicBezTo>
                <a:cubicBezTo>
                  <a:pt x="5584571" y="6554718"/>
                  <a:pt x="5578303" y="6555379"/>
                  <a:pt x="5576110" y="6555710"/>
                </a:cubicBezTo>
                <a:cubicBezTo>
                  <a:pt x="5576110" y="6555710"/>
                  <a:pt x="5576110" y="6555710"/>
                  <a:pt x="5570157" y="6556041"/>
                </a:cubicBezTo>
                <a:lnTo>
                  <a:pt x="5567337" y="6556371"/>
                </a:lnTo>
                <a:cubicBezTo>
                  <a:pt x="5566084" y="6556371"/>
                  <a:pt x="5565771" y="6555710"/>
                  <a:pt x="5565771" y="6554718"/>
                </a:cubicBezTo>
                <a:cubicBezTo>
                  <a:pt x="5565771" y="6552402"/>
                  <a:pt x="5567024" y="6548434"/>
                  <a:pt x="5569217" y="6545788"/>
                </a:cubicBezTo>
                <a:cubicBezTo>
                  <a:pt x="5571410" y="6542481"/>
                  <a:pt x="5575482" y="6540496"/>
                  <a:pt x="5579869" y="6540496"/>
                </a:cubicBezTo>
                <a:close/>
                <a:moveTo>
                  <a:pt x="6129330" y="6537321"/>
                </a:moveTo>
                <a:cubicBezTo>
                  <a:pt x="6173780" y="6537321"/>
                  <a:pt x="6173780" y="6537321"/>
                  <a:pt x="6173780" y="6537321"/>
                </a:cubicBezTo>
                <a:cubicBezTo>
                  <a:pt x="6171604" y="6544512"/>
                  <a:pt x="6169428" y="6552029"/>
                  <a:pt x="6166631" y="6559546"/>
                </a:cubicBezTo>
                <a:cubicBezTo>
                  <a:pt x="6158549" y="6559546"/>
                  <a:pt x="6135236" y="6559546"/>
                  <a:pt x="6129330" y="6559546"/>
                </a:cubicBezTo>
                <a:cubicBezTo>
                  <a:pt x="6129330" y="6554971"/>
                  <a:pt x="6129330" y="6543858"/>
                  <a:pt x="6129330" y="6537321"/>
                </a:cubicBezTo>
                <a:close/>
                <a:moveTo>
                  <a:pt x="6096878" y="6537321"/>
                </a:moveTo>
                <a:cubicBezTo>
                  <a:pt x="6108373" y="6537321"/>
                  <a:pt x="6108373" y="6537321"/>
                  <a:pt x="6108373" y="6537321"/>
                </a:cubicBezTo>
                <a:cubicBezTo>
                  <a:pt x="6119869" y="6537321"/>
                  <a:pt x="6119869" y="6537321"/>
                  <a:pt x="6119869" y="6537321"/>
                </a:cubicBezTo>
                <a:cubicBezTo>
                  <a:pt x="6119869" y="6568512"/>
                  <a:pt x="6119869" y="6568512"/>
                  <a:pt x="6119869" y="6568512"/>
                </a:cubicBezTo>
                <a:cubicBezTo>
                  <a:pt x="6164255" y="6568512"/>
                  <a:pt x="6164255" y="6568512"/>
                  <a:pt x="6164255" y="6568512"/>
                </a:cubicBezTo>
                <a:cubicBezTo>
                  <a:pt x="6163936" y="6569466"/>
                  <a:pt x="6163297" y="6570739"/>
                  <a:pt x="6162659" y="6572012"/>
                </a:cubicBezTo>
                <a:cubicBezTo>
                  <a:pt x="6160423" y="6578060"/>
                  <a:pt x="6157549" y="6584107"/>
                  <a:pt x="6154995" y="6590154"/>
                </a:cubicBezTo>
                <a:cubicBezTo>
                  <a:pt x="6124659" y="6590154"/>
                  <a:pt x="6124659" y="6590154"/>
                  <a:pt x="6124659" y="6590154"/>
                </a:cubicBezTo>
                <a:cubicBezTo>
                  <a:pt x="6119869" y="6590154"/>
                  <a:pt x="6119869" y="6590154"/>
                  <a:pt x="6119869" y="6590154"/>
                </a:cubicBezTo>
                <a:cubicBezTo>
                  <a:pt x="6119869" y="6655080"/>
                  <a:pt x="6119869" y="6655080"/>
                  <a:pt x="6119869" y="6655080"/>
                </a:cubicBezTo>
                <a:cubicBezTo>
                  <a:pt x="6116676" y="6659854"/>
                  <a:pt x="6113483" y="6663992"/>
                  <a:pt x="6110928" y="6666538"/>
                </a:cubicBezTo>
                <a:cubicBezTo>
                  <a:pt x="6110289" y="6667493"/>
                  <a:pt x="6109012" y="6668448"/>
                  <a:pt x="6108373" y="6669084"/>
                </a:cubicBezTo>
                <a:cubicBezTo>
                  <a:pt x="6107735" y="6668448"/>
                  <a:pt x="6106777" y="6667493"/>
                  <a:pt x="6105819" y="6666538"/>
                </a:cubicBezTo>
                <a:cubicBezTo>
                  <a:pt x="6103264" y="6663992"/>
                  <a:pt x="6100390" y="6659854"/>
                  <a:pt x="6096878" y="6655080"/>
                </a:cubicBezTo>
                <a:cubicBezTo>
                  <a:pt x="6096878" y="6590154"/>
                  <a:pt x="6096878" y="6590154"/>
                  <a:pt x="6096878" y="6590154"/>
                </a:cubicBezTo>
                <a:cubicBezTo>
                  <a:pt x="6092407" y="6590154"/>
                  <a:pt x="6092407" y="6590154"/>
                  <a:pt x="6092407" y="6590154"/>
                </a:cubicBezTo>
                <a:cubicBezTo>
                  <a:pt x="6062391" y="6590154"/>
                  <a:pt x="6062391" y="6590154"/>
                  <a:pt x="6062391" y="6590154"/>
                </a:cubicBezTo>
                <a:cubicBezTo>
                  <a:pt x="6059517" y="6584107"/>
                  <a:pt x="6056962" y="6578060"/>
                  <a:pt x="6054727" y="6572012"/>
                </a:cubicBezTo>
                <a:cubicBezTo>
                  <a:pt x="6054088" y="6570739"/>
                  <a:pt x="6053769" y="6569466"/>
                  <a:pt x="6053130" y="6568512"/>
                </a:cubicBezTo>
                <a:cubicBezTo>
                  <a:pt x="6096878" y="6568512"/>
                  <a:pt x="6096878" y="6568512"/>
                  <a:pt x="6096878" y="6568512"/>
                </a:cubicBezTo>
                <a:cubicBezTo>
                  <a:pt x="6096878" y="6537321"/>
                  <a:pt x="6096878" y="6537321"/>
                  <a:pt x="6096878" y="6537321"/>
                </a:cubicBezTo>
                <a:close/>
                <a:moveTo>
                  <a:pt x="6042017" y="6537321"/>
                </a:moveTo>
                <a:cubicBezTo>
                  <a:pt x="6088055" y="6537321"/>
                  <a:pt x="6088055" y="6537321"/>
                  <a:pt x="6088055" y="6537321"/>
                </a:cubicBezTo>
                <a:cubicBezTo>
                  <a:pt x="6088055" y="6543858"/>
                  <a:pt x="6088055" y="6554971"/>
                  <a:pt x="6088055" y="6559546"/>
                </a:cubicBezTo>
                <a:cubicBezTo>
                  <a:pt x="6081571" y="6559546"/>
                  <a:pt x="6057580" y="6559546"/>
                  <a:pt x="6049150" y="6559546"/>
                </a:cubicBezTo>
                <a:cubicBezTo>
                  <a:pt x="6046232" y="6552029"/>
                  <a:pt x="6043963" y="6544512"/>
                  <a:pt x="6042017" y="6537321"/>
                </a:cubicBezTo>
                <a:close/>
                <a:moveTo>
                  <a:pt x="5089323" y="6532559"/>
                </a:moveTo>
                <a:cubicBezTo>
                  <a:pt x="5089323" y="6532559"/>
                  <a:pt x="5088378" y="6532877"/>
                  <a:pt x="5087120" y="6532877"/>
                </a:cubicBezTo>
                <a:cubicBezTo>
                  <a:pt x="5087120" y="6532877"/>
                  <a:pt x="5087120" y="6532877"/>
                  <a:pt x="5067916" y="6534782"/>
                </a:cubicBezTo>
                <a:cubicBezTo>
                  <a:pt x="5066342" y="6535099"/>
                  <a:pt x="5065710" y="6535099"/>
                  <a:pt x="5065710" y="6536687"/>
                </a:cubicBezTo>
                <a:cubicBezTo>
                  <a:pt x="5065710" y="6536687"/>
                  <a:pt x="5065710" y="6536687"/>
                  <a:pt x="5065710" y="6538909"/>
                </a:cubicBezTo>
                <a:cubicBezTo>
                  <a:pt x="5065710" y="6540497"/>
                  <a:pt x="5066342" y="6540814"/>
                  <a:pt x="5069489" y="6541132"/>
                </a:cubicBezTo>
                <a:cubicBezTo>
                  <a:pt x="5074527" y="6541767"/>
                  <a:pt x="5074842" y="6543037"/>
                  <a:pt x="5074842" y="6558277"/>
                </a:cubicBezTo>
                <a:cubicBezTo>
                  <a:pt x="5074842" y="6558277"/>
                  <a:pt x="5074842" y="6558277"/>
                  <a:pt x="5074842" y="6570025"/>
                </a:cubicBezTo>
                <a:cubicBezTo>
                  <a:pt x="5074842" y="6570025"/>
                  <a:pt x="5074842" y="6570025"/>
                  <a:pt x="5074842" y="6577010"/>
                </a:cubicBezTo>
                <a:cubicBezTo>
                  <a:pt x="5074842" y="6579232"/>
                  <a:pt x="5074842" y="6581455"/>
                  <a:pt x="5074842" y="6582725"/>
                </a:cubicBezTo>
                <a:cubicBezTo>
                  <a:pt x="5074842" y="6589710"/>
                  <a:pt x="5076731" y="6594472"/>
                  <a:pt x="5080824" y="6597012"/>
                </a:cubicBezTo>
                <a:cubicBezTo>
                  <a:pt x="5084286" y="6599235"/>
                  <a:pt x="5089323" y="6600505"/>
                  <a:pt x="5094046" y="6600505"/>
                </a:cubicBezTo>
                <a:cubicBezTo>
                  <a:pt x="5100972" y="6600505"/>
                  <a:pt x="5103490" y="6598917"/>
                  <a:pt x="5112304" y="6590980"/>
                </a:cubicBezTo>
                <a:cubicBezTo>
                  <a:pt x="5113880" y="6589075"/>
                  <a:pt x="5114508" y="6588757"/>
                  <a:pt x="5115138" y="6588757"/>
                </a:cubicBezTo>
                <a:cubicBezTo>
                  <a:pt x="5115768" y="6588757"/>
                  <a:pt x="5116082" y="6589710"/>
                  <a:pt x="5116398" y="6591615"/>
                </a:cubicBezTo>
                <a:cubicBezTo>
                  <a:pt x="5117027" y="6600822"/>
                  <a:pt x="5117027" y="6600822"/>
                  <a:pt x="5118599" y="6600822"/>
                </a:cubicBezTo>
                <a:cubicBezTo>
                  <a:pt x="5118917" y="6600822"/>
                  <a:pt x="5119546" y="6600505"/>
                  <a:pt x="5120489" y="6600505"/>
                </a:cubicBezTo>
                <a:cubicBezTo>
                  <a:pt x="5120489" y="6600505"/>
                  <a:pt x="5120489" y="6600505"/>
                  <a:pt x="5138120" y="6597965"/>
                </a:cubicBezTo>
                <a:cubicBezTo>
                  <a:pt x="5139694" y="6597965"/>
                  <a:pt x="5140322" y="6597330"/>
                  <a:pt x="5140322" y="6595742"/>
                </a:cubicBezTo>
                <a:cubicBezTo>
                  <a:pt x="5140322" y="6595742"/>
                  <a:pt x="5140322" y="6595742"/>
                  <a:pt x="5140322" y="6594155"/>
                </a:cubicBezTo>
                <a:cubicBezTo>
                  <a:pt x="5140322" y="6592567"/>
                  <a:pt x="5139694" y="6592250"/>
                  <a:pt x="5137805" y="6591932"/>
                </a:cubicBezTo>
                <a:cubicBezTo>
                  <a:pt x="5132767" y="6591297"/>
                  <a:pt x="5131509" y="6590345"/>
                  <a:pt x="5131195" y="6586535"/>
                </a:cubicBezTo>
                <a:cubicBezTo>
                  <a:pt x="5130880" y="6584312"/>
                  <a:pt x="5130565" y="6577010"/>
                  <a:pt x="5130565" y="6564627"/>
                </a:cubicBezTo>
                <a:lnTo>
                  <a:pt x="5130565" y="6555419"/>
                </a:lnTo>
                <a:cubicBezTo>
                  <a:pt x="5130565" y="6552244"/>
                  <a:pt x="5130565" y="6549387"/>
                  <a:pt x="5130565" y="6546847"/>
                </a:cubicBezTo>
                <a:cubicBezTo>
                  <a:pt x="5130880" y="6541132"/>
                  <a:pt x="5130880" y="6541132"/>
                  <a:pt x="5130880" y="6537639"/>
                </a:cubicBezTo>
                <a:cubicBezTo>
                  <a:pt x="5130880" y="6537639"/>
                  <a:pt x="5130880" y="6537639"/>
                  <a:pt x="5131195" y="6534147"/>
                </a:cubicBezTo>
                <a:cubicBezTo>
                  <a:pt x="5131195" y="6532877"/>
                  <a:pt x="5130565" y="6532559"/>
                  <a:pt x="5129304" y="6532559"/>
                </a:cubicBezTo>
                <a:cubicBezTo>
                  <a:pt x="5128990" y="6532559"/>
                  <a:pt x="5128044" y="6532559"/>
                  <a:pt x="5127416" y="6532877"/>
                </a:cubicBezTo>
                <a:cubicBezTo>
                  <a:pt x="5127416" y="6532877"/>
                  <a:pt x="5127416" y="6532877"/>
                  <a:pt x="5108842" y="6534782"/>
                </a:cubicBezTo>
                <a:cubicBezTo>
                  <a:pt x="5106954" y="6534782"/>
                  <a:pt x="5106638" y="6535099"/>
                  <a:pt x="5106638" y="6536687"/>
                </a:cubicBezTo>
                <a:cubicBezTo>
                  <a:pt x="5106638" y="6536687"/>
                  <a:pt x="5106638" y="6536687"/>
                  <a:pt x="5106638" y="6538909"/>
                </a:cubicBezTo>
                <a:cubicBezTo>
                  <a:pt x="5106638" y="6540497"/>
                  <a:pt x="5107268" y="6540814"/>
                  <a:pt x="5110102" y="6541132"/>
                </a:cubicBezTo>
                <a:cubicBezTo>
                  <a:pt x="5113564" y="6541449"/>
                  <a:pt x="5114825" y="6542402"/>
                  <a:pt x="5115138" y="6544942"/>
                </a:cubicBezTo>
                <a:cubicBezTo>
                  <a:pt x="5115453" y="6546212"/>
                  <a:pt x="5115768" y="6553197"/>
                  <a:pt x="5115768" y="6558277"/>
                </a:cubicBezTo>
                <a:cubicBezTo>
                  <a:pt x="5115768" y="6558277"/>
                  <a:pt x="5115768" y="6558277"/>
                  <a:pt x="5115768" y="6564627"/>
                </a:cubicBezTo>
                <a:cubicBezTo>
                  <a:pt x="5115768" y="6575105"/>
                  <a:pt x="5115453" y="6578280"/>
                  <a:pt x="5113564" y="6581455"/>
                </a:cubicBezTo>
                <a:cubicBezTo>
                  <a:pt x="5111359" y="6585900"/>
                  <a:pt x="5106009" y="6588757"/>
                  <a:pt x="5100026" y="6588757"/>
                </a:cubicBezTo>
                <a:cubicBezTo>
                  <a:pt x="5096249" y="6588757"/>
                  <a:pt x="5093416" y="6587487"/>
                  <a:pt x="5091842" y="6585265"/>
                </a:cubicBezTo>
                <a:cubicBezTo>
                  <a:pt x="5089954" y="6582407"/>
                  <a:pt x="5089639" y="6580502"/>
                  <a:pt x="5089639" y="6568437"/>
                </a:cubicBezTo>
                <a:cubicBezTo>
                  <a:pt x="5089639" y="6568437"/>
                  <a:pt x="5089639" y="6568437"/>
                  <a:pt x="5089639" y="6557959"/>
                </a:cubicBezTo>
                <a:cubicBezTo>
                  <a:pt x="5089639" y="6551609"/>
                  <a:pt x="5089954" y="6543354"/>
                  <a:pt x="5090582" y="6537004"/>
                </a:cubicBezTo>
                <a:cubicBezTo>
                  <a:pt x="5090582" y="6535734"/>
                  <a:pt x="5090582" y="6534782"/>
                  <a:pt x="5090582" y="6534147"/>
                </a:cubicBezTo>
                <a:cubicBezTo>
                  <a:pt x="5090582" y="6533194"/>
                  <a:pt x="5090268" y="6532559"/>
                  <a:pt x="5089323" y="6532559"/>
                </a:cubicBezTo>
                <a:close/>
                <a:moveTo>
                  <a:pt x="5027612" y="6532559"/>
                </a:moveTo>
                <a:cubicBezTo>
                  <a:pt x="5017451" y="6532559"/>
                  <a:pt x="5009832" y="6535749"/>
                  <a:pt x="5003796" y="6542129"/>
                </a:cubicBezTo>
                <a:cubicBezTo>
                  <a:pt x="4997764" y="6548828"/>
                  <a:pt x="4994273" y="6558078"/>
                  <a:pt x="4994273" y="6568605"/>
                </a:cubicBezTo>
                <a:cubicBezTo>
                  <a:pt x="4994273" y="6588382"/>
                  <a:pt x="5006339" y="6600822"/>
                  <a:pt x="5025071" y="6600822"/>
                </a:cubicBezTo>
                <a:cubicBezTo>
                  <a:pt x="5036184" y="6600822"/>
                  <a:pt x="5045073" y="6596994"/>
                  <a:pt x="5051107" y="6589658"/>
                </a:cubicBezTo>
                <a:cubicBezTo>
                  <a:pt x="5056187" y="6583278"/>
                  <a:pt x="5059361" y="6574027"/>
                  <a:pt x="5059361" y="6565096"/>
                </a:cubicBezTo>
                <a:cubicBezTo>
                  <a:pt x="5059361" y="6558078"/>
                  <a:pt x="5057457" y="6551698"/>
                  <a:pt x="5054599" y="6546276"/>
                </a:cubicBezTo>
                <a:cubicBezTo>
                  <a:pt x="5049520" y="6537344"/>
                  <a:pt x="5039677" y="6532559"/>
                  <a:pt x="5027612" y="6532559"/>
                </a:cubicBezTo>
                <a:close/>
                <a:moveTo>
                  <a:pt x="4803177" y="6532559"/>
                </a:moveTo>
                <a:cubicBezTo>
                  <a:pt x="4798465" y="6532559"/>
                  <a:pt x="4791238" y="6533525"/>
                  <a:pt x="4786838" y="6534491"/>
                </a:cubicBezTo>
                <a:cubicBezTo>
                  <a:pt x="4782755" y="6535778"/>
                  <a:pt x="4781810" y="6536744"/>
                  <a:pt x="4781497" y="6540285"/>
                </a:cubicBezTo>
                <a:lnTo>
                  <a:pt x="4780556" y="6547366"/>
                </a:lnTo>
                <a:cubicBezTo>
                  <a:pt x="4780556" y="6547366"/>
                  <a:pt x="4780556" y="6547366"/>
                  <a:pt x="4780556" y="6548010"/>
                </a:cubicBezTo>
                <a:cubicBezTo>
                  <a:pt x="4780556" y="6549297"/>
                  <a:pt x="4780870" y="6549619"/>
                  <a:pt x="4781497" y="6549619"/>
                </a:cubicBezTo>
                <a:cubicBezTo>
                  <a:pt x="4781810" y="6549619"/>
                  <a:pt x="4782440" y="6549619"/>
                  <a:pt x="4783384" y="6548976"/>
                </a:cubicBezTo>
                <a:cubicBezTo>
                  <a:pt x="4788409" y="6546079"/>
                  <a:pt x="4795636" y="6543825"/>
                  <a:pt x="4801291" y="6543825"/>
                </a:cubicBezTo>
                <a:cubicBezTo>
                  <a:pt x="4809776" y="6543825"/>
                  <a:pt x="4812916" y="6547366"/>
                  <a:pt x="4812916" y="6556379"/>
                </a:cubicBezTo>
                <a:cubicBezTo>
                  <a:pt x="4812916" y="6556379"/>
                  <a:pt x="4812916" y="6556379"/>
                  <a:pt x="4812916" y="6558632"/>
                </a:cubicBezTo>
                <a:cubicBezTo>
                  <a:pt x="4812916" y="6562817"/>
                  <a:pt x="4812288" y="6563461"/>
                  <a:pt x="4804747" y="6565070"/>
                </a:cubicBezTo>
                <a:cubicBezTo>
                  <a:pt x="4804747" y="6565070"/>
                  <a:pt x="4804747" y="6565070"/>
                  <a:pt x="4787782" y="6568611"/>
                </a:cubicBezTo>
                <a:cubicBezTo>
                  <a:pt x="4781185" y="6569898"/>
                  <a:pt x="4780870" y="6569898"/>
                  <a:pt x="4779927" y="6571508"/>
                </a:cubicBezTo>
                <a:cubicBezTo>
                  <a:pt x="4778041" y="6574405"/>
                  <a:pt x="4776786" y="6579877"/>
                  <a:pt x="4776786" y="6584705"/>
                </a:cubicBezTo>
                <a:cubicBezTo>
                  <a:pt x="4776786" y="6594040"/>
                  <a:pt x="4783069" y="6601444"/>
                  <a:pt x="4791238" y="6601444"/>
                </a:cubicBezTo>
                <a:cubicBezTo>
                  <a:pt x="4795636" y="6601444"/>
                  <a:pt x="4800350" y="6600156"/>
                  <a:pt x="4804120" y="6597903"/>
                </a:cubicBezTo>
                <a:cubicBezTo>
                  <a:pt x="4805690" y="6596937"/>
                  <a:pt x="4811032" y="6593074"/>
                  <a:pt x="4811661" y="6592109"/>
                </a:cubicBezTo>
                <a:cubicBezTo>
                  <a:pt x="4812288" y="6592109"/>
                  <a:pt x="4812602" y="6591787"/>
                  <a:pt x="4812602" y="6591787"/>
                </a:cubicBezTo>
                <a:cubicBezTo>
                  <a:pt x="4813231" y="6591787"/>
                  <a:pt x="4813545" y="6592753"/>
                  <a:pt x="4813545" y="6595328"/>
                </a:cubicBezTo>
                <a:cubicBezTo>
                  <a:pt x="4813545" y="6596293"/>
                  <a:pt x="4813859" y="6599512"/>
                  <a:pt x="4814174" y="6600478"/>
                </a:cubicBezTo>
                <a:cubicBezTo>
                  <a:pt x="4814488" y="6602087"/>
                  <a:pt x="4815117" y="6602409"/>
                  <a:pt x="4816372" y="6602409"/>
                </a:cubicBezTo>
                <a:cubicBezTo>
                  <a:pt x="4817630" y="6602409"/>
                  <a:pt x="4818573" y="6602409"/>
                  <a:pt x="4819200" y="6602409"/>
                </a:cubicBezTo>
                <a:cubicBezTo>
                  <a:pt x="4819200" y="6602409"/>
                  <a:pt x="4819200" y="6602409"/>
                  <a:pt x="4834596" y="6599512"/>
                </a:cubicBezTo>
                <a:cubicBezTo>
                  <a:pt x="4836794" y="6598868"/>
                  <a:pt x="4837109" y="6598868"/>
                  <a:pt x="4837109" y="6597259"/>
                </a:cubicBezTo>
                <a:cubicBezTo>
                  <a:pt x="4837109" y="6597259"/>
                  <a:pt x="4837109" y="6597259"/>
                  <a:pt x="4837109" y="6595328"/>
                </a:cubicBezTo>
                <a:cubicBezTo>
                  <a:pt x="4837109" y="6593718"/>
                  <a:pt x="4836480" y="6593074"/>
                  <a:pt x="4833968" y="6593074"/>
                </a:cubicBezTo>
                <a:cubicBezTo>
                  <a:pt x="4830825" y="6592753"/>
                  <a:pt x="4829570" y="6592109"/>
                  <a:pt x="4828312" y="6591465"/>
                </a:cubicBezTo>
                <a:cubicBezTo>
                  <a:pt x="4826740" y="6589856"/>
                  <a:pt x="4826740" y="6589856"/>
                  <a:pt x="4826740" y="6576336"/>
                </a:cubicBezTo>
                <a:cubicBezTo>
                  <a:pt x="4826740" y="6576336"/>
                  <a:pt x="4826740" y="6576336"/>
                  <a:pt x="4827371" y="6551551"/>
                </a:cubicBezTo>
                <a:cubicBezTo>
                  <a:pt x="4827371" y="6538675"/>
                  <a:pt x="4819828" y="6532559"/>
                  <a:pt x="4803177" y="6532559"/>
                </a:cubicBezTo>
                <a:close/>
                <a:moveTo>
                  <a:pt x="6236007" y="6532558"/>
                </a:moveTo>
                <a:cubicBezTo>
                  <a:pt x="6236007" y="6532558"/>
                  <a:pt x="6236007" y="6532558"/>
                  <a:pt x="6230040" y="6533843"/>
                </a:cubicBezTo>
                <a:cubicBezTo>
                  <a:pt x="6230040" y="6533843"/>
                  <a:pt x="6230040" y="6533843"/>
                  <a:pt x="6230040" y="6534806"/>
                </a:cubicBezTo>
                <a:cubicBezTo>
                  <a:pt x="6234349" y="6535448"/>
                  <a:pt x="6237995" y="6538659"/>
                  <a:pt x="6238658" y="6541869"/>
                </a:cubicBezTo>
                <a:cubicBezTo>
                  <a:pt x="6239653" y="6546364"/>
                  <a:pt x="6236007" y="6551501"/>
                  <a:pt x="6231035" y="6551822"/>
                </a:cubicBezTo>
                <a:cubicBezTo>
                  <a:pt x="6231035" y="6551822"/>
                  <a:pt x="6231035" y="6551822"/>
                  <a:pt x="6227720" y="6538980"/>
                </a:cubicBezTo>
                <a:cubicBezTo>
                  <a:pt x="6227720" y="6538980"/>
                  <a:pt x="6227720" y="6538980"/>
                  <a:pt x="6228714" y="6537374"/>
                </a:cubicBezTo>
                <a:cubicBezTo>
                  <a:pt x="6228714" y="6537374"/>
                  <a:pt x="6228714" y="6537374"/>
                  <a:pt x="6228383" y="6536411"/>
                </a:cubicBezTo>
                <a:cubicBezTo>
                  <a:pt x="6228383" y="6536411"/>
                  <a:pt x="6228383" y="6536411"/>
                  <a:pt x="6222417" y="6538016"/>
                </a:cubicBezTo>
                <a:cubicBezTo>
                  <a:pt x="6222417" y="6538016"/>
                  <a:pt x="6222417" y="6538016"/>
                  <a:pt x="6222748" y="6539301"/>
                </a:cubicBezTo>
                <a:cubicBezTo>
                  <a:pt x="6222748" y="6539301"/>
                  <a:pt x="6222748" y="6539301"/>
                  <a:pt x="6225068" y="6540264"/>
                </a:cubicBezTo>
                <a:cubicBezTo>
                  <a:pt x="6225068" y="6540264"/>
                  <a:pt x="6225068" y="6540264"/>
                  <a:pt x="6227720" y="6552785"/>
                </a:cubicBezTo>
                <a:cubicBezTo>
                  <a:pt x="6223743" y="6554391"/>
                  <a:pt x="6218771" y="6551822"/>
                  <a:pt x="6217776" y="6547648"/>
                </a:cubicBezTo>
                <a:cubicBezTo>
                  <a:pt x="6217113" y="6544759"/>
                  <a:pt x="6217776" y="6541869"/>
                  <a:pt x="6220096" y="6539943"/>
                </a:cubicBezTo>
                <a:cubicBezTo>
                  <a:pt x="6220096" y="6539943"/>
                  <a:pt x="6220096" y="6539943"/>
                  <a:pt x="6219102" y="6538980"/>
                </a:cubicBezTo>
                <a:cubicBezTo>
                  <a:pt x="6219102" y="6538980"/>
                  <a:pt x="6219102" y="6538980"/>
                  <a:pt x="6213467" y="6540264"/>
                </a:cubicBezTo>
                <a:cubicBezTo>
                  <a:pt x="6213799" y="6542832"/>
                  <a:pt x="6214130" y="6544438"/>
                  <a:pt x="6214793" y="6547006"/>
                </a:cubicBezTo>
                <a:cubicBezTo>
                  <a:pt x="6216782" y="6554712"/>
                  <a:pt x="6221422" y="6561133"/>
                  <a:pt x="6231698" y="6558244"/>
                </a:cubicBezTo>
                <a:cubicBezTo>
                  <a:pt x="6241641" y="6555675"/>
                  <a:pt x="6243630" y="6548612"/>
                  <a:pt x="6241973" y="6541227"/>
                </a:cubicBezTo>
                <a:cubicBezTo>
                  <a:pt x="6240979" y="6537374"/>
                  <a:pt x="6239321" y="6535127"/>
                  <a:pt x="6236007" y="6532558"/>
                </a:cubicBezTo>
                <a:close/>
                <a:moveTo>
                  <a:pt x="5837231" y="6532558"/>
                </a:moveTo>
                <a:cubicBezTo>
                  <a:pt x="5836278" y="6532558"/>
                  <a:pt x="5835644" y="6533195"/>
                  <a:pt x="5835644" y="6534151"/>
                </a:cubicBezTo>
                <a:cubicBezTo>
                  <a:pt x="5835644" y="6534151"/>
                  <a:pt x="5835644" y="6534151"/>
                  <a:pt x="5835644" y="6536381"/>
                </a:cubicBezTo>
                <a:cubicBezTo>
                  <a:pt x="5835644" y="6537974"/>
                  <a:pt x="5835961" y="6538293"/>
                  <a:pt x="5836915" y="6538612"/>
                </a:cubicBezTo>
                <a:cubicBezTo>
                  <a:pt x="5839771" y="6539567"/>
                  <a:pt x="5840406" y="6539886"/>
                  <a:pt x="5841676" y="6543072"/>
                </a:cubicBezTo>
                <a:cubicBezTo>
                  <a:pt x="5843581" y="6547532"/>
                  <a:pt x="5845486" y="6552311"/>
                  <a:pt x="5847074" y="6555816"/>
                </a:cubicBezTo>
                <a:cubicBezTo>
                  <a:pt x="5851518" y="6566330"/>
                  <a:pt x="5855963" y="6576843"/>
                  <a:pt x="5860408" y="6587357"/>
                </a:cubicBezTo>
                <a:cubicBezTo>
                  <a:pt x="5863901" y="6596278"/>
                  <a:pt x="5863901" y="6596597"/>
                  <a:pt x="5865488" y="6597234"/>
                </a:cubicBezTo>
                <a:cubicBezTo>
                  <a:pt x="5865806" y="6597552"/>
                  <a:pt x="5866123" y="6597871"/>
                  <a:pt x="5866123" y="6598190"/>
                </a:cubicBezTo>
                <a:cubicBezTo>
                  <a:pt x="5865806" y="6598827"/>
                  <a:pt x="5865488" y="6599783"/>
                  <a:pt x="5865171" y="6600738"/>
                </a:cubicBezTo>
                <a:cubicBezTo>
                  <a:pt x="5863266" y="6607748"/>
                  <a:pt x="5858503" y="6611571"/>
                  <a:pt x="5851518" y="6611571"/>
                </a:cubicBezTo>
                <a:cubicBezTo>
                  <a:pt x="5848026" y="6611571"/>
                  <a:pt x="5845168" y="6610934"/>
                  <a:pt x="5841358" y="6609978"/>
                </a:cubicBezTo>
                <a:cubicBezTo>
                  <a:pt x="5841041" y="6609978"/>
                  <a:pt x="5840724" y="6609978"/>
                  <a:pt x="5840406" y="6609978"/>
                </a:cubicBezTo>
                <a:cubicBezTo>
                  <a:pt x="5839455" y="6609978"/>
                  <a:pt x="5839136" y="6610296"/>
                  <a:pt x="5839136" y="6611889"/>
                </a:cubicBezTo>
                <a:cubicBezTo>
                  <a:pt x="5839136" y="6611889"/>
                  <a:pt x="5839136" y="6611889"/>
                  <a:pt x="5839136" y="6614119"/>
                </a:cubicBezTo>
                <a:cubicBezTo>
                  <a:pt x="5838818" y="6615075"/>
                  <a:pt x="5838818" y="6616031"/>
                  <a:pt x="5838818" y="6617305"/>
                </a:cubicBezTo>
                <a:cubicBezTo>
                  <a:pt x="5838818" y="6623996"/>
                  <a:pt x="5840088" y="6624633"/>
                  <a:pt x="5850566" y="6624633"/>
                </a:cubicBezTo>
                <a:cubicBezTo>
                  <a:pt x="5855646" y="6624633"/>
                  <a:pt x="5861043" y="6622403"/>
                  <a:pt x="5864218" y="6618898"/>
                </a:cubicBezTo>
                <a:cubicBezTo>
                  <a:pt x="5867711" y="6615075"/>
                  <a:pt x="5868346" y="6613482"/>
                  <a:pt x="5874696" y="6596597"/>
                </a:cubicBezTo>
                <a:cubicBezTo>
                  <a:pt x="5877554" y="6589269"/>
                  <a:pt x="5880094" y="6582578"/>
                  <a:pt x="5882634" y="6575569"/>
                </a:cubicBezTo>
                <a:cubicBezTo>
                  <a:pt x="5882634" y="6575569"/>
                  <a:pt x="5882634" y="6575569"/>
                  <a:pt x="5889619" y="6558046"/>
                </a:cubicBezTo>
                <a:cubicBezTo>
                  <a:pt x="5890889" y="6554860"/>
                  <a:pt x="5892159" y="6551674"/>
                  <a:pt x="5893429" y="6548170"/>
                </a:cubicBezTo>
                <a:cubicBezTo>
                  <a:pt x="5896287" y="6540205"/>
                  <a:pt x="5896604" y="6539886"/>
                  <a:pt x="5899461" y="6538612"/>
                </a:cubicBezTo>
                <a:cubicBezTo>
                  <a:pt x="5900731" y="6537974"/>
                  <a:pt x="5900731" y="6537656"/>
                  <a:pt x="5900731" y="6536381"/>
                </a:cubicBezTo>
                <a:lnTo>
                  <a:pt x="5900731" y="6534151"/>
                </a:lnTo>
                <a:cubicBezTo>
                  <a:pt x="5900731" y="6533195"/>
                  <a:pt x="5900414" y="6532558"/>
                  <a:pt x="5899144" y="6532558"/>
                </a:cubicBezTo>
                <a:cubicBezTo>
                  <a:pt x="5898827" y="6532558"/>
                  <a:pt x="5898509" y="6532558"/>
                  <a:pt x="5897874" y="6532877"/>
                </a:cubicBezTo>
                <a:cubicBezTo>
                  <a:pt x="5895651" y="6532877"/>
                  <a:pt x="5893111" y="6532877"/>
                  <a:pt x="5890254" y="6532877"/>
                </a:cubicBezTo>
                <a:cubicBezTo>
                  <a:pt x="5886761" y="6532877"/>
                  <a:pt x="5883269" y="6532877"/>
                  <a:pt x="5880729" y="6532558"/>
                </a:cubicBezTo>
                <a:cubicBezTo>
                  <a:pt x="5880729" y="6532558"/>
                  <a:pt x="5880729" y="6532558"/>
                  <a:pt x="5879459" y="6532558"/>
                </a:cubicBezTo>
                <a:cubicBezTo>
                  <a:pt x="5878506" y="6532558"/>
                  <a:pt x="5878189" y="6532877"/>
                  <a:pt x="5878189" y="6534151"/>
                </a:cubicBezTo>
                <a:cubicBezTo>
                  <a:pt x="5878189" y="6534151"/>
                  <a:pt x="5878189" y="6534151"/>
                  <a:pt x="5878189" y="6536381"/>
                </a:cubicBezTo>
                <a:cubicBezTo>
                  <a:pt x="5878189" y="6538293"/>
                  <a:pt x="5878189" y="6538293"/>
                  <a:pt x="5881364" y="6538930"/>
                </a:cubicBezTo>
                <a:cubicBezTo>
                  <a:pt x="5883904" y="6539567"/>
                  <a:pt x="5885174" y="6540842"/>
                  <a:pt x="5885174" y="6542753"/>
                </a:cubicBezTo>
                <a:cubicBezTo>
                  <a:pt x="5885174" y="6545302"/>
                  <a:pt x="5874061" y="6580985"/>
                  <a:pt x="5873109" y="6580985"/>
                </a:cubicBezTo>
                <a:cubicBezTo>
                  <a:pt x="5873109" y="6580985"/>
                  <a:pt x="5872791" y="6580348"/>
                  <a:pt x="5871840" y="6578118"/>
                </a:cubicBezTo>
                <a:cubicBezTo>
                  <a:pt x="5870886" y="6575569"/>
                  <a:pt x="5869299" y="6571427"/>
                  <a:pt x="5868346" y="6569197"/>
                </a:cubicBezTo>
                <a:cubicBezTo>
                  <a:pt x="5868346" y="6569197"/>
                  <a:pt x="5868346" y="6569197"/>
                  <a:pt x="5866441" y="6563781"/>
                </a:cubicBezTo>
                <a:cubicBezTo>
                  <a:pt x="5866441" y="6563781"/>
                  <a:pt x="5866441" y="6563781"/>
                  <a:pt x="5862313" y="6552949"/>
                </a:cubicBezTo>
                <a:cubicBezTo>
                  <a:pt x="5861678" y="6550718"/>
                  <a:pt x="5860726" y="6548488"/>
                  <a:pt x="5860091" y="6546258"/>
                </a:cubicBezTo>
                <a:cubicBezTo>
                  <a:pt x="5859456" y="6545302"/>
                  <a:pt x="5859138" y="6544028"/>
                  <a:pt x="5859138" y="6543391"/>
                </a:cubicBezTo>
                <a:cubicBezTo>
                  <a:pt x="5859138" y="6541479"/>
                  <a:pt x="5860726" y="6540205"/>
                  <a:pt x="5863266" y="6539567"/>
                </a:cubicBezTo>
                <a:cubicBezTo>
                  <a:pt x="5868028" y="6538293"/>
                  <a:pt x="5868028" y="6538293"/>
                  <a:pt x="5868028" y="6536381"/>
                </a:cubicBezTo>
                <a:cubicBezTo>
                  <a:pt x="5868028" y="6536381"/>
                  <a:pt x="5868028" y="6536381"/>
                  <a:pt x="5868028" y="6534151"/>
                </a:cubicBezTo>
                <a:cubicBezTo>
                  <a:pt x="5868028" y="6533195"/>
                  <a:pt x="5867393" y="6532558"/>
                  <a:pt x="5866441" y="6532558"/>
                </a:cubicBezTo>
                <a:cubicBezTo>
                  <a:pt x="5866441" y="6532558"/>
                  <a:pt x="5866441" y="6532558"/>
                  <a:pt x="5865171" y="6532558"/>
                </a:cubicBezTo>
                <a:cubicBezTo>
                  <a:pt x="5862948" y="6532877"/>
                  <a:pt x="5856916" y="6532877"/>
                  <a:pt x="5853423" y="6532877"/>
                </a:cubicBezTo>
                <a:cubicBezTo>
                  <a:pt x="5850883" y="6532877"/>
                  <a:pt x="5839136" y="6532877"/>
                  <a:pt x="5838184" y="6532558"/>
                </a:cubicBezTo>
                <a:cubicBezTo>
                  <a:pt x="5838184" y="6532558"/>
                  <a:pt x="5838184" y="6532558"/>
                  <a:pt x="5837231" y="6532558"/>
                </a:cubicBezTo>
                <a:close/>
                <a:moveTo>
                  <a:pt x="5758711" y="6532558"/>
                </a:moveTo>
                <a:cubicBezTo>
                  <a:pt x="5758391" y="6532558"/>
                  <a:pt x="5758072" y="6532558"/>
                  <a:pt x="5757429" y="6532877"/>
                </a:cubicBezTo>
                <a:cubicBezTo>
                  <a:pt x="5757429" y="6532877"/>
                  <a:pt x="5757429" y="6532877"/>
                  <a:pt x="5756469" y="6532877"/>
                </a:cubicBezTo>
                <a:cubicBezTo>
                  <a:pt x="5756469" y="6532877"/>
                  <a:pt x="5756469" y="6532877"/>
                  <a:pt x="5737876" y="6534791"/>
                </a:cubicBezTo>
                <a:cubicBezTo>
                  <a:pt x="5735953" y="6535110"/>
                  <a:pt x="5735632" y="6535429"/>
                  <a:pt x="5735632" y="6536705"/>
                </a:cubicBezTo>
                <a:cubicBezTo>
                  <a:pt x="5735632" y="6536705"/>
                  <a:pt x="5735632" y="6536705"/>
                  <a:pt x="5735632" y="6539258"/>
                </a:cubicBezTo>
                <a:cubicBezTo>
                  <a:pt x="5735632" y="6540534"/>
                  <a:pt x="5736274" y="6540853"/>
                  <a:pt x="5739159" y="6541172"/>
                </a:cubicBezTo>
                <a:cubicBezTo>
                  <a:pt x="5744608" y="6541810"/>
                  <a:pt x="5744929" y="6542767"/>
                  <a:pt x="5744929" y="6558399"/>
                </a:cubicBezTo>
                <a:lnTo>
                  <a:pt x="5744929" y="6569245"/>
                </a:lnTo>
                <a:cubicBezTo>
                  <a:pt x="5744929" y="6578178"/>
                  <a:pt x="5744608" y="6584239"/>
                  <a:pt x="5744608" y="6587430"/>
                </a:cubicBezTo>
                <a:cubicBezTo>
                  <a:pt x="5744286" y="6590301"/>
                  <a:pt x="5743647" y="6590939"/>
                  <a:pt x="5739478" y="6592534"/>
                </a:cubicBezTo>
                <a:cubicBezTo>
                  <a:pt x="5735632" y="6593810"/>
                  <a:pt x="5735632" y="6593810"/>
                  <a:pt x="5735632" y="6595405"/>
                </a:cubicBezTo>
                <a:cubicBezTo>
                  <a:pt x="5735632" y="6595405"/>
                  <a:pt x="5735632" y="6595405"/>
                  <a:pt x="5735632" y="6597638"/>
                </a:cubicBezTo>
                <a:cubicBezTo>
                  <a:pt x="5735632" y="6598914"/>
                  <a:pt x="5735632" y="6599233"/>
                  <a:pt x="5736913" y="6599233"/>
                </a:cubicBezTo>
                <a:cubicBezTo>
                  <a:pt x="5736913" y="6599233"/>
                  <a:pt x="5736913" y="6599233"/>
                  <a:pt x="5737876" y="6599233"/>
                </a:cubicBezTo>
                <a:cubicBezTo>
                  <a:pt x="5741081" y="6599233"/>
                  <a:pt x="5747493" y="6598914"/>
                  <a:pt x="5752302" y="6598914"/>
                </a:cubicBezTo>
                <a:cubicBezTo>
                  <a:pt x="5757429" y="6598914"/>
                  <a:pt x="5763199" y="6599233"/>
                  <a:pt x="5766726" y="6599233"/>
                </a:cubicBezTo>
                <a:cubicBezTo>
                  <a:pt x="5766726" y="6599233"/>
                  <a:pt x="5766726" y="6599233"/>
                  <a:pt x="5767687" y="6599233"/>
                </a:cubicBezTo>
                <a:cubicBezTo>
                  <a:pt x="5768649" y="6599233"/>
                  <a:pt x="5768969" y="6598914"/>
                  <a:pt x="5768969" y="6597638"/>
                </a:cubicBezTo>
                <a:cubicBezTo>
                  <a:pt x="5768969" y="6597638"/>
                  <a:pt x="5768969" y="6597638"/>
                  <a:pt x="5768969" y="6595405"/>
                </a:cubicBezTo>
                <a:cubicBezTo>
                  <a:pt x="5768969" y="6593810"/>
                  <a:pt x="5768969" y="6593491"/>
                  <a:pt x="5765124" y="6592534"/>
                </a:cubicBezTo>
                <a:cubicBezTo>
                  <a:pt x="5761276" y="6591258"/>
                  <a:pt x="5760314" y="6590301"/>
                  <a:pt x="5759994" y="6587430"/>
                </a:cubicBezTo>
                <a:cubicBezTo>
                  <a:pt x="5759994" y="6584239"/>
                  <a:pt x="5759994" y="6577221"/>
                  <a:pt x="5759994" y="6569245"/>
                </a:cubicBezTo>
                <a:cubicBezTo>
                  <a:pt x="5759994" y="6569245"/>
                  <a:pt x="5759994" y="6569245"/>
                  <a:pt x="5759994" y="6562865"/>
                </a:cubicBezTo>
                <a:cubicBezTo>
                  <a:pt x="5759994" y="6555528"/>
                  <a:pt x="5759994" y="6542448"/>
                  <a:pt x="5759994" y="6540215"/>
                </a:cubicBezTo>
                <a:cubicBezTo>
                  <a:pt x="5760314" y="6535429"/>
                  <a:pt x="5760314" y="6535429"/>
                  <a:pt x="5760314" y="6535110"/>
                </a:cubicBezTo>
                <a:cubicBezTo>
                  <a:pt x="5760314" y="6533515"/>
                  <a:pt x="5759675" y="6532558"/>
                  <a:pt x="5758711" y="6532558"/>
                </a:cubicBezTo>
                <a:close/>
                <a:moveTo>
                  <a:pt x="5705788" y="6532558"/>
                </a:moveTo>
                <a:cubicBezTo>
                  <a:pt x="5689595" y="6532558"/>
                  <a:pt x="5680070" y="6540214"/>
                  <a:pt x="5680070" y="6553292"/>
                </a:cubicBezTo>
                <a:cubicBezTo>
                  <a:pt x="5680070" y="6563181"/>
                  <a:pt x="5684197" y="6567647"/>
                  <a:pt x="5701025" y="6575621"/>
                </a:cubicBezTo>
                <a:cubicBezTo>
                  <a:pt x="5708327" y="6578811"/>
                  <a:pt x="5710233" y="6581044"/>
                  <a:pt x="5710233" y="6584872"/>
                </a:cubicBezTo>
                <a:cubicBezTo>
                  <a:pt x="5710233" y="6589976"/>
                  <a:pt x="5705470" y="6593804"/>
                  <a:pt x="5699119" y="6593804"/>
                </a:cubicBezTo>
                <a:cubicBezTo>
                  <a:pt x="5692770" y="6593804"/>
                  <a:pt x="5687055" y="6590295"/>
                  <a:pt x="5686102" y="6585829"/>
                </a:cubicBezTo>
                <a:cubicBezTo>
                  <a:pt x="5685150" y="6582320"/>
                  <a:pt x="5685150" y="6582320"/>
                  <a:pt x="5683880" y="6582320"/>
                </a:cubicBezTo>
                <a:cubicBezTo>
                  <a:pt x="5683880" y="6582320"/>
                  <a:pt x="5683880" y="6582320"/>
                  <a:pt x="5681657" y="6582320"/>
                </a:cubicBezTo>
                <a:cubicBezTo>
                  <a:pt x="5680070" y="6582320"/>
                  <a:pt x="5679434" y="6582958"/>
                  <a:pt x="5679434" y="6584553"/>
                </a:cubicBezTo>
                <a:cubicBezTo>
                  <a:pt x="5679434" y="6584553"/>
                  <a:pt x="5679434" y="6584553"/>
                  <a:pt x="5678483" y="6593485"/>
                </a:cubicBezTo>
                <a:cubicBezTo>
                  <a:pt x="5678483" y="6595717"/>
                  <a:pt x="5678800" y="6596355"/>
                  <a:pt x="5680705" y="6597312"/>
                </a:cubicBezTo>
                <a:cubicBezTo>
                  <a:pt x="5684832" y="6599545"/>
                  <a:pt x="5691500" y="6600821"/>
                  <a:pt x="5697533" y="6600821"/>
                </a:cubicBezTo>
                <a:cubicBezTo>
                  <a:pt x="5714043" y="6600821"/>
                  <a:pt x="5724521" y="6592847"/>
                  <a:pt x="5724521" y="6580725"/>
                </a:cubicBezTo>
                <a:cubicBezTo>
                  <a:pt x="5724521" y="6573388"/>
                  <a:pt x="5719757" y="6567009"/>
                  <a:pt x="5711185" y="6562862"/>
                </a:cubicBezTo>
                <a:cubicBezTo>
                  <a:pt x="5702613" y="6559034"/>
                  <a:pt x="5702613" y="6559034"/>
                  <a:pt x="5699755" y="6557439"/>
                </a:cubicBezTo>
                <a:cubicBezTo>
                  <a:pt x="5694675" y="6554249"/>
                  <a:pt x="5692770" y="6552016"/>
                  <a:pt x="5692770" y="6548508"/>
                </a:cubicBezTo>
                <a:cubicBezTo>
                  <a:pt x="5692770" y="6543085"/>
                  <a:pt x="5696897" y="6539895"/>
                  <a:pt x="5703248" y="6539895"/>
                </a:cubicBezTo>
                <a:cubicBezTo>
                  <a:pt x="5708963" y="6539895"/>
                  <a:pt x="5712773" y="6541809"/>
                  <a:pt x="5714360" y="6545318"/>
                </a:cubicBezTo>
                <a:cubicBezTo>
                  <a:pt x="5715630" y="6548827"/>
                  <a:pt x="5715630" y="6548827"/>
                  <a:pt x="5716901" y="6548827"/>
                </a:cubicBezTo>
                <a:cubicBezTo>
                  <a:pt x="5716901" y="6548827"/>
                  <a:pt x="5716901" y="6548827"/>
                  <a:pt x="5719123" y="6548827"/>
                </a:cubicBezTo>
                <a:cubicBezTo>
                  <a:pt x="5720393" y="6548827"/>
                  <a:pt x="5720710" y="6548508"/>
                  <a:pt x="5720710" y="6546275"/>
                </a:cubicBezTo>
                <a:lnTo>
                  <a:pt x="5721663" y="6538300"/>
                </a:lnTo>
                <a:cubicBezTo>
                  <a:pt x="5721663" y="6538300"/>
                  <a:pt x="5721663" y="6538300"/>
                  <a:pt x="5721663" y="6537981"/>
                </a:cubicBezTo>
                <a:cubicBezTo>
                  <a:pt x="5721663" y="6536386"/>
                  <a:pt x="5721027" y="6535748"/>
                  <a:pt x="5719123" y="6534791"/>
                </a:cubicBezTo>
                <a:cubicBezTo>
                  <a:pt x="5715947" y="6533515"/>
                  <a:pt x="5710550" y="6532558"/>
                  <a:pt x="5705788" y="6532558"/>
                </a:cubicBezTo>
                <a:close/>
                <a:moveTo>
                  <a:pt x="5638758" y="6532558"/>
                </a:moveTo>
                <a:cubicBezTo>
                  <a:pt x="5638436" y="6532558"/>
                  <a:pt x="5638114" y="6532558"/>
                  <a:pt x="5637794" y="6532877"/>
                </a:cubicBezTo>
                <a:cubicBezTo>
                  <a:pt x="5637794" y="6532877"/>
                  <a:pt x="5637794" y="6532877"/>
                  <a:pt x="5636508" y="6532877"/>
                </a:cubicBezTo>
                <a:cubicBezTo>
                  <a:pt x="5636508" y="6532877"/>
                  <a:pt x="5636508" y="6532877"/>
                  <a:pt x="5617231" y="6535748"/>
                </a:cubicBezTo>
                <a:cubicBezTo>
                  <a:pt x="5615304" y="6536067"/>
                  <a:pt x="5614983" y="6536386"/>
                  <a:pt x="5614983" y="6538301"/>
                </a:cubicBezTo>
                <a:lnTo>
                  <a:pt x="5614983" y="6540853"/>
                </a:lnTo>
                <a:cubicBezTo>
                  <a:pt x="5614983" y="6542129"/>
                  <a:pt x="5615304" y="6542448"/>
                  <a:pt x="5618196" y="6542448"/>
                </a:cubicBezTo>
                <a:cubicBezTo>
                  <a:pt x="5622371" y="6542767"/>
                  <a:pt x="5624300" y="6543724"/>
                  <a:pt x="5625585" y="6547233"/>
                </a:cubicBezTo>
                <a:cubicBezTo>
                  <a:pt x="5626870" y="6550742"/>
                  <a:pt x="5627833" y="6558399"/>
                  <a:pt x="5627833" y="6565098"/>
                </a:cubicBezTo>
                <a:cubicBezTo>
                  <a:pt x="5627833" y="6565098"/>
                  <a:pt x="5627833" y="6565098"/>
                  <a:pt x="5627833" y="6569245"/>
                </a:cubicBezTo>
                <a:cubicBezTo>
                  <a:pt x="5627833" y="6578178"/>
                  <a:pt x="5627833" y="6584239"/>
                  <a:pt x="5627512" y="6587430"/>
                </a:cubicBezTo>
                <a:cubicBezTo>
                  <a:pt x="5627191" y="6590301"/>
                  <a:pt x="5626548" y="6590939"/>
                  <a:pt x="5622693" y="6592534"/>
                </a:cubicBezTo>
                <a:cubicBezTo>
                  <a:pt x="5618516" y="6593810"/>
                  <a:pt x="5618516" y="6593810"/>
                  <a:pt x="5618516" y="6595405"/>
                </a:cubicBezTo>
                <a:cubicBezTo>
                  <a:pt x="5618516" y="6595405"/>
                  <a:pt x="5618516" y="6595405"/>
                  <a:pt x="5618516" y="6597638"/>
                </a:cubicBezTo>
                <a:cubicBezTo>
                  <a:pt x="5618516" y="6598914"/>
                  <a:pt x="5618838" y="6599233"/>
                  <a:pt x="5620123" y="6599233"/>
                </a:cubicBezTo>
                <a:cubicBezTo>
                  <a:pt x="5620123" y="6599233"/>
                  <a:pt x="5620123" y="6599233"/>
                  <a:pt x="5620765" y="6599233"/>
                </a:cubicBezTo>
                <a:cubicBezTo>
                  <a:pt x="5624300" y="6599233"/>
                  <a:pt x="5630404" y="6598914"/>
                  <a:pt x="5634581" y="6598914"/>
                </a:cubicBezTo>
                <a:cubicBezTo>
                  <a:pt x="5639721" y="6598914"/>
                  <a:pt x="5650323" y="6599233"/>
                  <a:pt x="5654178" y="6599233"/>
                </a:cubicBezTo>
                <a:cubicBezTo>
                  <a:pt x="5654178" y="6599233"/>
                  <a:pt x="5654178" y="6599233"/>
                  <a:pt x="5654821" y="6599233"/>
                </a:cubicBezTo>
                <a:cubicBezTo>
                  <a:pt x="5655785" y="6599233"/>
                  <a:pt x="5656427" y="6598595"/>
                  <a:pt x="5656427" y="6597319"/>
                </a:cubicBezTo>
                <a:cubicBezTo>
                  <a:pt x="5656427" y="6597319"/>
                  <a:pt x="5656427" y="6597319"/>
                  <a:pt x="5656427" y="6595405"/>
                </a:cubicBezTo>
                <a:cubicBezTo>
                  <a:pt x="5656427" y="6593491"/>
                  <a:pt x="5656427" y="6593491"/>
                  <a:pt x="5652251" y="6592534"/>
                </a:cubicBezTo>
                <a:cubicBezTo>
                  <a:pt x="5646468" y="6591258"/>
                  <a:pt x="5646468" y="6591258"/>
                  <a:pt x="5645504" y="6590939"/>
                </a:cubicBezTo>
                <a:cubicBezTo>
                  <a:pt x="5643576" y="6589982"/>
                  <a:pt x="5643255" y="6588706"/>
                  <a:pt x="5643255" y="6584239"/>
                </a:cubicBezTo>
                <a:cubicBezTo>
                  <a:pt x="5643255" y="6584239"/>
                  <a:pt x="5643255" y="6584239"/>
                  <a:pt x="5642934" y="6575945"/>
                </a:cubicBezTo>
                <a:cubicBezTo>
                  <a:pt x="5642934" y="6575945"/>
                  <a:pt x="5642934" y="6575945"/>
                  <a:pt x="5642934" y="6569883"/>
                </a:cubicBezTo>
                <a:cubicBezTo>
                  <a:pt x="5642934" y="6556804"/>
                  <a:pt x="5643576" y="6553933"/>
                  <a:pt x="5646468" y="6551061"/>
                </a:cubicBezTo>
                <a:cubicBezTo>
                  <a:pt x="5649038" y="6548828"/>
                  <a:pt x="5652894" y="6547233"/>
                  <a:pt x="5657712" y="6547233"/>
                </a:cubicBezTo>
                <a:cubicBezTo>
                  <a:pt x="5660604" y="6547233"/>
                  <a:pt x="5663496" y="6547552"/>
                  <a:pt x="5665102" y="6548190"/>
                </a:cubicBezTo>
                <a:cubicBezTo>
                  <a:pt x="5665744" y="6548190"/>
                  <a:pt x="5666066" y="6548509"/>
                  <a:pt x="5666387" y="6548509"/>
                </a:cubicBezTo>
                <a:cubicBezTo>
                  <a:pt x="5667352" y="6548509"/>
                  <a:pt x="5667994" y="6547552"/>
                  <a:pt x="5668315" y="6545000"/>
                </a:cubicBezTo>
                <a:cubicBezTo>
                  <a:pt x="5668315" y="6545000"/>
                  <a:pt x="5668315" y="6545000"/>
                  <a:pt x="5668636" y="6535748"/>
                </a:cubicBezTo>
                <a:cubicBezTo>
                  <a:pt x="5668636" y="6535748"/>
                  <a:pt x="5668636" y="6535748"/>
                  <a:pt x="5668636" y="6535429"/>
                </a:cubicBezTo>
                <a:cubicBezTo>
                  <a:pt x="5668958" y="6533515"/>
                  <a:pt x="5667352" y="6532558"/>
                  <a:pt x="5664138" y="6532558"/>
                </a:cubicBezTo>
                <a:cubicBezTo>
                  <a:pt x="5661567" y="6532558"/>
                  <a:pt x="5659640" y="6532877"/>
                  <a:pt x="5657712" y="6533515"/>
                </a:cubicBezTo>
                <a:cubicBezTo>
                  <a:pt x="5653858" y="6534153"/>
                  <a:pt x="5652571" y="6535110"/>
                  <a:pt x="5649038" y="6539258"/>
                </a:cubicBezTo>
                <a:cubicBezTo>
                  <a:pt x="5645825" y="6543086"/>
                  <a:pt x="5645825" y="6543086"/>
                  <a:pt x="5643898" y="6545319"/>
                </a:cubicBezTo>
                <a:cubicBezTo>
                  <a:pt x="5642934" y="6546276"/>
                  <a:pt x="5641649" y="6547233"/>
                  <a:pt x="5641327" y="6547233"/>
                </a:cubicBezTo>
                <a:cubicBezTo>
                  <a:pt x="5640364" y="6547233"/>
                  <a:pt x="5640042" y="6546276"/>
                  <a:pt x="5640042" y="6540853"/>
                </a:cubicBezTo>
                <a:cubicBezTo>
                  <a:pt x="5640042" y="6540853"/>
                  <a:pt x="5640042" y="6540853"/>
                  <a:pt x="5640364" y="6534791"/>
                </a:cubicBezTo>
                <a:cubicBezTo>
                  <a:pt x="5640364" y="6533515"/>
                  <a:pt x="5639721" y="6532558"/>
                  <a:pt x="5638758" y="6532558"/>
                </a:cubicBezTo>
                <a:close/>
                <a:moveTo>
                  <a:pt x="5580642" y="6532558"/>
                </a:moveTo>
                <a:cubicBezTo>
                  <a:pt x="5562120" y="6532558"/>
                  <a:pt x="5548308" y="6547870"/>
                  <a:pt x="5548308" y="6568604"/>
                </a:cubicBezTo>
                <a:cubicBezTo>
                  <a:pt x="5548308" y="6587743"/>
                  <a:pt x="5561180" y="6600821"/>
                  <a:pt x="5580013" y="6600821"/>
                </a:cubicBezTo>
                <a:cubicBezTo>
                  <a:pt x="5585350" y="6600821"/>
                  <a:pt x="5591315" y="6599545"/>
                  <a:pt x="5596022" y="6597631"/>
                </a:cubicBezTo>
                <a:cubicBezTo>
                  <a:pt x="5599475" y="6596355"/>
                  <a:pt x="5601047" y="6595398"/>
                  <a:pt x="5601360" y="6594761"/>
                </a:cubicBezTo>
                <a:cubicBezTo>
                  <a:pt x="5601673" y="6593804"/>
                  <a:pt x="5602929" y="6585191"/>
                  <a:pt x="5602929" y="6582958"/>
                </a:cubicBezTo>
                <a:cubicBezTo>
                  <a:pt x="5602929" y="6582320"/>
                  <a:pt x="5602302" y="6582001"/>
                  <a:pt x="5601987" y="6582001"/>
                </a:cubicBezTo>
                <a:cubicBezTo>
                  <a:pt x="5601987" y="6582001"/>
                  <a:pt x="5601673" y="6582001"/>
                  <a:pt x="5601360" y="6582320"/>
                </a:cubicBezTo>
                <a:cubicBezTo>
                  <a:pt x="5597278" y="6585829"/>
                  <a:pt x="5588174" y="6589019"/>
                  <a:pt x="5581583" y="6589019"/>
                </a:cubicBezTo>
                <a:cubicBezTo>
                  <a:pt x="5570596" y="6589019"/>
                  <a:pt x="5562748" y="6579449"/>
                  <a:pt x="5562748" y="6566690"/>
                </a:cubicBezTo>
                <a:cubicBezTo>
                  <a:pt x="5562748" y="6562224"/>
                  <a:pt x="5563062" y="6561905"/>
                  <a:pt x="5567770" y="6561905"/>
                </a:cubicBezTo>
                <a:lnTo>
                  <a:pt x="5597592" y="6561905"/>
                </a:lnTo>
                <a:cubicBezTo>
                  <a:pt x="5602616" y="6561905"/>
                  <a:pt x="5603870" y="6560629"/>
                  <a:pt x="5603870" y="6557120"/>
                </a:cubicBezTo>
                <a:cubicBezTo>
                  <a:pt x="5603870" y="6541490"/>
                  <a:pt x="5595709" y="6532558"/>
                  <a:pt x="5580642" y="6532558"/>
                </a:cubicBezTo>
                <a:close/>
                <a:moveTo>
                  <a:pt x="5480669" y="6532558"/>
                </a:moveTo>
                <a:cubicBezTo>
                  <a:pt x="5479091" y="6532558"/>
                  <a:pt x="5478458" y="6532874"/>
                  <a:pt x="5478458" y="6534138"/>
                </a:cubicBezTo>
                <a:cubicBezTo>
                  <a:pt x="5478458" y="6534138"/>
                  <a:pt x="5478458" y="6534138"/>
                  <a:pt x="5478458" y="6536666"/>
                </a:cubicBezTo>
                <a:cubicBezTo>
                  <a:pt x="5478458" y="6537614"/>
                  <a:pt x="5478775" y="6538562"/>
                  <a:pt x="5479722" y="6538878"/>
                </a:cubicBezTo>
                <a:cubicBezTo>
                  <a:pt x="5482566" y="6539826"/>
                  <a:pt x="5482882" y="6539826"/>
                  <a:pt x="5483831" y="6542038"/>
                </a:cubicBezTo>
                <a:cubicBezTo>
                  <a:pt x="5486042" y="6547410"/>
                  <a:pt x="5488570" y="6554046"/>
                  <a:pt x="5494572" y="6571110"/>
                </a:cubicBezTo>
                <a:cubicBezTo>
                  <a:pt x="5500576" y="6587541"/>
                  <a:pt x="5501839" y="6590385"/>
                  <a:pt x="5503420" y="6594809"/>
                </a:cubicBezTo>
                <a:cubicBezTo>
                  <a:pt x="5504998" y="6599233"/>
                  <a:pt x="5504998" y="6599233"/>
                  <a:pt x="5506262" y="6599233"/>
                </a:cubicBezTo>
                <a:cubicBezTo>
                  <a:pt x="5506578" y="6599233"/>
                  <a:pt x="5507211" y="6599233"/>
                  <a:pt x="5507842" y="6599233"/>
                </a:cubicBezTo>
                <a:cubicBezTo>
                  <a:pt x="5512266" y="6598285"/>
                  <a:pt x="5512582" y="6598285"/>
                  <a:pt x="5513845" y="6598285"/>
                </a:cubicBezTo>
                <a:cubicBezTo>
                  <a:pt x="5515426" y="6597969"/>
                  <a:pt x="5516057" y="6597653"/>
                  <a:pt x="5516373" y="6597021"/>
                </a:cubicBezTo>
                <a:cubicBezTo>
                  <a:pt x="5517006" y="6596073"/>
                  <a:pt x="5517006" y="6596073"/>
                  <a:pt x="5518269" y="6592913"/>
                </a:cubicBezTo>
                <a:cubicBezTo>
                  <a:pt x="5518900" y="6590385"/>
                  <a:pt x="5519849" y="6588173"/>
                  <a:pt x="5523957" y="6577746"/>
                </a:cubicBezTo>
                <a:cubicBezTo>
                  <a:pt x="5535015" y="6550570"/>
                  <a:pt x="5535015" y="6550570"/>
                  <a:pt x="5536595" y="6546778"/>
                </a:cubicBezTo>
                <a:cubicBezTo>
                  <a:pt x="5538808" y="6541090"/>
                  <a:pt x="5539438" y="6539826"/>
                  <a:pt x="5541019" y="6539194"/>
                </a:cubicBezTo>
                <a:cubicBezTo>
                  <a:pt x="5543547" y="6538562"/>
                  <a:pt x="5543547" y="6538562"/>
                  <a:pt x="5543547" y="6536666"/>
                </a:cubicBezTo>
                <a:lnTo>
                  <a:pt x="5543547" y="6534138"/>
                </a:lnTo>
                <a:cubicBezTo>
                  <a:pt x="5543547" y="6532874"/>
                  <a:pt x="5543230" y="6532558"/>
                  <a:pt x="5542282" y="6532558"/>
                </a:cubicBezTo>
                <a:cubicBezTo>
                  <a:pt x="5542282" y="6532558"/>
                  <a:pt x="5542282" y="6532558"/>
                  <a:pt x="5541019" y="6532558"/>
                </a:cubicBezTo>
                <a:cubicBezTo>
                  <a:pt x="5538174" y="6532874"/>
                  <a:pt x="5535331" y="6532874"/>
                  <a:pt x="5533119" y="6532874"/>
                </a:cubicBezTo>
                <a:cubicBezTo>
                  <a:pt x="5530277" y="6532874"/>
                  <a:pt x="5525222" y="6532874"/>
                  <a:pt x="5523640" y="6532874"/>
                </a:cubicBezTo>
                <a:cubicBezTo>
                  <a:pt x="5523010" y="6532558"/>
                  <a:pt x="5522692" y="6532558"/>
                  <a:pt x="5522060" y="6532558"/>
                </a:cubicBezTo>
                <a:cubicBezTo>
                  <a:pt x="5521113" y="6532558"/>
                  <a:pt x="5520482" y="6533190"/>
                  <a:pt x="5520482" y="6534138"/>
                </a:cubicBezTo>
                <a:cubicBezTo>
                  <a:pt x="5520482" y="6534138"/>
                  <a:pt x="5520482" y="6534138"/>
                  <a:pt x="5520482" y="6536666"/>
                </a:cubicBezTo>
                <a:cubicBezTo>
                  <a:pt x="5520482" y="6537930"/>
                  <a:pt x="5521113" y="6538246"/>
                  <a:pt x="5522692" y="6538562"/>
                </a:cubicBezTo>
                <a:cubicBezTo>
                  <a:pt x="5525852" y="6539194"/>
                  <a:pt x="5527748" y="6540774"/>
                  <a:pt x="5527748" y="6542354"/>
                </a:cubicBezTo>
                <a:cubicBezTo>
                  <a:pt x="5527748" y="6543618"/>
                  <a:pt x="5526800" y="6547410"/>
                  <a:pt x="5522692" y="6558786"/>
                </a:cubicBezTo>
                <a:cubicBezTo>
                  <a:pt x="5522692" y="6558786"/>
                  <a:pt x="5522692" y="6558786"/>
                  <a:pt x="5518900" y="6568898"/>
                </a:cubicBezTo>
                <a:cubicBezTo>
                  <a:pt x="5518269" y="6572058"/>
                  <a:pt x="5517321" y="6574270"/>
                  <a:pt x="5516690" y="6576482"/>
                </a:cubicBezTo>
                <a:cubicBezTo>
                  <a:pt x="5516690" y="6576482"/>
                  <a:pt x="5516690" y="6576482"/>
                  <a:pt x="5515426" y="6579958"/>
                </a:cubicBezTo>
                <a:cubicBezTo>
                  <a:pt x="5515426" y="6579958"/>
                  <a:pt x="5515426" y="6579958"/>
                  <a:pt x="5515109" y="6581854"/>
                </a:cubicBezTo>
                <a:cubicBezTo>
                  <a:pt x="5514793" y="6582801"/>
                  <a:pt x="5514793" y="6583433"/>
                  <a:pt x="5514478" y="6583433"/>
                </a:cubicBezTo>
                <a:cubicBezTo>
                  <a:pt x="5514162" y="6583433"/>
                  <a:pt x="5511634" y="6575218"/>
                  <a:pt x="5507526" y="6561946"/>
                </a:cubicBezTo>
                <a:cubicBezTo>
                  <a:pt x="5507526" y="6561946"/>
                  <a:pt x="5507526" y="6561946"/>
                  <a:pt x="5504367" y="6551518"/>
                </a:cubicBezTo>
                <a:cubicBezTo>
                  <a:pt x="5503735" y="6549622"/>
                  <a:pt x="5503104" y="6547726"/>
                  <a:pt x="5502471" y="6545514"/>
                </a:cubicBezTo>
                <a:cubicBezTo>
                  <a:pt x="5502156" y="6544566"/>
                  <a:pt x="5502156" y="6543618"/>
                  <a:pt x="5502156" y="6542986"/>
                </a:cubicBezTo>
                <a:cubicBezTo>
                  <a:pt x="5502156" y="6541090"/>
                  <a:pt x="5503420" y="6540142"/>
                  <a:pt x="5507211" y="6539194"/>
                </a:cubicBezTo>
                <a:cubicBezTo>
                  <a:pt x="5510686" y="6538246"/>
                  <a:pt x="5510686" y="6538246"/>
                  <a:pt x="5510686" y="6536666"/>
                </a:cubicBezTo>
                <a:cubicBezTo>
                  <a:pt x="5510686" y="6536666"/>
                  <a:pt x="5510686" y="6536666"/>
                  <a:pt x="5510686" y="6534138"/>
                </a:cubicBezTo>
                <a:cubicBezTo>
                  <a:pt x="5510686" y="6532874"/>
                  <a:pt x="5510371" y="6532558"/>
                  <a:pt x="5509106" y="6532558"/>
                </a:cubicBezTo>
                <a:cubicBezTo>
                  <a:pt x="5509106" y="6532558"/>
                  <a:pt x="5509106" y="6532558"/>
                  <a:pt x="5507526" y="6532558"/>
                </a:cubicBezTo>
                <a:cubicBezTo>
                  <a:pt x="5503735" y="6532874"/>
                  <a:pt x="5499944" y="6532874"/>
                  <a:pt x="5493624" y="6532874"/>
                </a:cubicBezTo>
                <a:cubicBezTo>
                  <a:pt x="5490781" y="6532874"/>
                  <a:pt x="5488253" y="6532874"/>
                  <a:pt x="5486989" y="6532874"/>
                </a:cubicBezTo>
                <a:cubicBezTo>
                  <a:pt x="5480986" y="6532558"/>
                  <a:pt x="5480986" y="6532558"/>
                  <a:pt x="5480669" y="6532558"/>
                </a:cubicBezTo>
                <a:close/>
                <a:moveTo>
                  <a:pt x="5463439" y="6532558"/>
                </a:moveTo>
                <a:cubicBezTo>
                  <a:pt x="5463117" y="6532558"/>
                  <a:pt x="5462797" y="6532558"/>
                  <a:pt x="5462477" y="6532877"/>
                </a:cubicBezTo>
                <a:cubicBezTo>
                  <a:pt x="5462477" y="6532877"/>
                  <a:pt x="5462477" y="6532877"/>
                  <a:pt x="5461194" y="6532877"/>
                </a:cubicBezTo>
                <a:cubicBezTo>
                  <a:pt x="5461194" y="6532877"/>
                  <a:pt x="5461194" y="6532877"/>
                  <a:pt x="5442603" y="6534791"/>
                </a:cubicBezTo>
                <a:cubicBezTo>
                  <a:pt x="5440679" y="6535110"/>
                  <a:pt x="5440359" y="6535429"/>
                  <a:pt x="5440359" y="6536705"/>
                </a:cubicBezTo>
                <a:cubicBezTo>
                  <a:pt x="5440359" y="6536705"/>
                  <a:pt x="5440359" y="6536705"/>
                  <a:pt x="5440359" y="6539258"/>
                </a:cubicBezTo>
                <a:cubicBezTo>
                  <a:pt x="5440359" y="6540534"/>
                  <a:pt x="5440999" y="6540853"/>
                  <a:pt x="5444205" y="6541172"/>
                </a:cubicBezTo>
                <a:cubicBezTo>
                  <a:pt x="5449334" y="6541810"/>
                  <a:pt x="5449654" y="6542767"/>
                  <a:pt x="5449654" y="6558399"/>
                </a:cubicBezTo>
                <a:lnTo>
                  <a:pt x="5449654" y="6569245"/>
                </a:lnTo>
                <a:cubicBezTo>
                  <a:pt x="5449654" y="6578178"/>
                  <a:pt x="5449654" y="6584239"/>
                  <a:pt x="5449334" y="6587430"/>
                </a:cubicBezTo>
                <a:cubicBezTo>
                  <a:pt x="5449334" y="6590301"/>
                  <a:pt x="5448373" y="6590939"/>
                  <a:pt x="5444526" y="6592534"/>
                </a:cubicBezTo>
                <a:cubicBezTo>
                  <a:pt x="5440359" y="6593810"/>
                  <a:pt x="5440359" y="6593810"/>
                  <a:pt x="5440359" y="6595405"/>
                </a:cubicBezTo>
                <a:cubicBezTo>
                  <a:pt x="5440359" y="6595405"/>
                  <a:pt x="5440359" y="6595405"/>
                  <a:pt x="5440359" y="6597638"/>
                </a:cubicBezTo>
                <a:cubicBezTo>
                  <a:pt x="5440359" y="6598914"/>
                  <a:pt x="5440679" y="6599233"/>
                  <a:pt x="5441961" y="6599233"/>
                </a:cubicBezTo>
                <a:cubicBezTo>
                  <a:pt x="5441961" y="6599233"/>
                  <a:pt x="5441961" y="6599233"/>
                  <a:pt x="5442923" y="6599233"/>
                </a:cubicBezTo>
                <a:cubicBezTo>
                  <a:pt x="5446128" y="6599233"/>
                  <a:pt x="5452220" y="6598914"/>
                  <a:pt x="5457348" y="6598914"/>
                </a:cubicBezTo>
                <a:cubicBezTo>
                  <a:pt x="5462157" y="6598914"/>
                  <a:pt x="5468247" y="6599233"/>
                  <a:pt x="5471452" y="6599233"/>
                </a:cubicBezTo>
                <a:cubicBezTo>
                  <a:pt x="5471452" y="6599233"/>
                  <a:pt x="5471452" y="6599233"/>
                  <a:pt x="5472414" y="6599233"/>
                </a:cubicBezTo>
                <a:cubicBezTo>
                  <a:pt x="5473376" y="6599233"/>
                  <a:pt x="5473697" y="6598914"/>
                  <a:pt x="5473697" y="6597638"/>
                </a:cubicBezTo>
                <a:cubicBezTo>
                  <a:pt x="5473697" y="6597638"/>
                  <a:pt x="5473697" y="6597638"/>
                  <a:pt x="5473697" y="6595405"/>
                </a:cubicBezTo>
                <a:cubicBezTo>
                  <a:pt x="5473697" y="6593810"/>
                  <a:pt x="5473697" y="6593491"/>
                  <a:pt x="5469850" y="6592534"/>
                </a:cubicBezTo>
                <a:cubicBezTo>
                  <a:pt x="5466002" y="6591258"/>
                  <a:pt x="5465362" y="6590301"/>
                  <a:pt x="5465042" y="6587430"/>
                </a:cubicBezTo>
                <a:cubicBezTo>
                  <a:pt x="5464721" y="6584239"/>
                  <a:pt x="5464721" y="6577221"/>
                  <a:pt x="5464721" y="6569245"/>
                </a:cubicBezTo>
                <a:cubicBezTo>
                  <a:pt x="5464721" y="6569245"/>
                  <a:pt x="5464721" y="6569245"/>
                  <a:pt x="5464721" y="6562865"/>
                </a:cubicBezTo>
                <a:cubicBezTo>
                  <a:pt x="5464721" y="6555528"/>
                  <a:pt x="5464721" y="6542448"/>
                  <a:pt x="5465042" y="6540215"/>
                </a:cubicBezTo>
                <a:cubicBezTo>
                  <a:pt x="5465042" y="6535429"/>
                  <a:pt x="5465042" y="6535429"/>
                  <a:pt x="5465042" y="6535110"/>
                </a:cubicBezTo>
                <a:cubicBezTo>
                  <a:pt x="5465042" y="6533515"/>
                  <a:pt x="5464721" y="6532558"/>
                  <a:pt x="5463439" y="6532558"/>
                </a:cubicBezTo>
                <a:close/>
                <a:moveTo>
                  <a:pt x="5375310" y="6532558"/>
                </a:moveTo>
                <a:cubicBezTo>
                  <a:pt x="5374996" y="6532558"/>
                  <a:pt x="5374056" y="6532877"/>
                  <a:pt x="5373115" y="6532877"/>
                </a:cubicBezTo>
                <a:cubicBezTo>
                  <a:pt x="5373115" y="6532877"/>
                  <a:pt x="5373115" y="6532877"/>
                  <a:pt x="5354928" y="6535110"/>
                </a:cubicBezTo>
                <a:cubicBezTo>
                  <a:pt x="5353046" y="6535429"/>
                  <a:pt x="5353046" y="6535748"/>
                  <a:pt x="5353046" y="6537663"/>
                </a:cubicBezTo>
                <a:lnTo>
                  <a:pt x="5353046" y="6540534"/>
                </a:lnTo>
                <a:cubicBezTo>
                  <a:pt x="5353046" y="6541491"/>
                  <a:pt x="5353674" y="6541810"/>
                  <a:pt x="5356496" y="6542129"/>
                </a:cubicBezTo>
                <a:cubicBezTo>
                  <a:pt x="5360573" y="6542448"/>
                  <a:pt x="5361827" y="6543086"/>
                  <a:pt x="5362453" y="6545638"/>
                </a:cubicBezTo>
                <a:cubicBezTo>
                  <a:pt x="5363394" y="6547871"/>
                  <a:pt x="5364021" y="6558080"/>
                  <a:pt x="5364021" y="6564779"/>
                </a:cubicBezTo>
                <a:cubicBezTo>
                  <a:pt x="5364021" y="6564779"/>
                  <a:pt x="5364021" y="6564779"/>
                  <a:pt x="5364021" y="6569245"/>
                </a:cubicBezTo>
                <a:cubicBezTo>
                  <a:pt x="5364021" y="6577540"/>
                  <a:pt x="5364021" y="6584877"/>
                  <a:pt x="5363707" y="6587430"/>
                </a:cubicBezTo>
                <a:cubicBezTo>
                  <a:pt x="5363707" y="6590301"/>
                  <a:pt x="5362768" y="6591258"/>
                  <a:pt x="5359004" y="6592534"/>
                </a:cubicBezTo>
                <a:cubicBezTo>
                  <a:pt x="5355241" y="6593491"/>
                  <a:pt x="5354928" y="6593810"/>
                  <a:pt x="5354928" y="6595405"/>
                </a:cubicBezTo>
                <a:cubicBezTo>
                  <a:pt x="5354928" y="6595405"/>
                  <a:pt x="5354928" y="6595405"/>
                  <a:pt x="5354928" y="6597638"/>
                </a:cubicBezTo>
                <a:cubicBezTo>
                  <a:pt x="5354928" y="6598914"/>
                  <a:pt x="5355241" y="6599233"/>
                  <a:pt x="5356496" y="6599233"/>
                </a:cubicBezTo>
                <a:cubicBezTo>
                  <a:pt x="5356496" y="6599233"/>
                  <a:pt x="5356496" y="6599233"/>
                  <a:pt x="5357436" y="6599233"/>
                </a:cubicBezTo>
                <a:cubicBezTo>
                  <a:pt x="5360258" y="6599233"/>
                  <a:pt x="5366530" y="6598914"/>
                  <a:pt x="5371547" y="6598914"/>
                </a:cubicBezTo>
                <a:cubicBezTo>
                  <a:pt x="5376251" y="6598914"/>
                  <a:pt x="5382209" y="6599233"/>
                  <a:pt x="5385344" y="6599233"/>
                </a:cubicBezTo>
                <a:cubicBezTo>
                  <a:pt x="5385344" y="6599233"/>
                  <a:pt x="5385344" y="6599233"/>
                  <a:pt x="5386286" y="6599233"/>
                </a:cubicBezTo>
                <a:cubicBezTo>
                  <a:pt x="5387227" y="6599233"/>
                  <a:pt x="5387854" y="6598914"/>
                  <a:pt x="5387854" y="6597638"/>
                </a:cubicBezTo>
                <a:cubicBezTo>
                  <a:pt x="5387854" y="6597638"/>
                  <a:pt x="5387854" y="6597638"/>
                  <a:pt x="5387854" y="6595405"/>
                </a:cubicBezTo>
                <a:cubicBezTo>
                  <a:pt x="5387854" y="6593810"/>
                  <a:pt x="5387539" y="6593810"/>
                  <a:pt x="5383777" y="6592534"/>
                </a:cubicBezTo>
                <a:cubicBezTo>
                  <a:pt x="5380014" y="6591258"/>
                  <a:pt x="5379387" y="6590301"/>
                  <a:pt x="5379073" y="6587430"/>
                </a:cubicBezTo>
                <a:cubicBezTo>
                  <a:pt x="5379073" y="6584558"/>
                  <a:pt x="5378760" y="6577540"/>
                  <a:pt x="5378760" y="6569245"/>
                </a:cubicBezTo>
                <a:cubicBezTo>
                  <a:pt x="5378760" y="6569245"/>
                  <a:pt x="5378760" y="6569245"/>
                  <a:pt x="5378760" y="6566055"/>
                </a:cubicBezTo>
                <a:cubicBezTo>
                  <a:pt x="5378760" y="6557442"/>
                  <a:pt x="5379387" y="6554571"/>
                  <a:pt x="5381582" y="6551380"/>
                </a:cubicBezTo>
                <a:cubicBezTo>
                  <a:pt x="5384404" y="6547233"/>
                  <a:pt x="5389422" y="6544681"/>
                  <a:pt x="5394439" y="6544681"/>
                </a:cubicBezTo>
                <a:cubicBezTo>
                  <a:pt x="5399143" y="6544681"/>
                  <a:pt x="5402592" y="6546595"/>
                  <a:pt x="5404159" y="6550104"/>
                </a:cubicBezTo>
                <a:cubicBezTo>
                  <a:pt x="5405100" y="6552975"/>
                  <a:pt x="5405414" y="6556485"/>
                  <a:pt x="5405414" y="6565098"/>
                </a:cubicBezTo>
                <a:cubicBezTo>
                  <a:pt x="5405414" y="6565098"/>
                  <a:pt x="5405414" y="6565098"/>
                  <a:pt x="5405414" y="6569245"/>
                </a:cubicBezTo>
                <a:cubicBezTo>
                  <a:pt x="5405414" y="6577221"/>
                  <a:pt x="5405414" y="6584558"/>
                  <a:pt x="5405100" y="6587430"/>
                </a:cubicBezTo>
                <a:cubicBezTo>
                  <a:pt x="5405100" y="6590301"/>
                  <a:pt x="5404159" y="6591258"/>
                  <a:pt x="5400397" y="6592534"/>
                </a:cubicBezTo>
                <a:cubicBezTo>
                  <a:pt x="5396634" y="6593491"/>
                  <a:pt x="5396321" y="6593810"/>
                  <a:pt x="5396321" y="6595405"/>
                </a:cubicBezTo>
                <a:cubicBezTo>
                  <a:pt x="5396321" y="6595405"/>
                  <a:pt x="5396321" y="6595405"/>
                  <a:pt x="5396321" y="6597638"/>
                </a:cubicBezTo>
                <a:cubicBezTo>
                  <a:pt x="5396321" y="6598914"/>
                  <a:pt x="5396947" y="6599233"/>
                  <a:pt x="5397888" y="6599233"/>
                </a:cubicBezTo>
                <a:cubicBezTo>
                  <a:pt x="5397888" y="6599233"/>
                  <a:pt x="5397888" y="6599233"/>
                  <a:pt x="5398829" y="6599233"/>
                </a:cubicBezTo>
                <a:cubicBezTo>
                  <a:pt x="5401964" y="6599233"/>
                  <a:pt x="5407922" y="6598914"/>
                  <a:pt x="5412940" y="6598914"/>
                </a:cubicBezTo>
                <a:cubicBezTo>
                  <a:pt x="5417644" y="6598914"/>
                  <a:pt x="5423602" y="6599233"/>
                  <a:pt x="5427050" y="6599233"/>
                </a:cubicBezTo>
                <a:cubicBezTo>
                  <a:pt x="5427050" y="6599233"/>
                  <a:pt x="5427050" y="6599233"/>
                  <a:pt x="5427991" y="6599233"/>
                </a:cubicBezTo>
                <a:cubicBezTo>
                  <a:pt x="5428932" y="6599233"/>
                  <a:pt x="5429245" y="6598914"/>
                  <a:pt x="5429245" y="6597638"/>
                </a:cubicBezTo>
                <a:cubicBezTo>
                  <a:pt x="5429245" y="6597638"/>
                  <a:pt x="5429245" y="6597638"/>
                  <a:pt x="5429245" y="6595405"/>
                </a:cubicBezTo>
                <a:cubicBezTo>
                  <a:pt x="5429245" y="6593810"/>
                  <a:pt x="5429245" y="6593491"/>
                  <a:pt x="5425169" y="6592534"/>
                </a:cubicBezTo>
                <a:cubicBezTo>
                  <a:pt x="5421407" y="6591258"/>
                  <a:pt x="5420779" y="6590301"/>
                  <a:pt x="5420466" y="6587430"/>
                </a:cubicBezTo>
                <a:cubicBezTo>
                  <a:pt x="5420466" y="6584877"/>
                  <a:pt x="5420151" y="6577221"/>
                  <a:pt x="5420151" y="6569245"/>
                </a:cubicBezTo>
                <a:cubicBezTo>
                  <a:pt x="5420151" y="6569245"/>
                  <a:pt x="5420151" y="6569245"/>
                  <a:pt x="5420151" y="6565098"/>
                </a:cubicBezTo>
                <a:cubicBezTo>
                  <a:pt x="5420151" y="6545638"/>
                  <a:pt x="5420151" y="6545638"/>
                  <a:pt x="5418897" y="6542448"/>
                </a:cubicBezTo>
                <a:cubicBezTo>
                  <a:pt x="5416390" y="6536067"/>
                  <a:pt x="5409804" y="6532558"/>
                  <a:pt x="5400397" y="6532558"/>
                </a:cubicBezTo>
                <a:cubicBezTo>
                  <a:pt x="5393184" y="6532558"/>
                  <a:pt x="5390049" y="6534153"/>
                  <a:pt x="5383777" y="6540853"/>
                </a:cubicBezTo>
                <a:cubicBezTo>
                  <a:pt x="5383777" y="6540853"/>
                  <a:pt x="5383777" y="6540853"/>
                  <a:pt x="5381268" y="6543405"/>
                </a:cubicBezTo>
                <a:cubicBezTo>
                  <a:pt x="5381268" y="6543405"/>
                  <a:pt x="5381268" y="6543405"/>
                  <a:pt x="5380014" y="6545000"/>
                </a:cubicBezTo>
                <a:cubicBezTo>
                  <a:pt x="5379701" y="6545638"/>
                  <a:pt x="5379073" y="6545957"/>
                  <a:pt x="5378760" y="6545957"/>
                </a:cubicBezTo>
                <a:cubicBezTo>
                  <a:pt x="5378132" y="6545957"/>
                  <a:pt x="5377506" y="6544681"/>
                  <a:pt x="5377506" y="6543086"/>
                </a:cubicBezTo>
                <a:cubicBezTo>
                  <a:pt x="5377506" y="6542448"/>
                  <a:pt x="5377192" y="6536067"/>
                  <a:pt x="5376878" y="6535110"/>
                </a:cubicBezTo>
                <a:cubicBezTo>
                  <a:pt x="5376878" y="6533515"/>
                  <a:pt x="5376251" y="6532558"/>
                  <a:pt x="5375310" y="6532558"/>
                </a:cubicBezTo>
                <a:close/>
                <a:moveTo>
                  <a:pt x="5981693" y="6519858"/>
                </a:moveTo>
                <a:lnTo>
                  <a:pt x="5980106" y="6526208"/>
                </a:lnTo>
                <a:lnTo>
                  <a:pt x="5981693" y="6527796"/>
                </a:lnTo>
                <a:lnTo>
                  <a:pt x="5983280" y="6526208"/>
                </a:lnTo>
                <a:lnTo>
                  <a:pt x="5995980" y="6530971"/>
                </a:lnTo>
                <a:lnTo>
                  <a:pt x="5975343" y="6540496"/>
                </a:lnTo>
                <a:lnTo>
                  <a:pt x="5973755" y="6543671"/>
                </a:lnTo>
                <a:lnTo>
                  <a:pt x="5995980" y="6548434"/>
                </a:lnTo>
                <a:lnTo>
                  <a:pt x="5997568" y="6550021"/>
                </a:lnTo>
                <a:lnTo>
                  <a:pt x="5999156" y="6550021"/>
                </a:lnTo>
                <a:lnTo>
                  <a:pt x="5999156" y="6545259"/>
                </a:lnTo>
                <a:lnTo>
                  <a:pt x="5999156" y="6543671"/>
                </a:lnTo>
                <a:lnTo>
                  <a:pt x="5997568" y="6545259"/>
                </a:lnTo>
                <a:lnTo>
                  <a:pt x="5983280" y="6542084"/>
                </a:lnTo>
                <a:lnTo>
                  <a:pt x="6003918" y="6534146"/>
                </a:lnTo>
                <a:lnTo>
                  <a:pt x="6005506" y="6529383"/>
                </a:lnTo>
                <a:lnTo>
                  <a:pt x="6003918" y="6529383"/>
                </a:lnTo>
                <a:lnTo>
                  <a:pt x="6002330" y="6529383"/>
                </a:lnTo>
                <a:lnTo>
                  <a:pt x="5983280" y="6521446"/>
                </a:lnTo>
                <a:lnTo>
                  <a:pt x="5983280" y="6519858"/>
                </a:lnTo>
                <a:close/>
                <a:moveTo>
                  <a:pt x="6113455" y="6516683"/>
                </a:moveTo>
                <a:lnTo>
                  <a:pt x="6121393" y="6527796"/>
                </a:lnTo>
                <a:lnTo>
                  <a:pt x="6113455" y="6527796"/>
                </a:lnTo>
                <a:close/>
                <a:moveTo>
                  <a:pt x="6103930" y="6516683"/>
                </a:moveTo>
                <a:lnTo>
                  <a:pt x="6103930" y="6527796"/>
                </a:lnTo>
                <a:lnTo>
                  <a:pt x="6095992" y="6527796"/>
                </a:lnTo>
                <a:close/>
                <a:moveTo>
                  <a:pt x="4716822" y="6515097"/>
                </a:moveTo>
                <a:cubicBezTo>
                  <a:pt x="4721967" y="6515097"/>
                  <a:pt x="4725503" y="6515412"/>
                  <a:pt x="4728076" y="6516040"/>
                </a:cubicBezTo>
                <a:cubicBezTo>
                  <a:pt x="4734507" y="6517612"/>
                  <a:pt x="4738685" y="6523271"/>
                  <a:pt x="4738685" y="6530501"/>
                </a:cubicBezTo>
                <a:cubicBezTo>
                  <a:pt x="4738685" y="6535530"/>
                  <a:pt x="4736437" y="6540560"/>
                  <a:pt x="4732898" y="6543389"/>
                </a:cubicBezTo>
                <a:cubicBezTo>
                  <a:pt x="4729683" y="6545904"/>
                  <a:pt x="4724858" y="6546847"/>
                  <a:pt x="4716180" y="6546847"/>
                </a:cubicBezTo>
                <a:cubicBezTo>
                  <a:pt x="4713927" y="6546847"/>
                  <a:pt x="4713285" y="6546533"/>
                  <a:pt x="4713607" y="6543704"/>
                </a:cubicBezTo>
                <a:cubicBezTo>
                  <a:pt x="4713607" y="6543704"/>
                  <a:pt x="4713607" y="6543704"/>
                  <a:pt x="4713285" y="6540246"/>
                </a:cubicBezTo>
                <a:cubicBezTo>
                  <a:pt x="4713285" y="6540246"/>
                  <a:pt x="4713285" y="6540246"/>
                  <a:pt x="4713285" y="6535530"/>
                </a:cubicBezTo>
                <a:cubicBezTo>
                  <a:pt x="4713285" y="6535530"/>
                  <a:pt x="4713285" y="6535530"/>
                  <a:pt x="4713607" y="6519813"/>
                </a:cubicBezTo>
                <a:lnTo>
                  <a:pt x="4713607" y="6517298"/>
                </a:lnTo>
                <a:cubicBezTo>
                  <a:pt x="4713607" y="6515412"/>
                  <a:pt x="4713927" y="6515097"/>
                  <a:pt x="4716822" y="6515097"/>
                </a:cubicBezTo>
                <a:close/>
                <a:moveTo>
                  <a:pt x="6214308" y="6515096"/>
                </a:moveTo>
                <a:cubicBezTo>
                  <a:pt x="6220129" y="6513508"/>
                  <a:pt x="6223895" y="6518906"/>
                  <a:pt x="6224580" y="6523033"/>
                </a:cubicBezTo>
                <a:lnTo>
                  <a:pt x="6211226" y="6529383"/>
                </a:lnTo>
                <a:cubicBezTo>
                  <a:pt x="6208829" y="6524303"/>
                  <a:pt x="6207117" y="6516683"/>
                  <a:pt x="6214308" y="6515096"/>
                </a:cubicBezTo>
                <a:close/>
                <a:moveTo>
                  <a:pt x="6121392" y="6513508"/>
                </a:moveTo>
                <a:lnTo>
                  <a:pt x="6153142" y="6527796"/>
                </a:lnTo>
                <a:lnTo>
                  <a:pt x="6132505" y="6527796"/>
                </a:lnTo>
                <a:close/>
                <a:moveTo>
                  <a:pt x="6094405" y="6513508"/>
                </a:moveTo>
                <a:lnTo>
                  <a:pt x="6084881" y="6527796"/>
                </a:lnTo>
                <a:lnTo>
                  <a:pt x="6062656" y="6527796"/>
                </a:lnTo>
                <a:close/>
                <a:moveTo>
                  <a:pt x="5802498" y="6508746"/>
                </a:moveTo>
                <a:cubicBezTo>
                  <a:pt x="5802174" y="6508746"/>
                  <a:pt x="5802174" y="6508746"/>
                  <a:pt x="5799587" y="6509699"/>
                </a:cubicBezTo>
                <a:cubicBezTo>
                  <a:pt x="5799587" y="6509699"/>
                  <a:pt x="5799587" y="6509699"/>
                  <a:pt x="5791174" y="6512874"/>
                </a:cubicBezTo>
                <a:cubicBezTo>
                  <a:pt x="5788262" y="6513826"/>
                  <a:pt x="5787614" y="6514779"/>
                  <a:pt x="5787614" y="6517636"/>
                </a:cubicBezTo>
                <a:cubicBezTo>
                  <a:pt x="5787614" y="6519224"/>
                  <a:pt x="5787614" y="6521129"/>
                  <a:pt x="5787614" y="6523351"/>
                </a:cubicBezTo>
                <a:cubicBezTo>
                  <a:pt x="5787938" y="6527161"/>
                  <a:pt x="5788262" y="6531289"/>
                  <a:pt x="5788262" y="6531924"/>
                </a:cubicBezTo>
                <a:cubicBezTo>
                  <a:pt x="5788262" y="6533829"/>
                  <a:pt x="5787290" y="6534781"/>
                  <a:pt x="5784703" y="6534781"/>
                </a:cubicBezTo>
                <a:cubicBezTo>
                  <a:pt x="5784379" y="6534781"/>
                  <a:pt x="5783731" y="6534781"/>
                  <a:pt x="5783085" y="6534464"/>
                </a:cubicBezTo>
                <a:cubicBezTo>
                  <a:pt x="5781790" y="6534464"/>
                  <a:pt x="5780495" y="6534464"/>
                  <a:pt x="5780172" y="6534464"/>
                </a:cubicBezTo>
                <a:cubicBezTo>
                  <a:pt x="5778877" y="6534464"/>
                  <a:pt x="5778554" y="6534464"/>
                  <a:pt x="5777584" y="6537639"/>
                </a:cubicBezTo>
                <a:cubicBezTo>
                  <a:pt x="5777584" y="6537639"/>
                  <a:pt x="5777584" y="6537639"/>
                  <a:pt x="5775966" y="6541766"/>
                </a:cubicBezTo>
                <a:cubicBezTo>
                  <a:pt x="5775318" y="6542719"/>
                  <a:pt x="5775318" y="6543354"/>
                  <a:pt x="5775318" y="6543671"/>
                </a:cubicBezTo>
                <a:cubicBezTo>
                  <a:pt x="5775318" y="6543989"/>
                  <a:pt x="5775966" y="6544306"/>
                  <a:pt x="5776613" y="6544306"/>
                </a:cubicBezTo>
                <a:cubicBezTo>
                  <a:pt x="5776936" y="6544306"/>
                  <a:pt x="5777584" y="6544306"/>
                  <a:pt x="5778554" y="6544306"/>
                </a:cubicBezTo>
                <a:cubicBezTo>
                  <a:pt x="5778554" y="6544306"/>
                  <a:pt x="5778554" y="6544306"/>
                  <a:pt x="5782113" y="6544306"/>
                </a:cubicBezTo>
                <a:cubicBezTo>
                  <a:pt x="5784055" y="6543989"/>
                  <a:pt x="5784055" y="6543989"/>
                  <a:pt x="5784379" y="6543989"/>
                </a:cubicBezTo>
                <a:cubicBezTo>
                  <a:pt x="5787614" y="6543989"/>
                  <a:pt x="5787614" y="6544306"/>
                  <a:pt x="5787614" y="6551926"/>
                </a:cubicBezTo>
                <a:lnTo>
                  <a:pt x="5787614" y="6569706"/>
                </a:lnTo>
                <a:cubicBezTo>
                  <a:pt x="5787614" y="6571611"/>
                  <a:pt x="5787614" y="6574151"/>
                  <a:pt x="5787614" y="6577326"/>
                </a:cubicBezTo>
                <a:cubicBezTo>
                  <a:pt x="5787614" y="6577326"/>
                  <a:pt x="5787614" y="6577326"/>
                  <a:pt x="5787290" y="6584946"/>
                </a:cubicBezTo>
                <a:cubicBezTo>
                  <a:pt x="5787290" y="6596376"/>
                  <a:pt x="5793116" y="6600821"/>
                  <a:pt x="5808000" y="6600821"/>
                </a:cubicBezTo>
                <a:cubicBezTo>
                  <a:pt x="5814146" y="6600821"/>
                  <a:pt x="5823208" y="6599234"/>
                  <a:pt x="5824500" y="6597646"/>
                </a:cubicBezTo>
                <a:cubicBezTo>
                  <a:pt x="5824825" y="6597329"/>
                  <a:pt x="5825795" y="6590979"/>
                  <a:pt x="5825795" y="6589074"/>
                </a:cubicBezTo>
                <a:cubicBezTo>
                  <a:pt x="5825795" y="6588439"/>
                  <a:pt x="5825795" y="6588121"/>
                  <a:pt x="5825148" y="6588121"/>
                </a:cubicBezTo>
                <a:cubicBezTo>
                  <a:pt x="5824825" y="6588121"/>
                  <a:pt x="5824177" y="6588121"/>
                  <a:pt x="5823208" y="6588439"/>
                </a:cubicBezTo>
                <a:cubicBezTo>
                  <a:pt x="5818354" y="6589709"/>
                  <a:pt x="5815117" y="6590026"/>
                  <a:pt x="5812205" y="6590026"/>
                </a:cubicBezTo>
                <a:cubicBezTo>
                  <a:pt x="5808324" y="6590026"/>
                  <a:pt x="5805734" y="6588756"/>
                  <a:pt x="5804439" y="6586216"/>
                </a:cubicBezTo>
                <a:cubicBezTo>
                  <a:pt x="5803147" y="6583676"/>
                  <a:pt x="5802821" y="6580501"/>
                  <a:pt x="5802821" y="6569706"/>
                </a:cubicBezTo>
                <a:cubicBezTo>
                  <a:pt x="5802821" y="6569706"/>
                  <a:pt x="5802821" y="6569706"/>
                  <a:pt x="5802821" y="6549386"/>
                </a:cubicBezTo>
                <a:cubicBezTo>
                  <a:pt x="5802821" y="6543671"/>
                  <a:pt x="5802821" y="6543671"/>
                  <a:pt x="5807028" y="6543671"/>
                </a:cubicBezTo>
                <a:cubicBezTo>
                  <a:pt x="5808324" y="6543671"/>
                  <a:pt x="5809293" y="6543671"/>
                  <a:pt x="5812205" y="6543989"/>
                </a:cubicBezTo>
                <a:cubicBezTo>
                  <a:pt x="5814470" y="6543989"/>
                  <a:pt x="5816088" y="6543989"/>
                  <a:pt x="5817058" y="6543989"/>
                </a:cubicBezTo>
                <a:cubicBezTo>
                  <a:pt x="5820618" y="6544306"/>
                  <a:pt x="5820618" y="6544306"/>
                  <a:pt x="5820941" y="6544306"/>
                </a:cubicBezTo>
                <a:cubicBezTo>
                  <a:pt x="5823208" y="6544306"/>
                  <a:pt x="5823853" y="6543989"/>
                  <a:pt x="5824500" y="6541131"/>
                </a:cubicBezTo>
                <a:cubicBezTo>
                  <a:pt x="5825795" y="6537004"/>
                  <a:pt x="5826118" y="6535734"/>
                  <a:pt x="5826118" y="6535099"/>
                </a:cubicBezTo>
                <a:cubicBezTo>
                  <a:pt x="5826118" y="6534464"/>
                  <a:pt x="5825795" y="6533829"/>
                  <a:pt x="5825148" y="6533829"/>
                </a:cubicBezTo>
                <a:cubicBezTo>
                  <a:pt x="5825148" y="6533829"/>
                  <a:pt x="5825148" y="6533829"/>
                  <a:pt x="5824500" y="6533829"/>
                </a:cubicBezTo>
                <a:cubicBezTo>
                  <a:pt x="5822235" y="6534146"/>
                  <a:pt x="5820618" y="6534464"/>
                  <a:pt x="5817382" y="6534464"/>
                </a:cubicBezTo>
                <a:cubicBezTo>
                  <a:pt x="5817382" y="6534464"/>
                  <a:pt x="5817382" y="6534464"/>
                  <a:pt x="5806706" y="6534464"/>
                </a:cubicBezTo>
                <a:cubicBezTo>
                  <a:pt x="5802821" y="6534464"/>
                  <a:pt x="5802174" y="6533829"/>
                  <a:pt x="5802174" y="6531606"/>
                </a:cubicBezTo>
                <a:cubicBezTo>
                  <a:pt x="5802174" y="6529066"/>
                  <a:pt x="5803147" y="6517954"/>
                  <a:pt x="5803469" y="6514779"/>
                </a:cubicBezTo>
                <a:cubicBezTo>
                  <a:pt x="5803792" y="6513191"/>
                  <a:pt x="5803792" y="6511604"/>
                  <a:pt x="5803792" y="6510969"/>
                </a:cubicBezTo>
                <a:cubicBezTo>
                  <a:pt x="5803792" y="6509699"/>
                  <a:pt x="5803469" y="6508746"/>
                  <a:pt x="5802498" y="6508746"/>
                </a:cubicBezTo>
                <a:close/>
                <a:moveTo>
                  <a:pt x="5988043" y="6507158"/>
                </a:moveTo>
                <a:lnTo>
                  <a:pt x="5983280" y="6516683"/>
                </a:lnTo>
                <a:lnTo>
                  <a:pt x="5984868" y="6516683"/>
                </a:lnTo>
                <a:lnTo>
                  <a:pt x="5986456" y="6515096"/>
                </a:lnTo>
                <a:lnTo>
                  <a:pt x="6005506" y="6524621"/>
                </a:lnTo>
                <a:lnTo>
                  <a:pt x="6005506" y="6526209"/>
                </a:lnTo>
                <a:lnTo>
                  <a:pt x="6007094" y="6527796"/>
                </a:lnTo>
                <a:lnTo>
                  <a:pt x="6010268" y="6519859"/>
                </a:lnTo>
                <a:lnTo>
                  <a:pt x="6008681" y="6518271"/>
                </a:lnTo>
                <a:lnTo>
                  <a:pt x="6007094" y="6519859"/>
                </a:lnTo>
                <a:lnTo>
                  <a:pt x="5989630" y="6510333"/>
                </a:lnTo>
                <a:lnTo>
                  <a:pt x="5989630" y="6508746"/>
                </a:lnTo>
                <a:close/>
                <a:moveTo>
                  <a:pt x="4689454" y="6505572"/>
                </a:moveTo>
                <a:cubicBezTo>
                  <a:pt x="4688199" y="6505572"/>
                  <a:pt x="4687884" y="6506209"/>
                  <a:pt x="4687884" y="6507802"/>
                </a:cubicBezTo>
                <a:cubicBezTo>
                  <a:pt x="4687884" y="6507802"/>
                  <a:pt x="4687884" y="6507802"/>
                  <a:pt x="4687884" y="6510351"/>
                </a:cubicBezTo>
                <a:cubicBezTo>
                  <a:pt x="4687884" y="6512262"/>
                  <a:pt x="4688513" y="6512581"/>
                  <a:pt x="4691335" y="6513218"/>
                </a:cubicBezTo>
                <a:cubicBezTo>
                  <a:pt x="4695415" y="6514493"/>
                  <a:pt x="4696355" y="6515448"/>
                  <a:pt x="4696669" y="6518634"/>
                </a:cubicBezTo>
                <a:cubicBezTo>
                  <a:pt x="4696669" y="6524050"/>
                  <a:pt x="4696984" y="6533607"/>
                  <a:pt x="4696984" y="6541572"/>
                </a:cubicBezTo>
                <a:cubicBezTo>
                  <a:pt x="4696984" y="6541572"/>
                  <a:pt x="4696984" y="6541572"/>
                  <a:pt x="4696984" y="6563236"/>
                </a:cubicBezTo>
                <a:cubicBezTo>
                  <a:pt x="4696984" y="6571519"/>
                  <a:pt x="4696669" y="6581076"/>
                  <a:pt x="4696669" y="6586173"/>
                </a:cubicBezTo>
                <a:cubicBezTo>
                  <a:pt x="4696355" y="6589359"/>
                  <a:pt x="4695415" y="6590634"/>
                  <a:pt x="4691335" y="6591589"/>
                </a:cubicBezTo>
                <a:cubicBezTo>
                  <a:pt x="4688513" y="6592226"/>
                  <a:pt x="4687884" y="6592545"/>
                  <a:pt x="4687884" y="6594775"/>
                </a:cubicBezTo>
                <a:cubicBezTo>
                  <a:pt x="4687884" y="6594775"/>
                  <a:pt x="4687884" y="6594775"/>
                  <a:pt x="4687884" y="6597324"/>
                </a:cubicBezTo>
                <a:cubicBezTo>
                  <a:pt x="4687884" y="6598917"/>
                  <a:pt x="4688199" y="6599235"/>
                  <a:pt x="4689768" y="6599235"/>
                </a:cubicBezTo>
                <a:cubicBezTo>
                  <a:pt x="4690395" y="6599235"/>
                  <a:pt x="4692590" y="6599235"/>
                  <a:pt x="4694788" y="6599235"/>
                </a:cubicBezTo>
                <a:cubicBezTo>
                  <a:pt x="4697295" y="6598917"/>
                  <a:pt x="4700433" y="6598917"/>
                  <a:pt x="4705139" y="6598917"/>
                </a:cubicBezTo>
                <a:cubicBezTo>
                  <a:pt x="4709218" y="6598917"/>
                  <a:pt x="4712670" y="6598917"/>
                  <a:pt x="4715179" y="6599235"/>
                </a:cubicBezTo>
                <a:cubicBezTo>
                  <a:pt x="4717374" y="6599235"/>
                  <a:pt x="4719572" y="6599235"/>
                  <a:pt x="4720199" y="6599235"/>
                </a:cubicBezTo>
                <a:cubicBezTo>
                  <a:pt x="4721455" y="6599235"/>
                  <a:pt x="4722082" y="6598917"/>
                  <a:pt x="4722082" y="6597324"/>
                </a:cubicBezTo>
                <a:cubicBezTo>
                  <a:pt x="4722082" y="6597324"/>
                  <a:pt x="4722082" y="6597324"/>
                  <a:pt x="4722082" y="6594775"/>
                </a:cubicBezTo>
                <a:cubicBezTo>
                  <a:pt x="4722082" y="6592545"/>
                  <a:pt x="4721455" y="6592226"/>
                  <a:pt x="4718630" y="6591589"/>
                </a:cubicBezTo>
                <a:cubicBezTo>
                  <a:pt x="4714552" y="6590634"/>
                  <a:pt x="4713299" y="6589359"/>
                  <a:pt x="4713299" y="6586173"/>
                </a:cubicBezTo>
                <a:cubicBezTo>
                  <a:pt x="4713299" y="6582032"/>
                  <a:pt x="4712983" y="6570244"/>
                  <a:pt x="4712983" y="6563236"/>
                </a:cubicBezTo>
                <a:lnTo>
                  <a:pt x="4712983" y="6556864"/>
                </a:lnTo>
                <a:cubicBezTo>
                  <a:pt x="4712983" y="6555271"/>
                  <a:pt x="4713612" y="6554315"/>
                  <a:pt x="4714552" y="6554315"/>
                </a:cubicBezTo>
                <a:cubicBezTo>
                  <a:pt x="4714552" y="6554315"/>
                  <a:pt x="4714552" y="6554315"/>
                  <a:pt x="4716434" y="6554634"/>
                </a:cubicBezTo>
                <a:cubicBezTo>
                  <a:pt x="4716434" y="6554634"/>
                  <a:pt x="4716750" y="6554634"/>
                  <a:pt x="4717374" y="6554315"/>
                </a:cubicBezTo>
                <a:cubicBezTo>
                  <a:pt x="4717374" y="6554315"/>
                  <a:pt x="4717374" y="6554315"/>
                  <a:pt x="4718317" y="6554315"/>
                </a:cubicBezTo>
                <a:cubicBezTo>
                  <a:pt x="4721455" y="6554315"/>
                  <a:pt x="4721770" y="6554952"/>
                  <a:pt x="4723964" y="6559731"/>
                </a:cubicBezTo>
                <a:cubicBezTo>
                  <a:pt x="4728671" y="6569289"/>
                  <a:pt x="4737456" y="6588403"/>
                  <a:pt x="4738398" y="6591271"/>
                </a:cubicBezTo>
                <a:cubicBezTo>
                  <a:pt x="4741536" y="6599235"/>
                  <a:pt x="4741536" y="6599235"/>
                  <a:pt x="4744045" y="6599235"/>
                </a:cubicBezTo>
                <a:cubicBezTo>
                  <a:pt x="4744045" y="6599235"/>
                  <a:pt x="4744045" y="6599235"/>
                  <a:pt x="4746241" y="6599235"/>
                </a:cubicBezTo>
                <a:cubicBezTo>
                  <a:pt x="4749062" y="6599235"/>
                  <a:pt x="4751886" y="6599235"/>
                  <a:pt x="4753771" y="6599235"/>
                </a:cubicBezTo>
                <a:cubicBezTo>
                  <a:pt x="4756906" y="6599235"/>
                  <a:pt x="4761299" y="6599235"/>
                  <a:pt x="4764125" y="6599235"/>
                </a:cubicBezTo>
                <a:cubicBezTo>
                  <a:pt x="4764125" y="6599235"/>
                  <a:pt x="4764125" y="6599235"/>
                  <a:pt x="4765065" y="6599235"/>
                </a:cubicBezTo>
                <a:cubicBezTo>
                  <a:pt x="4766633" y="6599235"/>
                  <a:pt x="4767260" y="6598598"/>
                  <a:pt x="4767260" y="6597642"/>
                </a:cubicBezTo>
                <a:cubicBezTo>
                  <a:pt x="4767260" y="6597642"/>
                  <a:pt x="4767260" y="6597642"/>
                  <a:pt x="4767260" y="6595094"/>
                </a:cubicBezTo>
                <a:cubicBezTo>
                  <a:pt x="4767260" y="6593182"/>
                  <a:pt x="4767260" y="6592864"/>
                  <a:pt x="4764748" y="6592226"/>
                </a:cubicBezTo>
                <a:cubicBezTo>
                  <a:pt x="4760986" y="6591271"/>
                  <a:pt x="4759101" y="6589996"/>
                  <a:pt x="4755652" y="6584899"/>
                </a:cubicBezTo>
                <a:cubicBezTo>
                  <a:pt x="4751259" y="6578527"/>
                  <a:pt x="4742476" y="6562917"/>
                  <a:pt x="4739653" y="6556864"/>
                </a:cubicBezTo>
                <a:cubicBezTo>
                  <a:pt x="4739338" y="6555590"/>
                  <a:pt x="4738711" y="6554315"/>
                  <a:pt x="4737769" y="6552722"/>
                </a:cubicBezTo>
                <a:cubicBezTo>
                  <a:pt x="4737456" y="6552404"/>
                  <a:pt x="4737144" y="6552085"/>
                  <a:pt x="4737144" y="6551767"/>
                </a:cubicBezTo>
                <a:cubicBezTo>
                  <a:pt x="4737144" y="6551129"/>
                  <a:pt x="4737456" y="6551129"/>
                  <a:pt x="4740280" y="6550174"/>
                </a:cubicBezTo>
                <a:cubicBezTo>
                  <a:pt x="4748749" y="6547944"/>
                  <a:pt x="4755026" y="6538386"/>
                  <a:pt x="4755026" y="6528510"/>
                </a:cubicBezTo>
                <a:cubicBezTo>
                  <a:pt x="4755026" y="6522457"/>
                  <a:pt x="4752514" y="6516404"/>
                  <a:pt x="4748749" y="6512262"/>
                </a:cubicBezTo>
                <a:cubicBezTo>
                  <a:pt x="4744357" y="6507484"/>
                  <a:pt x="4738398" y="6505572"/>
                  <a:pt x="4729300" y="6505572"/>
                </a:cubicBezTo>
                <a:cubicBezTo>
                  <a:pt x="4727102" y="6505572"/>
                  <a:pt x="4724908" y="6505572"/>
                  <a:pt x="4722397" y="6505572"/>
                </a:cubicBezTo>
                <a:cubicBezTo>
                  <a:pt x="4710472" y="6506209"/>
                  <a:pt x="4710472" y="6506209"/>
                  <a:pt x="4704198" y="6506209"/>
                </a:cubicBezTo>
                <a:cubicBezTo>
                  <a:pt x="4700122" y="6506209"/>
                  <a:pt x="4696984" y="6505891"/>
                  <a:pt x="4694788" y="6505891"/>
                </a:cubicBezTo>
                <a:cubicBezTo>
                  <a:pt x="4692590" y="6505572"/>
                  <a:pt x="4690708" y="6505572"/>
                  <a:pt x="4689454" y="6505572"/>
                </a:cubicBezTo>
                <a:close/>
                <a:moveTo>
                  <a:pt x="6126155" y="6505571"/>
                </a:moveTo>
                <a:cubicBezTo>
                  <a:pt x="6143721" y="6508311"/>
                  <a:pt x="6169591" y="6512269"/>
                  <a:pt x="6180130" y="6513791"/>
                </a:cubicBezTo>
                <a:cubicBezTo>
                  <a:pt x="6179172" y="6518358"/>
                  <a:pt x="6177895" y="6522925"/>
                  <a:pt x="6176617" y="6527796"/>
                </a:cubicBezTo>
                <a:cubicBezTo>
                  <a:pt x="6126155" y="6505571"/>
                  <a:pt x="6126155" y="6505571"/>
                  <a:pt x="6126155" y="6505571"/>
                </a:cubicBezTo>
                <a:close/>
                <a:moveTo>
                  <a:pt x="6089642" y="6505571"/>
                </a:moveTo>
                <a:cubicBezTo>
                  <a:pt x="6039201" y="6527796"/>
                  <a:pt x="6039201" y="6527796"/>
                  <a:pt x="6039201" y="6527796"/>
                </a:cubicBezTo>
                <a:cubicBezTo>
                  <a:pt x="6037916" y="6522925"/>
                  <a:pt x="6036631" y="6518358"/>
                  <a:pt x="6035667" y="6513791"/>
                </a:cubicBezTo>
                <a:cubicBezTo>
                  <a:pt x="6046269" y="6512269"/>
                  <a:pt x="6071973" y="6508311"/>
                  <a:pt x="6089642" y="6505571"/>
                </a:cubicBezTo>
                <a:close/>
                <a:moveTo>
                  <a:pt x="5258126" y="6505571"/>
                </a:moveTo>
                <a:cubicBezTo>
                  <a:pt x="5256850" y="6505571"/>
                  <a:pt x="5256209" y="6506208"/>
                  <a:pt x="5256209" y="6507801"/>
                </a:cubicBezTo>
                <a:cubicBezTo>
                  <a:pt x="5256209" y="6507801"/>
                  <a:pt x="5256209" y="6507801"/>
                  <a:pt x="5256209" y="6510350"/>
                </a:cubicBezTo>
                <a:cubicBezTo>
                  <a:pt x="5256209" y="6512261"/>
                  <a:pt x="5256850" y="6512580"/>
                  <a:pt x="5259726" y="6513217"/>
                </a:cubicBezTo>
                <a:cubicBezTo>
                  <a:pt x="5264202" y="6514491"/>
                  <a:pt x="5265161" y="6515447"/>
                  <a:pt x="5265481" y="6518632"/>
                </a:cubicBezTo>
                <a:cubicBezTo>
                  <a:pt x="5265481" y="6524048"/>
                  <a:pt x="5265481" y="6533605"/>
                  <a:pt x="5265481" y="6541569"/>
                </a:cubicBezTo>
                <a:lnTo>
                  <a:pt x="5265481" y="6554948"/>
                </a:lnTo>
                <a:cubicBezTo>
                  <a:pt x="5265481" y="6574381"/>
                  <a:pt x="5266439" y="6580433"/>
                  <a:pt x="5268996" y="6586167"/>
                </a:cubicBezTo>
                <a:cubicBezTo>
                  <a:pt x="5273792" y="6595724"/>
                  <a:pt x="5285301" y="6600821"/>
                  <a:pt x="5301288" y="6600821"/>
                </a:cubicBezTo>
                <a:cubicBezTo>
                  <a:pt x="5322069" y="6600821"/>
                  <a:pt x="5334538" y="6593176"/>
                  <a:pt x="5337734" y="6578840"/>
                </a:cubicBezTo>
                <a:cubicBezTo>
                  <a:pt x="5339012" y="6574062"/>
                  <a:pt x="5339012" y="6570239"/>
                  <a:pt x="5339012" y="6554630"/>
                </a:cubicBezTo>
                <a:cubicBezTo>
                  <a:pt x="5339012" y="6554630"/>
                  <a:pt x="5339012" y="6554630"/>
                  <a:pt x="5339012" y="6541569"/>
                </a:cubicBezTo>
                <a:cubicBezTo>
                  <a:pt x="5339012" y="6534242"/>
                  <a:pt x="5339333" y="6523092"/>
                  <a:pt x="5339333" y="6518632"/>
                </a:cubicBezTo>
                <a:cubicBezTo>
                  <a:pt x="5339652" y="6515447"/>
                  <a:pt x="5340291" y="6514491"/>
                  <a:pt x="5344768" y="6513217"/>
                </a:cubicBezTo>
                <a:cubicBezTo>
                  <a:pt x="5347645" y="6512580"/>
                  <a:pt x="5348284" y="6512261"/>
                  <a:pt x="5348284" y="6510350"/>
                </a:cubicBezTo>
                <a:cubicBezTo>
                  <a:pt x="5348284" y="6510350"/>
                  <a:pt x="5348284" y="6510350"/>
                  <a:pt x="5348284" y="6507801"/>
                </a:cubicBezTo>
                <a:cubicBezTo>
                  <a:pt x="5348284" y="6506208"/>
                  <a:pt x="5347965" y="6505571"/>
                  <a:pt x="5346686" y="6505571"/>
                </a:cubicBezTo>
                <a:cubicBezTo>
                  <a:pt x="5345727" y="6505571"/>
                  <a:pt x="5343489" y="6505571"/>
                  <a:pt x="5341251" y="6505890"/>
                </a:cubicBezTo>
                <a:cubicBezTo>
                  <a:pt x="5338694" y="6505890"/>
                  <a:pt x="5336456" y="6506208"/>
                  <a:pt x="5333578" y="6506208"/>
                </a:cubicBezTo>
                <a:cubicBezTo>
                  <a:pt x="5331021" y="6506208"/>
                  <a:pt x="5328463" y="6505890"/>
                  <a:pt x="5326225" y="6505890"/>
                </a:cubicBezTo>
                <a:cubicBezTo>
                  <a:pt x="5323987" y="6505571"/>
                  <a:pt x="5321749" y="6505571"/>
                  <a:pt x="5320789" y="6505571"/>
                </a:cubicBezTo>
                <a:cubicBezTo>
                  <a:pt x="5319511" y="6505571"/>
                  <a:pt x="5319193" y="6506208"/>
                  <a:pt x="5319193" y="6507801"/>
                </a:cubicBezTo>
                <a:cubicBezTo>
                  <a:pt x="5319193" y="6507801"/>
                  <a:pt x="5319193" y="6507801"/>
                  <a:pt x="5319193" y="6510350"/>
                </a:cubicBezTo>
                <a:cubicBezTo>
                  <a:pt x="5319193" y="6512261"/>
                  <a:pt x="5319511" y="6512580"/>
                  <a:pt x="5322708" y="6513217"/>
                </a:cubicBezTo>
                <a:cubicBezTo>
                  <a:pt x="5326864" y="6514491"/>
                  <a:pt x="5327824" y="6515447"/>
                  <a:pt x="5328143" y="6518632"/>
                </a:cubicBezTo>
                <a:cubicBezTo>
                  <a:pt x="5328143" y="6523729"/>
                  <a:pt x="5328143" y="6533923"/>
                  <a:pt x="5328143" y="6541569"/>
                </a:cubicBezTo>
                <a:cubicBezTo>
                  <a:pt x="5328143" y="6541569"/>
                  <a:pt x="5328143" y="6541569"/>
                  <a:pt x="5328143" y="6554948"/>
                </a:cubicBezTo>
                <a:cubicBezTo>
                  <a:pt x="5328143" y="6571832"/>
                  <a:pt x="5328143" y="6573743"/>
                  <a:pt x="5326545" y="6578840"/>
                </a:cubicBezTo>
                <a:cubicBezTo>
                  <a:pt x="5323667" y="6586805"/>
                  <a:pt x="5315993" y="6591264"/>
                  <a:pt x="5304804" y="6591264"/>
                </a:cubicBezTo>
                <a:cubicBezTo>
                  <a:pt x="5295852" y="6591264"/>
                  <a:pt x="5288500" y="6587442"/>
                  <a:pt x="5284983" y="6581070"/>
                </a:cubicBezTo>
                <a:cubicBezTo>
                  <a:pt x="5282745" y="6576929"/>
                  <a:pt x="5282105" y="6570876"/>
                  <a:pt x="5282105" y="6555585"/>
                </a:cubicBezTo>
                <a:cubicBezTo>
                  <a:pt x="5282105" y="6555585"/>
                  <a:pt x="5282105" y="6555585"/>
                  <a:pt x="5282105" y="6541569"/>
                </a:cubicBezTo>
                <a:cubicBezTo>
                  <a:pt x="5282105" y="6534879"/>
                  <a:pt x="5282105" y="6523092"/>
                  <a:pt x="5282105" y="6518632"/>
                </a:cubicBezTo>
                <a:cubicBezTo>
                  <a:pt x="5282426" y="6515447"/>
                  <a:pt x="5283384" y="6514491"/>
                  <a:pt x="5287862" y="6513217"/>
                </a:cubicBezTo>
                <a:cubicBezTo>
                  <a:pt x="5290417" y="6512580"/>
                  <a:pt x="5291057" y="6512261"/>
                  <a:pt x="5291057" y="6510350"/>
                </a:cubicBezTo>
                <a:cubicBezTo>
                  <a:pt x="5291057" y="6510350"/>
                  <a:pt x="5291057" y="6510350"/>
                  <a:pt x="5291057" y="6507801"/>
                </a:cubicBezTo>
                <a:cubicBezTo>
                  <a:pt x="5291057" y="6506208"/>
                  <a:pt x="5290739" y="6505571"/>
                  <a:pt x="5289458" y="6505571"/>
                </a:cubicBezTo>
                <a:cubicBezTo>
                  <a:pt x="5288500" y="6505571"/>
                  <a:pt x="5286261" y="6505571"/>
                  <a:pt x="5284344" y="6505890"/>
                </a:cubicBezTo>
                <a:cubicBezTo>
                  <a:pt x="5281466" y="6505890"/>
                  <a:pt x="5278270" y="6506208"/>
                  <a:pt x="5273472" y="6506208"/>
                </a:cubicBezTo>
                <a:cubicBezTo>
                  <a:pt x="5269638" y="6506208"/>
                  <a:pt x="5265801" y="6505890"/>
                  <a:pt x="5263242" y="6505890"/>
                </a:cubicBezTo>
                <a:cubicBezTo>
                  <a:pt x="5261005" y="6505571"/>
                  <a:pt x="5258767" y="6505571"/>
                  <a:pt x="5258126" y="6505571"/>
                </a:cubicBezTo>
                <a:close/>
                <a:moveTo>
                  <a:pt x="5751804" y="6503983"/>
                </a:moveTo>
                <a:cubicBezTo>
                  <a:pt x="5745852" y="6503983"/>
                  <a:pt x="5741981" y="6507793"/>
                  <a:pt x="5741981" y="6513508"/>
                </a:cubicBezTo>
                <a:cubicBezTo>
                  <a:pt x="5741981" y="6518906"/>
                  <a:pt x="5746148" y="6523033"/>
                  <a:pt x="5751209" y="6523033"/>
                </a:cubicBezTo>
                <a:cubicBezTo>
                  <a:pt x="5756568" y="6523033"/>
                  <a:pt x="5761031" y="6518906"/>
                  <a:pt x="5761031" y="6513191"/>
                </a:cubicBezTo>
                <a:cubicBezTo>
                  <a:pt x="5761031" y="6507793"/>
                  <a:pt x="5757163" y="6503983"/>
                  <a:pt x="5751804" y="6503983"/>
                </a:cubicBezTo>
                <a:close/>
                <a:moveTo>
                  <a:pt x="5456085" y="6503983"/>
                </a:moveTo>
                <a:cubicBezTo>
                  <a:pt x="5449634" y="6503983"/>
                  <a:pt x="5445121" y="6507793"/>
                  <a:pt x="5445121" y="6513508"/>
                </a:cubicBezTo>
                <a:cubicBezTo>
                  <a:pt x="5445121" y="6518906"/>
                  <a:pt x="5449634" y="6523033"/>
                  <a:pt x="5455439" y="6523033"/>
                </a:cubicBezTo>
                <a:cubicBezTo>
                  <a:pt x="5461244" y="6523033"/>
                  <a:pt x="5465759" y="6518906"/>
                  <a:pt x="5465759" y="6513191"/>
                </a:cubicBezTo>
                <a:cubicBezTo>
                  <a:pt x="5465759" y="6507793"/>
                  <a:pt x="5461889" y="6503983"/>
                  <a:pt x="5456085" y="6503983"/>
                </a:cubicBezTo>
                <a:close/>
                <a:moveTo>
                  <a:pt x="6221722" y="6500808"/>
                </a:moveTo>
                <a:cubicBezTo>
                  <a:pt x="6221087" y="6501761"/>
                  <a:pt x="6221087" y="6501761"/>
                  <a:pt x="6221087" y="6501761"/>
                </a:cubicBezTo>
                <a:cubicBezTo>
                  <a:pt x="6221722" y="6503348"/>
                  <a:pt x="6222357" y="6503348"/>
                  <a:pt x="6222992" y="6505571"/>
                </a:cubicBezTo>
                <a:cubicBezTo>
                  <a:pt x="6223627" y="6509063"/>
                  <a:pt x="6223627" y="6511286"/>
                  <a:pt x="6222675" y="6514778"/>
                </a:cubicBezTo>
                <a:cubicBezTo>
                  <a:pt x="6221087" y="6511286"/>
                  <a:pt x="6216960" y="6509698"/>
                  <a:pt x="6212515" y="6510968"/>
                </a:cubicBezTo>
                <a:cubicBezTo>
                  <a:pt x="6207117" y="6512556"/>
                  <a:pt x="6203942" y="6518271"/>
                  <a:pt x="6206482" y="6523351"/>
                </a:cubicBezTo>
                <a:cubicBezTo>
                  <a:pt x="6211880" y="6535733"/>
                  <a:pt x="6211880" y="6535733"/>
                  <a:pt x="6211880" y="6535733"/>
                </a:cubicBezTo>
                <a:cubicBezTo>
                  <a:pt x="6213467" y="6534781"/>
                  <a:pt x="6213467" y="6534781"/>
                  <a:pt x="6213467" y="6534781"/>
                </a:cubicBezTo>
                <a:cubicBezTo>
                  <a:pt x="6214102" y="6533511"/>
                  <a:pt x="6214102" y="6533511"/>
                  <a:pt x="6214102" y="6533511"/>
                </a:cubicBezTo>
                <a:cubicBezTo>
                  <a:pt x="6233152" y="6523668"/>
                  <a:pt x="6233152" y="6523668"/>
                  <a:pt x="6233152" y="6523668"/>
                </a:cubicBezTo>
                <a:cubicBezTo>
                  <a:pt x="6234740" y="6524621"/>
                  <a:pt x="6234740" y="6524621"/>
                  <a:pt x="6234740" y="6524621"/>
                </a:cubicBezTo>
                <a:cubicBezTo>
                  <a:pt x="6235692" y="6524303"/>
                  <a:pt x="6235692" y="6524303"/>
                  <a:pt x="6235692" y="6524303"/>
                </a:cubicBezTo>
                <a:lnTo>
                  <a:pt x="6232835" y="6518588"/>
                </a:lnTo>
                <a:cubicBezTo>
                  <a:pt x="6226485" y="6521763"/>
                  <a:pt x="6226485" y="6521763"/>
                  <a:pt x="6226485" y="6521763"/>
                </a:cubicBezTo>
                <a:cubicBezTo>
                  <a:pt x="6226485" y="6517001"/>
                  <a:pt x="6227755" y="6511603"/>
                  <a:pt x="6227120" y="6508746"/>
                </a:cubicBezTo>
                <a:cubicBezTo>
                  <a:pt x="6226167" y="6504618"/>
                  <a:pt x="6225215" y="6503666"/>
                  <a:pt x="6221722" y="6500808"/>
                </a:cubicBezTo>
                <a:close/>
                <a:moveTo>
                  <a:pt x="5203940" y="6499222"/>
                </a:moveTo>
                <a:lnTo>
                  <a:pt x="5185064" y="6501778"/>
                </a:lnTo>
                <a:cubicBezTo>
                  <a:pt x="5183179" y="6502097"/>
                  <a:pt x="5182549" y="6502417"/>
                  <a:pt x="5182549" y="6503695"/>
                </a:cubicBezTo>
                <a:cubicBezTo>
                  <a:pt x="5182549" y="6503695"/>
                  <a:pt x="5182549" y="6503695"/>
                  <a:pt x="5182549" y="6506251"/>
                </a:cubicBezTo>
                <a:cubicBezTo>
                  <a:pt x="5182549" y="6508167"/>
                  <a:pt x="5183179" y="6508487"/>
                  <a:pt x="5185379" y="6508806"/>
                </a:cubicBezTo>
                <a:cubicBezTo>
                  <a:pt x="5191041" y="6509765"/>
                  <a:pt x="5191357" y="6510084"/>
                  <a:pt x="5191357" y="6517112"/>
                </a:cubicBezTo>
                <a:cubicBezTo>
                  <a:pt x="5191357" y="6517112"/>
                  <a:pt x="5191357" y="6517112"/>
                  <a:pt x="5191671" y="6531488"/>
                </a:cubicBezTo>
                <a:cubicBezTo>
                  <a:pt x="5191671" y="6533725"/>
                  <a:pt x="5191671" y="6533725"/>
                  <a:pt x="5191671" y="6533725"/>
                </a:cubicBezTo>
                <a:cubicBezTo>
                  <a:pt x="5191671" y="6534683"/>
                  <a:pt x="5191357" y="6535961"/>
                  <a:pt x="5190728" y="6535961"/>
                </a:cubicBezTo>
                <a:cubicBezTo>
                  <a:pt x="5190728" y="6535961"/>
                  <a:pt x="5190099" y="6535642"/>
                  <a:pt x="5189785" y="6535322"/>
                </a:cubicBezTo>
                <a:cubicBezTo>
                  <a:pt x="5188209" y="6534364"/>
                  <a:pt x="5181291" y="6532766"/>
                  <a:pt x="5177830" y="6532766"/>
                </a:cubicBezTo>
                <a:cubicBezTo>
                  <a:pt x="5160529" y="6532766"/>
                  <a:pt x="5148260" y="6547462"/>
                  <a:pt x="5148260" y="6569186"/>
                </a:cubicBezTo>
                <a:cubicBezTo>
                  <a:pt x="5148260" y="6587715"/>
                  <a:pt x="5158640" y="6601132"/>
                  <a:pt x="5172483" y="6601132"/>
                </a:cubicBezTo>
                <a:cubicBezTo>
                  <a:pt x="5176885" y="6601132"/>
                  <a:pt x="5180345" y="6600174"/>
                  <a:pt x="5184122" y="6597299"/>
                </a:cubicBezTo>
                <a:cubicBezTo>
                  <a:pt x="5186322" y="6595701"/>
                  <a:pt x="5189785" y="6592826"/>
                  <a:pt x="5190728" y="6591868"/>
                </a:cubicBezTo>
                <a:cubicBezTo>
                  <a:pt x="5191357" y="6591229"/>
                  <a:pt x="5191988" y="6591229"/>
                  <a:pt x="5191988" y="6591229"/>
                </a:cubicBezTo>
                <a:cubicBezTo>
                  <a:pt x="5192930" y="6591229"/>
                  <a:pt x="5192930" y="6591229"/>
                  <a:pt x="5193245" y="6594424"/>
                </a:cubicBezTo>
                <a:cubicBezTo>
                  <a:pt x="5193245" y="6594424"/>
                  <a:pt x="5193245" y="6594424"/>
                  <a:pt x="5193560" y="6600174"/>
                </a:cubicBezTo>
                <a:cubicBezTo>
                  <a:pt x="5193560" y="6601771"/>
                  <a:pt x="5194187" y="6602410"/>
                  <a:pt x="5195133" y="6602410"/>
                </a:cubicBezTo>
                <a:cubicBezTo>
                  <a:pt x="5195446" y="6602410"/>
                  <a:pt x="5196390" y="6602410"/>
                  <a:pt x="5197333" y="6602091"/>
                </a:cubicBezTo>
                <a:cubicBezTo>
                  <a:pt x="5197333" y="6602091"/>
                  <a:pt x="5197333" y="6602091"/>
                  <a:pt x="5214008" y="6598896"/>
                </a:cubicBezTo>
                <a:cubicBezTo>
                  <a:pt x="5216208" y="6598577"/>
                  <a:pt x="5216522" y="6597938"/>
                  <a:pt x="5216522" y="6596660"/>
                </a:cubicBezTo>
                <a:cubicBezTo>
                  <a:pt x="5216522" y="6596660"/>
                  <a:pt x="5216522" y="6596660"/>
                  <a:pt x="5216522" y="6594424"/>
                </a:cubicBezTo>
                <a:cubicBezTo>
                  <a:pt x="5216522" y="6593465"/>
                  <a:pt x="5215895" y="6592826"/>
                  <a:pt x="5214636" y="6592826"/>
                </a:cubicBezTo>
                <a:cubicBezTo>
                  <a:pt x="5209287" y="6592187"/>
                  <a:pt x="5208346" y="6591868"/>
                  <a:pt x="5207399" y="6589312"/>
                </a:cubicBezTo>
                <a:cubicBezTo>
                  <a:pt x="5206459" y="6587395"/>
                  <a:pt x="5206141" y="6583242"/>
                  <a:pt x="5206141" y="6565671"/>
                </a:cubicBezTo>
                <a:cubicBezTo>
                  <a:pt x="5206141" y="6565671"/>
                  <a:pt x="5206141" y="6565671"/>
                  <a:pt x="5206141" y="6542031"/>
                </a:cubicBezTo>
                <a:cubicBezTo>
                  <a:pt x="5206141" y="6542031"/>
                  <a:pt x="5206141" y="6542031"/>
                  <a:pt x="5207085" y="6501459"/>
                </a:cubicBezTo>
                <a:cubicBezTo>
                  <a:pt x="5207085" y="6499861"/>
                  <a:pt x="5206459" y="6499222"/>
                  <a:pt x="5205512" y="6499222"/>
                </a:cubicBezTo>
                <a:cubicBezTo>
                  <a:pt x="5205201" y="6499222"/>
                  <a:pt x="5204568" y="6499222"/>
                  <a:pt x="5203940" y="6499222"/>
                </a:cubicBezTo>
                <a:close/>
                <a:moveTo>
                  <a:pt x="4939540" y="6499222"/>
                </a:moveTo>
                <a:cubicBezTo>
                  <a:pt x="4939540" y="6499222"/>
                  <a:pt x="4939540" y="6499222"/>
                  <a:pt x="4937048" y="6499540"/>
                </a:cubicBezTo>
                <a:cubicBezTo>
                  <a:pt x="4937048" y="6499540"/>
                  <a:pt x="4937048" y="6499540"/>
                  <a:pt x="4918664" y="6502397"/>
                </a:cubicBezTo>
                <a:cubicBezTo>
                  <a:pt x="4916795" y="6502715"/>
                  <a:pt x="4916484" y="6503032"/>
                  <a:pt x="4916484" y="6504302"/>
                </a:cubicBezTo>
                <a:cubicBezTo>
                  <a:pt x="4916484" y="6504302"/>
                  <a:pt x="4916484" y="6504302"/>
                  <a:pt x="4916484" y="6506525"/>
                </a:cubicBezTo>
                <a:cubicBezTo>
                  <a:pt x="4916484" y="6508112"/>
                  <a:pt x="4917107" y="6508747"/>
                  <a:pt x="4920222" y="6508747"/>
                </a:cubicBezTo>
                <a:cubicBezTo>
                  <a:pt x="4923960" y="6509382"/>
                  <a:pt x="4925208" y="6510335"/>
                  <a:pt x="4925520" y="6513510"/>
                </a:cubicBezTo>
                <a:cubicBezTo>
                  <a:pt x="4925831" y="6516050"/>
                  <a:pt x="4925831" y="6529067"/>
                  <a:pt x="4925831" y="6540497"/>
                </a:cubicBezTo>
                <a:lnTo>
                  <a:pt x="4925831" y="6547800"/>
                </a:lnTo>
                <a:cubicBezTo>
                  <a:pt x="4925831" y="6563992"/>
                  <a:pt x="4925520" y="6577962"/>
                  <a:pt x="4925520" y="6589392"/>
                </a:cubicBezTo>
                <a:cubicBezTo>
                  <a:pt x="4925520" y="6589392"/>
                  <a:pt x="4925520" y="6589392"/>
                  <a:pt x="4925520" y="6590980"/>
                </a:cubicBezTo>
                <a:cubicBezTo>
                  <a:pt x="4925520" y="6593202"/>
                  <a:pt x="4926143" y="6594155"/>
                  <a:pt x="4927700" y="6595107"/>
                </a:cubicBezTo>
                <a:cubicBezTo>
                  <a:pt x="4932996" y="6598282"/>
                  <a:pt x="4942344" y="6600822"/>
                  <a:pt x="4949199" y="6600822"/>
                </a:cubicBezTo>
                <a:cubicBezTo>
                  <a:pt x="4969452" y="6600822"/>
                  <a:pt x="4983161" y="6585900"/>
                  <a:pt x="4983161" y="6563675"/>
                </a:cubicBezTo>
                <a:cubicBezTo>
                  <a:pt x="4983161" y="6544625"/>
                  <a:pt x="4973811" y="6532877"/>
                  <a:pt x="4959168" y="6532877"/>
                </a:cubicBezTo>
                <a:cubicBezTo>
                  <a:pt x="4952937" y="6532877"/>
                  <a:pt x="4949822" y="6534147"/>
                  <a:pt x="4945770" y="6538592"/>
                </a:cubicBezTo>
                <a:cubicBezTo>
                  <a:pt x="4942967" y="6541767"/>
                  <a:pt x="4941409" y="6543355"/>
                  <a:pt x="4940786" y="6543355"/>
                </a:cubicBezTo>
                <a:cubicBezTo>
                  <a:pt x="4940475" y="6543355"/>
                  <a:pt x="4940163" y="6543037"/>
                  <a:pt x="4940163" y="6542402"/>
                </a:cubicBezTo>
                <a:cubicBezTo>
                  <a:pt x="4940163" y="6542402"/>
                  <a:pt x="4940163" y="6542402"/>
                  <a:pt x="4940163" y="6541767"/>
                </a:cubicBezTo>
                <a:cubicBezTo>
                  <a:pt x="4940163" y="6541767"/>
                  <a:pt x="4940163" y="6541767"/>
                  <a:pt x="4940163" y="6539227"/>
                </a:cubicBezTo>
                <a:cubicBezTo>
                  <a:pt x="4940475" y="6535417"/>
                  <a:pt x="4940475" y="6529385"/>
                  <a:pt x="4940475" y="6521130"/>
                </a:cubicBezTo>
                <a:cubicBezTo>
                  <a:pt x="4940475" y="6510335"/>
                  <a:pt x="4940786" y="6506525"/>
                  <a:pt x="4940786" y="6503350"/>
                </a:cubicBezTo>
                <a:cubicBezTo>
                  <a:pt x="4941098" y="6502397"/>
                  <a:pt x="4941098" y="6501762"/>
                  <a:pt x="4941098" y="6501445"/>
                </a:cubicBezTo>
                <a:cubicBezTo>
                  <a:pt x="4941098" y="6500175"/>
                  <a:pt x="4940475" y="6499222"/>
                  <a:pt x="4939540" y="6499222"/>
                </a:cubicBezTo>
                <a:close/>
                <a:moveTo>
                  <a:pt x="4898522" y="6499222"/>
                </a:moveTo>
                <a:lnTo>
                  <a:pt x="4879530" y="6501778"/>
                </a:lnTo>
                <a:cubicBezTo>
                  <a:pt x="4877603" y="6502097"/>
                  <a:pt x="4876959" y="6502417"/>
                  <a:pt x="4876959" y="6503695"/>
                </a:cubicBezTo>
                <a:cubicBezTo>
                  <a:pt x="4876959" y="6503695"/>
                  <a:pt x="4876959" y="6503695"/>
                  <a:pt x="4876959" y="6506251"/>
                </a:cubicBezTo>
                <a:cubicBezTo>
                  <a:pt x="4876959" y="6508167"/>
                  <a:pt x="4877603" y="6508487"/>
                  <a:pt x="4879852" y="6508806"/>
                </a:cubicBezTo>
                <a:cubicBezTo>
                  <a:pt x="4885650" y="6509765"/>
                  <a:pt x="4885972" y="6510084"/>
                  <a:pt x="4885972" y="6517112"/>
                </a:cubicBezTo>
                <a:cubicBezTo>
                  <a:pt x="4885972" y="6517112"/>
                  <a:pt x="4885972" y="6517112"/>
                  <a:pt x="4886292" y="6531488"/>
                </a:cubicBezTo>
                <a:cubicBezTo>
                  <a:pt x="4886292" y="6533725"/>
                  <a:pt x="4886292" y="6533725"/>
                  <a:pt x="4886292" y="6533725"/>
                </a:cubicBezTo>
                <a:cubicBezTo>
                  <a:pt x="4886292" y="6534683"/>
                  <a:pt x="4885972" y="6535961"/>
                  <a:pt x="4885328" y="6535961"/>
                </a:cubicBezTo>
                <a:cubicBezTo>
                  <a:pt x="4885328" y="6535961"/>
                  <a:pt x="4884684" y="6535642"/>
                  <a:pt x="4884360" y="6535322"/>
                </a:cubicBezTo>
                <a:cubicBezTo>
                  <a:pt x="4882750" y="6534364"/>
                  <a:pt x="4875669" y="6532766"/>
                  <a:pt x="4872127" y="6532766"/>
                </a:cubicBezTo>
                <a:cubicBezTo>
                  <a:pt x="4854423" y="6532766"/>
                  <a:pt x="4841871" y="6547462"/>
                  <a:pt x="4841871" y="6569186"/>
                </a:cubicBezTo>
                <a:cubicBezTo>
                  <a:pt x="4841871" y="6587715"/>
                  <a:pt x="4852493" y="6601132"/>
                  <a:pt x="4866980" y="6601132"/>
                </a:cubicBezTo>
                <a:cubicBezTo>
                  <a:pt x="4871161" y="6601132"/>
                  <a:pt x="4874703" y="6600174"/>
                  <a:pt x="4878566" y="6597299"/>
                </a:cubicBezTo>
                <a:cubicBezTo>
                  <a:pt x="4880818" y="6595701"/>
                  <a:pt x="4884360" y="6592826"/>
                  <a:pt x="4885328" y="6591868"/>
                </a:cubicBezTo>
                <a:cubicBezTo>
                  <a:pt x="4885972" y="6591229"/>
                  <a:pt x="4886614" y="6591229"/>
                  <a:pt x="4886614" y="6591229"/>
                </a:cubicBezTo>
                <a:cubicBezTo>
                  <a:pt x="4887580" y="6591229"/>
                  <a:pt x="4887580" y="6591229"/>
                  <a:pt x="4887899" y="6594424"/>
                </a:cubicBezTo>
                <a:cubicBezTo>
                  <a:pt x="4887899" y="6594424"/>
                  <a:pt x="4887899" y="6594424"/>
                  <a:pt x="4888221" y="6600174"/>
                </a:cubicBezTo>
                <a:cubicBezTo>
                  <a:pt x="4888221" y="6601771"/>
                  <a:pt x="4888865" y="6602410"/>
                  <a:pt x="4889831" y="6602410"/>
                </a:cubicBezTo>
                <a:cubicBezTo>
                  <a:pt x="4890153" y="6602410"/>
                  <a:pt x="4891119" y="6602410"/>
                  <a:pt x="4892085" y="6602091"/>
                </a:cubicBezTo>
                <a:cubicBezTo>
                  <a:pt x="4892085" y="6602091"/>
                  <a:pt x="4892085" y="6602091"/>
                  <a:pt x="4909145" y="6598896"/>
                </a:cubicBezTo>
                <a:cubicBezTo>
                  <a:pt x="4911399" y="6598577"/>
                  <a:pt x="4911721" y="6597938"/>
                  <a:pt x="4911721" y="6596660"/>
                </a:cubicBezTo>
                <a:cubicBezTo>
                  <a:pt x="4911721" y="6596660"/>
                  <a:pt x="4911721" y="6596660"/>
                  <a:pt x="4911721" y="6594424"/>
                </a:cubicBezTo>
                <a:cubicBezTo>
                  <a:pt x="4911721" y="6593465"/>
                  <a:pt x="4911077" y="6592826"/>
                  <a:pt x="4910113" y="6592826"/>
                </a:cubicBezTo>
                <a:cubicBezTo>
                  <a:pt x="4904318" y="6592187"/>
                  <a:pt x="4903352" y="6591868"/>
                  <a:pt x="4902066" y="6589312"/>
                </a:cubicBezTo>
                <a:cubicBezTo>
                  <a:pt x="4901420" y="6587395"/>
                  <a:pt x="4901098" y="6583242"/>
                  <a:pt x="4901098" y="6565671"/>
                </a:cubicBezTo>
                <a:cubicBezTo>
                  <a:pt x="4901098" y="6565671"/>
                  <a:pt x="4901098" y="6565671"/>
                  <a:pt x="4901098" y="6542031"/>
                </a:cubicBezTo>
                <a:cubicBezTo>
                  <a:pt x="4901098" y="6542031"/>
                  <a:pt x="4901098" y="6542031"/>
                  <a:pt x="4902066" y="6501459"/>
                </a:cubicBezTo>
                <a:cubicBezTo>
                  <a:pt x="4902066" y="6499861"/>
                  <a:pt x="4901420" y="6499222"/>
                  <a:pt x="4900132" y="6499222"/>
                </a:cubicBezTo>
                <a:cubicBezTo>
                  <a:pt x="4900132" y="6499222"/>
                  <a:pt x="4899166" y="6499222"/>
                  <a:pt x="4898522" y="6499222"/>
                </a:cubicBezTo>
                <a:close/>
                <a:moveTo>
                  <a:pt x="6032809" y="6467471"/>
                </a:moveTo>
                <a:cubicBezTo>
                  <a:pt x="6068221" y="6467471"/>
                  <a:pt x="6068221" y="6467471"/>
                  <a:pt x="6068221" y="6467471"/>
                </a:cubicBezTo>
                <a:cubicBezTo>
                  <a:pt x="6077706" y="6467471"/>
                  <a:pt x="6078655" y="6468758"/>
                  <a:pt x="6078971" y="6469080"/>
                </a:cubicBezTo>
                <a:cubicBezTo>
                  <a:pt x="6079920" y="6469723"/>
                  <a:pt x="6079920" y="6471331"/>
                  <a:pt x="6078971" y="6471974"/>
                </a:cubicBezTo>
                <a:cubicBezTo>
                  <a:pt x="6077074" y="6473261"/>
                  <a:pt x="6073597" y="6474869"/>
                  <a:pt x="6073597" y="6479694"/>
                </a:cubicBezTo>
                <a:cubicBezTo>
                  <a:pt x="6073597" y="6479694"/>
                  <a:pt x="6073597" y="6480016"/>
                  <a:pt x="6073597" y="6480016"/>
                </a:cubicBezTo>
                <a:cubicBezTo>
                  <a:pt x="6073597" y="6483876"/>
                  <a:pt x="6077074" y="6485162"/>
                  <a:pt x="6084979" y="6488700"/>
                </a:cubicBezTo>
                <a:cubicBezTo>
                  <a:pt x="6087508" y="6489344"/>
                  <a:pt x="6095413" y="6492560"/>
                  <a:pt x="6095413" y="6492560"/>
                </a:cubicBezTo>
                <a:cubicBezTo>
                  <a:pt x="6097310" y="6491595"/>
                  <a:pt x="6097310" y="6491595"/>
                  <a:pt x="6097310" y="6491595"/>
                </a:cubicBezTo>
                <a:cubicBezTo>
                  <a:pt x="6099839" y="6490309"/>
                  <a:pt x="6106163" y="6486127"/>
                  <a:pt x="6106163" y="6479051"/>
                </a:cubicBezTo>
                <a:cubicBezTo>
                  <a:pt x="6106163" y="6478086"/>
                  <a:pt x="6105847" y="6477443"/>
                  <a:pt x="6105847" y="6476799"/>
                </a:cubicBezTo>
                <a:cubicBezTo>
                  <a:pt x="6105530" y="6475834"/>
                  <a:pt x="6105214" y="6475191"/>
                  <a:pt x="6104898" y="6474548"/>
                </a:cubicBezTo>
                <a:cubicBezTo>
                  <a:pt x="6104898" y="6474226"/>
                  <a:pt x="6104898" y="6474226"/>
                  <a:pt x="6104898" y="6474226"/>
                </a:cubicBezTo>
                <a:cubicBezTo>
                  <a:pt x="6103633" y="6471974"/>
                  <a:pt x="6102052" y="6471331"/>
                  <a:pt x="6102052" y="6471331"/>
                </a:cubicBezTo>
                <a:cubicBezTo>
                  <a:pt x="6102052" y="6471331"/>
                  <a:pt x="6102685" y="6467793"/>
                  <a:pt x="6107428" y="6467471"/>
                </a:cubicBezTo>
                <a:cubicBezTo>
                  <a:pt x="6107744" y="6467471"/>
                  <a:pt x="6107744" y="6467471"/>
                  <a:pt x="6108060" y="6467471"/>
                </a:cubicBezTo>
                <a:cubicBezTo>
                  <a:pt x="6108060" y="6467471"/>
                  <a:pt x="6108376" y="6467471"/>
                  <a:pt x="6108376" y="6467471"/>
                </a:cubicBezTo>
                <a:cubicBezTo>
                  <a:pt x="6110906" y="6467471"/>
                  <a:pt x="6112486" y="6469401"/>
                  <a:pt x="6112486" y="6471653"/>
                </a:cubicBezTo>
                <a:cubicBezTo>
                  <a:pt x="6112486" y="6474548"/>
                  <a:pt x="6110589" y="6475191"/>
                  <a:pt x="6110589" y="6479051"/>
                </a:cubicBezTo>
                <a:cubicBezTo>
                  <a:pt x="6110589" y="6486127"/>
                  <a:pt x="6116597" y="6490309"/>
                  <a:pt x="6119126" y="6491595"/>
                </a:cubicBezTo>
                <a:cubicBezTo>
                  <a:pt x="6121023" y="6492560"/>
                  <a:pt x="6121023" y="6492560"/>
                  <a:pt x="6121023" y="6492560"/>
                </a:cubicBezTo>
                <a:cubicBezTo>
                  <a:pt x="6121023" y="6492560"/>
                  <a:pt x="6129244" y="6489344"/>
                  <a:pt x="6131774" y="6488700"/>
                </a:cubicBezTo>
                <a:cubicBezTo>
                  <a:pt x="6139678" y="6485162"/>
                  <a:pt x="6143156" y="6483876"/>
                  <a:pt x="6143156" y="6480016"/>
                </a:cubicBezTo>
                <a:cubicBezTo>
                  <a:pt x="6143156" y="6480016"/>
                  <a:pt x="6143156" y="6479694"/>
                  <a:pt x="6143156" y="6479694"/>
                </a:cubicBezTo>
                <a:cubicBezTo>
                  <a:pt x="6143156" y="6474869"/>
                  <a:pt x="6139994" y="6473261"/>
                  <a:pt x="6137781" y="6471974"/>
                </a:cubicBezTo>
                <a:cubicBezTo>
                  <a:pt x="6136832" y="6471331"/>
                  <a:pt x="6136832" y="6469723"/>
                  <a:pt x="6137781" y="6469080"/>
                </a:cubicBezTo>
                <a:cubicBezTo>
                  <a:pt x="6138097" y="6468758"/>
                  <a:pt x="6139046" y="6467471"/>
                  <a:pt x="6148531" y="6467471"/>
                </a:cubicBezTo>
                <a:cubicBezTo>
                  <a:pt x="6184576" y="6467471"/>
                  <a:pt x="6184576" y="6467471"/>
                  <a:pt x="6184576" y="6467471"/>
                </a:cubicBezTo>
                <a:cubicBezTo>
                  <a:pt x="6184892" y="6470366"/>
                  <a:pt x="6184892" y="6473261"/>
                  <a:pt x="6184892" y="6476478"/>
                </a:cubicBezTo>
                <a:cubicBezTo>
                  <a:pt x="6184892" y="6484841"/>
                  <a:pt x="6183944" y="6494168"/>
                  <a:pt x="6182363" y="6504461"/>
                </a:cubicBezTo>
                <a:cubicBezTo>
                  <a:pt x="6122920" y="6495133"/>
                  <a:pt x="6122920" y="6495133"/>
                  <a:pt x="6122920" y="6495133"/>
                </a:cubicBezTo>
                <a:cubicBezTo>
                  <a:pt x="6123869" y="6496742"/>
                  <a:pt x="6124185" y="6498993"/>
                  <a:pt x="6124185" y="6500923"/>
                </a:cubicBezTo>
                <a:cubicBezTo>
                  <a:pt x="6124185" y="6509608"/>
                  <a:pt x="6117545" y="6516684"/>
                  <a:pt x="6109008" y="6516684"/>
                </a:cubicBezTo>
                <a:cubicBezTo>
                  <a:pt x="6108692" y="6516684"/>
                  <a:pt x="6108692" y="6516684"/>
                  <a:pt x="6108376" y="6516684"/>
                </a:cubicBezTo>
                <a:cubicBezTo>
                  <a:pt x="6108060" y="6516684"/>
                  <a:pt x="6108060" y="6516684"/>
                  <a:pt x="6107744" y="6516684"/>
                </a:cubicBezTo>
                <a:cubicBezTo>
                  <a:pt x="6099523" y="6516684"/>
                  <a:pt x="6092883" y="6509608"/>
                  <a:pt x="6092883" y="6500923"/>
                </a:cubicBezTo>
                <a:cubicBezTo>
                  <a:pt x="6092883" y="6498993"/>
                  <a:pt x="6093515" y="6496742"/>
                  <a:pt x="6094148" y="6495133"/>
                </a:cubicBezTo>
                <a:cubicBezTo>
                  <a:pt x="6035022" y="6504461"/>
                  <a:pt x="6035022" y="6504461"/>
                  <a:pt x="6035022" y="6504461"/>
                </a:cubicBezTo>
                <a:cubicBezTo>
                  <a:pt x="6033441" y="6494168"/>
                  <a:pt x="6032492" y="6484841"/>
                  <a:pt x="6032492" y="6476478"/>
                </a:cubicBezTo>
                <a:cubicBezTo>
                  <a:pt x="6032492" y="6473261"/>
                  <a:pt x="6032809" y="6470366"/>
                  <a:pt x="6032809" y="6467471"/>
                </a:cubicBezTo>
                <a:close/>
                <a:moveTo>
                  <a:pt x="6035029" y="6454771"/>
                </a:moveTo>
                <a:cubicBezTo>
                  <a:pt x="6038506" y="6454771"/>
                  <a:pt x="6073283" y="6454771"/>
                  <a:pt x="6108377" y="6454771"/>
                </a:cubicBezTo>
                <a:cubicBezTo>
                  <a:pt x="6143786" y="6454771"/>
                  <a:pt x="6179195" y="6454771"/>
                  <a:pt x="6182357" y="6454771"/>
                </a:cubicBezTo>
                <a:cubicBezTo>
                  <a:pt x="6182673" y="6456070"/>
                  <a:pt x="6182989" y="6457694"/>
                  <a:pt x="6183305" y="6459317"/>
                </a:cubicBezTo>
                <a:cubicBezTo>
                  <a:pt x="6148528" y="6459317"/>
                  <a:pt x="6148528" y="6459317"/>
                  <a:pt x="6148528" y="6459317"/>
                </a:cubicBezTo>
                <a:cubicBezTo>
                  <a:pt x="6133669" y="6459317"/>
                  <a:pt x="6127346" y="6462889"/>
                  <a:pt x="6127346" y="6471656"/>
                </a:cubicBezTo>
                <a:cubicBezTo>
                  <a:pt x="6127346" y="6474579"/>
                  <a:pt x="6128927" y="6477501"/>
                  <a:pt x="6131456" y="6479450"/>
                </a:cubicBezTo>
                <a:cubicBezTo>
                  <a:pt x="6129559" y="6480099"/>
                  <a:pt x="6122604" y="6482697"/>
                  <a:pt x="6121655" y="6483346"/>
                </a:cubicBezTo>
                <a:cubicBezTo>
                  <a:pt x="6120707" y="6482372"/>
                  <a:pt x="6119126" y="6480749"/>
                  <a:pt x="6118810" y="6478476"/>
                </a:cubicBezTo>
                <a:cubicBezTo>
                  <a:pt x="6119442" y="6477177"/>
                  <a:pt x="6121023" y="6474904"/>
                  <a:pt x="6121023" y="6471332"/>
                </a:cubicBezTo>
                <a:cubicBezTo>
                  <a:pt x="6121023" y="6465812"/>
                  <a:pt x="6117545" y="6460291"/>
                  <a:pt x="6108060" y="6459967"/>
                </a:cubicBezTo>
                <a:cubicBezTo>
                  <a:pt x="6103950" y="6460291"/>
                  <a:pt x="6101105" y="6461590"/>
                  <a:pt x="6098892" y="6463214"/>
                </a:cubicBezTo>
                <a:cubicBezTo>
                  <a:pt x="6098892" y="6463539"/>
                  <a:pt x="6098892" y="6463539"/>
                  <a:pt x="6098576" y="6463863"/>
                </a:cubicBezTo>
                <a:cubicBezTo>
                  <a:pt x="6094782" y="6464837"/>
                  <a:pt x="6092253" y="6467435"/>
                  <a:pt x="6092253" y="6471007"/>
                </a:cubicBezTo>
                <a:cubicBezTo>
                  <a:pt x="6092253" y="6474904"/>
                  <a:pt x="6092253" y="6474904"/>
                  <a:pt x="6092253" y="6474904"/>
                </a:cubicBezTo>
                <a:cubicBezTo>
                  <a:pt x="6092253" y="6474904"/>
                  <a:pt x="6094150" y="6474904"/>
                  <a:pt x="6095098" y="6475553"/>
                </a:cubicBezTo>
                <a:cubicBezTo>
                  <a:pt x="6096363" y="6475878"/>
                  <a:pt x="6096679" y="6476527"/>
                  <a:pt x="6096995" y="6477177"/>
                </a:cubicBezTo>
                <a:cubicBezTo>
                  <a:pt x="6098260" y="6478800"/>
                  <a:pt x="6097311" y="6482047"/>
                  <a:pt x="6095098" y="6483346"/>
                </a:cubicBezTo>
                <a:cubicBezTo>
                  <a:pt x="6094150" y="6482697"/>
                  <a:pt x="6087195" y="6480099"/>
                  <a:pt x="6085297" y="6479450"/>
                </a:cubicBezTo>
                <a:cubicBezTo>
                  <a:pt x="6087827" y="6477501"/>
                  <a:pt x="6089407" y="6474579"/>
                  <a:pt x="6089407" y="6471656"/>
                </a:cubicBezTo>
                <a:cubicBezTo>
                  <a:pt x="6089407" y="6462889"/>
                  <a:pt x="6083084" y="6459317"/>
                  <a:pt x="6068225" y="6459317"/>
                </a:cubicBezTo>
                <a:cubicBezTo>
                  <a:pt x="6034080" y="6459317"/>
                  <a:pt x="6034080" y="6459317"/>
                  <a:pt x="6034080" y="6459317"/>
                </a:cubicBezTo>
                <a:cubicBezTo>
                  <a:pt x="6034396" y="6457694"/>
                  <a:pt x="6034713" y="6456070"/>
                  <a:pt x="6035029" y="6454771"/>
                </a:cubicBezTo>
                <a:close/>
                <a:moveTo>
                  <a:pt x="6146512" y="6416671"/>
                </a:moveTo>
                <a:cubicBezTo>
                  <a:pt x="6155010" y="6416671"/>
                  <a:pt x="6156317" y="6420524"/>
                  <a:pt x="6156317" y="6423414"/>
                </a:cubicBezTo>
                <a:cubicBezTo>
                  <a:pt x="6156317" y="6423414"/>
                  <a:pt x="6156317" y="6437541"/>
                  <a:pt x="6156317" y="6445246"/>
                </a:cubicBezTo>
                <a:cubicBezTo>
                  <a:pt x="6134092" y="6445246"/>
                  <a:pt x="6134092" y="6445246"/>
                  <a:pt x="6134092" y="6445246"/>
                </a:cubicBezTo>
                <a:cubicBezTo>
                  <a:pt x="6134092" y="6437541"/>
                  <a:pt x="6134092" y="6422450"/>
                  <a:pt x="6134092" y="6422450"/>
                </a:cubicBezTo>
                <a:cubicBezTo>
                  <a:pt x="6134092" y="6419561"/>
                  <a:pt x="6135073" y="6418919"/>
                  <a:pt x="6135400" y="6418598"/>
                </a:cubicBezTo>
                <a:cubicBezTo>
                  <a:pt x="6136707" y="6417634"/>
                  <a:pt x="6139648" y="6416671"/>
                  <a:pt x="6146512" y="6416671"/>
                </a:cubicBezTo>
                <a:close/>
                <a:moveTo>
                  <a:pt x="6070000" y="6416671"/>
                </a:moveTo>
                <a:cubicBezTo>
                  <a:pt x="6076470" y="6416671"/>
                  <a:pt x="6079242" y="6417634"/>
                  <a:pt x="6080473" y="6418598"/>
                </a:cubicBezTo>
                <a:cubicBezTo>
                  <a:pt x="6080781" y="6418919"/>
                  <a:pt x="6081705" y="6419561"/>
                  <a:pt x="6081705" y="6422450"/>
                </a:cubicBezTo>
                <a:cubicBezTo>
                  <a:pt x="6081705" y="6422450"/>
                  <a:pt x="6081705" y="6437541"/>
                  <a:pt x="6081705" y="6445246"/>
                </a:cubicBezTo>
                <a:cubicBezTo>
                  <a:pt x="6061067" y="6445246"/>
                  <a:pt x="6061067" y="6445246"/>
                  <a:pt x="6061067" y="6445246"/>
                </a:cubicBezTo>
                <a:cubicBezTo>
                  <a:pt x="6061067" y="6437541"/>
                  <a:pt x="6061067" y="6423414"/>
                  <a:pt x="6061067" y="6423414"/>
                </a:cubicBezTo>
                <a:cubicBezTo>
                  <a:pt x="6061067" y="6420524"/>
                  <a:pt x="6061991" y="6416671"/>
                  <a:pt x="6070000" y="6416671"/>
                </a:cubicBezTo>
                <a:close/>
                <a:moveTo>
                  <a:pt x="6108533" y="6408733"/>
                </a:moveTo>
                <a:cubicBezTo>
                  <a:pt x="6121669" y="6408733"/>
                  <a:pt x="6126155" y="6416036"/>
                  <a:pt x="6126155" y="6422703"/>
                </a:cubicBezTo>
                <a:cubicBezTo>
                  <a:pt x="6126155" y="6445246"/>
                  <a:pt x="6126155" y="6445246"/>
                  <a:pt x="6126155" y="6445246"/>
                </a:cubicBezTo>
                <a:cubicBezTo>
                  <a:pt x="6108533" y="6445246"/>
                  <a:pt x="6108533" y="6445246"/>
                  <a:pt x="6108533" y="6445246"/>
                </a:cubicBezTo>
                <a:cubicBezTo>
                  <a:pt x="6091230" y="6445246"/>
                  <a:pt x="6091230" y="6445246"/>
                  <a:pt x="6091230" y="6445246"/>
                </a:cubicBezTo>
                <a:cubicBezTo>
                  <a:pt x="6091230" y="6422703"/>
                  <a:pt x="6091230" y="6422703"/>
                  <a:pt x="6091230" y="6422703"/>
                </a:cubicBezTo>
                <a:cubicBezTo>
                  <a:pt x="6091230" y="6416036"/>
                  <a:pt x="6095717" y="6408733"/>
                  <a:pt x="6108533" y="6408733"/>
                </a:cubicBezTo>
                <a:close/>
                <a:moveTo>
                  <a:pt x="6118217" y="6397621"/>
                </a:moveTo>
                <a:cubicBezTo>
                  <a:pt x="6126356" y="6399209"/>
                  <a:pt x="6134182" y="6402701"/>
                  <a:pt x="6140442" y="6407781"/>
                </a:cubicBezTo>
                <a:cubicBezTo>
                  <a:pt x="6137312" y="6408099"/>
                  <a:pt x="6134182" y="6408734"/>
                  <a:pt x="6131364" y="6410321"/>
                </a:cubicBezTo>
                <a:cubicBezTo>
                  <a:pt x="6128547" y="6405559"/>
                  <a:pt x="6123852" y="6402384"/>
                  <a:pt x="6118217" y="6400479"/>
                </a:cubicBezTo>
                <a:cubicBezTo>
                  <a:pt x="6118217" y="6399526"/>
                  <a:pt x="6118217" y="6398574"/>
                  <a:pt x="6118217" y="6397621"/>
                </a:cubicBezTo>
                <a:close/>
                <a:moveTo>
                  <a:pt x="6097580" y="6397621"/>
                </a:moveTo>
                <a:cubicBezTo>
                  <a:pt x="6097580" y="6398574"/>
                  <a:pt x="6097580" y="6399526"/>
                  <a:pt x="6097580" y="6400479"/>
                </a:cubicBezTo>
                <a:cubicBezTo>
                  <a:pt x="6092183" y="6402384"/>
                  <a:pt x="6087738" y="6405559"/>
                  <a:pt x="6084563" y="6410321"/>
                </a:cubicBezTo>
                <a:cubicBezTo>
                  <a:pt x="6082023" y="6408734"/>
                  <a:pt x="6078848" y="6408099"/>
                  <a:pt x="6075355" y="6407781"/>
                </a:cubicBezTo>
                <a:cubicBezTo>
                  <a:pt x="6081705" y="6402701"/>
                  <a:pt x="6089643" y="6399209"/>
                  <a:pt x="6097580" y="6397621"/>
                </a:cubicBezTo>
                <a:close/>
                <a:moveTo>
                  <a:pt x="6104824" y="6365871"/>
                </a:moveTo>
                <a:cubicBezTo>
                  <a:pt x="6106119" y="6365871"/>
                  <a:pt x="6107090" y="6365871"/>
                  <a:pt x="6107737" y="6365871"/>
                </a:cubicBezTo>
                <a:cubicBezTo>
                  <a:pt x="6108708" y="6365871"/>
                  <a:pt x="6109679" y="6365871"/>
                  <a:pt x="6110650" y="6365871"/>
                </a:cubicBezTo>
                <a:cubicBezTo>
                  <a:pt x="6110650" y="6369718"/>
                  <a:pt x="6110650" y="6379335"/>
                  <a:pt x="6110650" y="6379335"/>
                </a:cubicBezTo>
                <a:cubicBezTo>
                  <a:pt x="6110650" y="6379335"/>
                  <a:pt x="6120361" y="6379335"/>
                  <a:pt x="6124568" y="6379335"/>
                </a:cubicBezTo>
                <a:cubicBezTo>
                  <a:pt x="6124568" y="6381899"/>
                  <a:pt x="6124568" y="6382861"/>
                  <a:pt x="6124568" y="6385425"/>
                </a:cubicBezTo>
                <a:cubicBezTo>
                  <a:pt x="6120361" y="6385425"/>
                  <a:pt x="6110650" y="6385425"/>
                  <a:pt x="6110650" y="6385425"/>
                </a:cubicBezTo>
                <a:cubicBezTo>
                  <a:pt x="6110650" y="6385425"/>
                  <a:pt x="6110650" y="6395042"/>
                  <a:pt x="6110650" y="6399209"/>
                </a:cubicBezTo>
                <a:cubicBezTo>
                  <a:pt x="6109679" y="6399209"/>
                  <a:pt x="6108708" y="6399209"/>
                  <a:pt x="6107737" y="6399209"/>
                </a:cubicBezTo>
                <a:cubicBezTo>
                  <a:pt x="6107090" y="6399209"/>
                  <a:pt x="6106119" y="6399209"/>
                  <a:pt x="6104824" y="6399209"/>
                </a:cubicBezTo>
                <a:cubicBezTo>
                  <a:pt x="6104824" y="6395042"/>
                  <a:pt x="6104824" y="6385425"/>
                  <a:pt x="6104824" y="6385425"/>
                </a:cubicBezTo>
                <a:cubicBezTo>
                  <a:pt x="6104824" y="6385425"/>
                  <a:pt x="6095114" y="6385425"/>
                  <a:pt x="6091230" y="6385425"/>
                </a:cubicBezTo>
                <a:cubicBezTo>
                  <a:pt x="6091230" y="6382861"/>
                  <a:pt x="6091230" y="6381899"/>
                  <a:pt x="6091230" y="6379335"/>
                </a:cubicBezTo>
                <a:cubicBezTo>
                  <a:pt x="6095114" y="6379335"/>
                  <a:pt x="6104824" y="6379335"/>
                  <a:pt x="6104824" y="6379335"/>
                </a:cubicBezTo>
                <a:cubicBezTo>
                  <a:pt x="6104824" y="6379335"/>
                  <a:pt x="6104824" y="6369718"/>
                  <a:pt x="6104824" y="6365871"/>
                </a:cubicBezTo>
                <a:close/>
                <a:moveTo>
                  <a:pt x="6098253" y="6359521"/>
                </a:moveTo>
                <a:cubicBezTo>
                  <a:pt x="6098253" y="6359521"/>
                  <a:pt x="6098253" y="6369027"/>
                  <a:pt x="6098253" y="6372830"/>
                </a:cubicBezTo>
                <a:cubicBezTo>
                  <a:pt x="6094774" y="6372830"/>
                  <a:pt x="6085284" y="6372830"/>
                  <a:pt x="6085284" y="6372830"/>
                </a:cubicBezTo>
                <a:cubicBezTo>
                  <a:pt x="6085284" y="6392793"/>
                  <a:pt x="6085284" y="6392793"/>
                  <a:pt x="6085284" y="6392793"/>
                </a:cubicBezTo>
                <a:cubicBezTo>
                  <a:pt x="6076110" y="6396595"/>
                  <a:pt x="6068202" y="6402299"/>
                  <a:pt x="6062508" y="6409270"/>
                </a:cubicBezTo>
                <a:cubicBezTo>
                  <a:pt x="6054600" y="6411805"/>
                  <a:pt x="6051753" y="6418142"/>
                  <a:pt x="6051753" y="6424163"/>
                </a:cubicBezTo>
                <a:cubicBezTo>
                  <a:pt x="6051753" y="6445710"/>
                  <a:pt x="6051753" y="6445710"/>
                  <a:pt x="6051753" y="6445710"/>
                </a:cubicBezTo>
                <a:cubicBezTo>
                  <a:pt x="6028345" y="6445710"/>
                  <a:pt x="6028345" y="6445710"/>
                  <a:pt x="6028345" y="6445710"/>
                </a:cubicBezTo>
                <a:cubicBezTo>
                  <a:pt x="6027080" y="6449195"/>
                  <a:pt x="6027080" y="6449195"/>
                  <a:pt x="6027080" y="6449195"/>
                </a:cubicBezTo>
                <a:cubicBezTo>
                  <a:pt x="6024233" y="6457751"/>
                  <a:pt x="6022967" y="6467257"/>
                  <a:pt x="6022967" y="6477397"/>
                </a:cubicBezTo>
                <a:cubicBezTo>
                  <a:pt x="6022967" y="6509401"/>
                  <a:pt x="6034988" y="6546791"/>
                  <a:pt x="6046376" y="6575943"/>
                </a:cubicBezTo>
                <a:cubicBezTo>
                  <a:pt x="6064090" y="6619988"/>
                  <a:pt x="6087183" y="6659914"/>
                  <a:pt x="6099202" y="6673222"/>
                </a:cubicBezTo>
                <a:cubicBezTo>
                  <a:pt x="6102049" y="6676074"/>
                  <a:pt x="6104264" y="6678609"/>
                  <a:pt x="6108060" y="6678609"/>
                </a:cubicBezTo>
                <a:cubicBezTo>
                  <a:pt x="6108060" y="6678609"/>
                  <a:pt x="6108376" y="6678609"/>
                  <a:pt x="6108376" y="6678609"/>
                </a:cubicBezTo>
                <a:cubicBezTo>
                  <a:pt x="6108376" y="6678609"/>
                  <a:pt x="6108692" y="6678609"/>
                  <a:pt x="6108692" y="6678609"/>
                </a:cubicBezTo>
                <a:cubicBezTo>
                  <a:pt x="6112488" y="6678609"/>
                  <a:pt x="6115019" y="6676074"/>
                  <a:pt x="6117866" y="6673222"/>
                </a:cubicBezTo>
                <a:cubicBezTo>
                  <a:pt x="6130203" y="6659914"/>
                  <a:pt x="6153295" y="6619988"/>
                  <a:pt x="6171009" y="6575943"/>
                </a:cubicBezTo>
                <a:cubicBezTo>
                  <a:pt x="6182713" y="6546791"/>
                  <a:pt x="6194417" y="6509401"/>
                  <a:pt x="6194417" y="6477397"/>
                </a:cubicBezTo>
                <a:cubicBezTo>
                  <a:pt x="6194417" y="6467257"/>
                  <a:pt x="6193152" y="6457751"/>
                  <a:pt x="6190305" y="6449195"/>
                </a:cubicBezTo>
                <a:cubicBezTo>
                  <a:pt x="6189040" y="6445710"/>
                  <a:pt x="6189040" y="6445710"/>
                  <a:pt x="6189040" y="6445710"/>
                </a:cubicBezTo>
                <a:cubicBezTo>
                  <a:pt x="6165631" y="6445710"/>
                  <a:pt x="6165631" y="6445710"/>
                  <a:pt x="6165631" y="6445710"/>
                </a:cubicBezTo>
                <a:cubicBezTo>
                  <a:pt x="6165631" y="6424163"/>
                  <a:pt x="6165631" y="6424163"/>
                  <a:pt x="6165631" y="6424163"/>
                </a:cubicBezTo>
                <a:cubicBezTo>
                  <a:pt x="6165631" y="6418142"/>
                  <a:pt x="6162784" y="6411805"/>
                  <a:pt x="6154560" y="6409270"/>
                </a:cubicBezTo>
                <a:cubicBezTo>
                  <a:pt x="6148866" y="6402299"/>
                  <a:pt x="6140958" y="6396595"/>
                  <a:pt x="6132101" y="6392793"/>
                </a:cubicBezTo>
                <a:cubicBezTo>
                  <a:pt x="6132101" y="6372830"/>
                  <a:pt x="6132101" y="6372830"/>
                  <a:pt x="6132101" y="6372830"/>
                </a:cubicBezTo>
                <a:cubicBezTo>
                  <a:pt x="6132101" y="6372830"/>
                  <a:pt x="6122294" y="6372830"/>
                  <a:pt x="6118498" y="6372830"/>
                </a:cubicBezTo>
                <a:cubicBezTo>
                  <a:pt x="6118498" y="6369027"/>
                  <a:pt x="6118498" y="6359521"/>
                  <a:pt x="6118498" y="6359521"/>
                </a:cubicBezTo>
                <a:cubicBezTo>
                  <a:pt x="6108376" y="6359521"/>
                  <a:pt x="6108376" y="6359521"/>
                  <a:pt x="6108376" y="6359521"/>
                </a:cubicBezTo>
                <a:cubicBezTo>
                  <a:pt x="6098253" y="6359521"/>
                  <a:pt x="6098253" y="6359521"/>
                  <a:pt x="6098253" y="6359521"/>
                </a:cubicBezTo>
                <a:close/>
                <a:moveTo>
                  <a:pt x="0" y="0"/>
                </a:moveTo>
                <a:lnTo>
                  <a:pt x="12191993" y="0"/>
                </a:lnTo>
                <a:lnTo>
                  <a:pt x="12191993" y="6857996"/>
                </a:lnTo>
                <a:lnTo>
                  <a:pt x="0" y="6857996"/>
                </a:lnTo>
                <a:close/>
              </a:path>
            </a:pathLst>
          </a:custGeom>
        </p:spPr>
        <p:txBody>
          <a:bodyPr wrap="square">
            <a:noAutofit/>
          </a:bodyPr>
          <a:lstStyle>
            <a:lvl1pPr marL="324000" indent="-324000" algn="l" defTabSz="1088610" rtl="0" eaLnBrk="1" latinLnBrk="0" hangingPunct="1">
              <a:spcBef>
                <a:spcPts val="900"/>
              </a:spcBef>
              <a:buFont typeface="Arial" pitchFamily="34" charset="0"/>
              <a:buNone/>
              <a:defRPr/>
            </a:lvl1pPr>
          </a:lstStyle>
          <a:p>
            <a:r>
              <a:rPr lang="en-GB"/>
              <a:t>[Picture]</a:t>
            </a:r>
            <a:endParaRPr lang="en-GB" dirty="0"/>
          </a:p>
        </p:txBody>
      </p:sp>
      <p:sp>
        <p:nvSpPr>
          <p:cNvPr id="2" name="Title 2"/>
          <p:cNvSpPr>
            <a:spLocks noGrp="1" noSelect="1"/>
          </p:cNvSpPr>
          <p:nvPr>
            <p:ph type="title" hasCustomPrompt="1"/>
          </p:nvPr>
        </p:nvSpPr>
        <p:spPr>
          <a:xfrm>
            <a:off x="0" y="2925076"/>
            <a:ext cx="12204000" cy="1188000"/>
          </a:xfrm>
        </p:spPr>
        <p:txBody>
          <a:bodyPr/>
          <a:lstStyle>
            <a:lvl1pPr algn="ctr">
              <a:defRPr sz="6800" b="1" cap="none" baseline="0">
                <a:solidFill>
                  <a:schemeClr val="bg1"/>
                </a:solidFill>
                <a:latin typeface="+mn-lt"/>
              </a:defRPr>
            </a:lvl1pPr>
          </a:lstStyle>
          <a:p>
            <a:r>
              <a:rPr lang="en-GB"/>
              <a:t>[Tekst]</a:t>
            </a:r>
            <a:endParaRPr lang="en-GB" dirty="0"/>
          </a:p>
        </p:txBody>
      </p:sp>
      <p:sp>
        <p:nvSpPr>
          <p:cNvPr id="8" name="Rounded Rectangle 3">
            <a:extLst>
              <a:ext uri="{FF2B5EF4-FFF2-40B4-BE49-F238E27FC236}">
                <a16:creationId xmlns:a16="http://schemas.microsoft.com/office/drawing/2014/main" id="{A5AF17E4-4F96-4AF7-81E8-4E18E40B55CB}"/>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dirty="0"/>
          </a:p>
        </p:txBody>
      </p:sp>
      <p:sp>
        <p:nvSpPr>
          <p:cNvPr id="7" name="Frame 4"/>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9" name="Frame 5"/>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21447132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white), image and red/black logo">
    <p:spTree>
      <p:nvGrpSpPr>
        <p:cNvPr id="1" name=""/>
        <p:cNvGrpSpPr/>
        <p:nvPr/>
      </p:nvGrpSpPr>
      <p:grpSpPr>
        <a:xfrm>
          <a:off x="0" y="0"/>
          <a:ext cx="0" cy="0"/>
          <a:chOff x="0" y="0"/>
          <a:chExt cx="0" cy="0"/>
        </a:xfrm>
      </p:grpSpPr>
      <p:sp>
        <p:nvSpPr>
          <p:cNvPr id="4" name="Picture Placeholder 1">
            <a:extLst>
              <a:ext uri="{FF2B5EF4-FFF2-40B4-BE49-F238E27FC236}">
                <a16:creationId xmlns:a16="http://schemas.microsoft.com/office/drawing/2014/main" id="{47E6A862-E120-4FC9-B4A7-DCAF17FA2D10}"/>
              </a:ext>
            </a:extLst>
          </p:cNvPr>
          <p:cNvSpPr>
            <a:spLocks noGrp="1" noSelect="1"/>
          </p:cNvSpPr>
          <p:nvPr>
            <p:ph type="pic" sz="quarter" idx="10" hasCustomPrompt="1"/>
          </p:nvPr>
        </p:nvSpPr>
        <p:spPr>
          <a:xfrm>
            <a:off x="0" y="0"/>
            <a:ext cx="12193200" cy="6210000"/>
          </a:xfrm>
        </p:spPr>
        <p:txBody>
          <a:bodyPr/>
          <a:lstStyle>
            <a:lvl1pPr marL="0" indent="0">
              <a:buFontTx/>
              <a:buNone/>
              <a:defRPr/>
            </a:lvl1pPr>
          </a:lstStyle>
          <a:p>
            <a:r>
              <a:rPr lang="en-GB"/>
              <a:t>[Klik hier en voeg via Invoegen | Afbeeldingen een foto in]</a:t>
            </a:r>
            <a:endParaRPr lang="en-GB" dirty="0"/>
          </a:p>
        </p:txBody>
      </p:sp>
      <p:sp>
        <p:nvSpPr>
          <p:cNvPr id="12" name="Achtergrondvlak 2">
            <a:extLst>
              <a:ext uri="{FF2B5EF4-FFF2-40B4-BE49-F238E27FC236}">
                <a16:creationId xmlns:a16="http://schemas.microsoft.com/office/drawing/2014/main" id="{C92C52A1-98B3-4A17-9378-B421B9C2FEC3}"/>
              </a:ext>
            </a:extLst>
          </p:cNvPr>
          <p:cNvSpPr>
            <a:spLocks noSelect="1"/>
          </p:cNvSpPr>
          <p:nvPr userDrawn="1"/>
        </p:nvSpPr>
        <p:spPr>
          <a:xfrm>
            <a:off x="0" y="6210000"/>
            <a:ext cx="12196800" cy="6840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3"/>
          <p:cNvSpPr>
            <a:spLocks noGrp="1" noSelect="1"/>
          </p:cNvSpPr>
          <p:nvPr>
            <p:ph type="title" hasCustomPrompt="1"/>
          </p:nvPr>
        </p:nvSpPr>
        <p:spPr>
          <a:xfrm>
            <a:off x="0" y="2925076"/>
            <a:ext cx="12204000" cy="1188000"/>
          </a:xfrm>
        </p:spPr>
        <p:txBody>
          <a:bodyPr/>
          <a:lstStyle>
            <a:lvl1pPr algn="ctr">
              <a:defRPr sz="6800" b="1" cap="none" baseline="0">
                <a:solidFill>
                  <a:schemeClr val="bg1"/>
                </a:solidFill>
                <a:latin typeface="+mn-lt"/>
              </a:defRPr>
            </a:lvl1pPr>
          </a:lstStyle>
          <a:p>
            <a:r>
              <a:rPr lang="en-GB"/>
              <a:t>[Tekst]</a:t>
            </a:r>
            <a:endParaRPr lang="en-GB" dirty="0"/>
          </a:p>
        </p:txBody>
      </p:sp>
      <p:sp>
        <p:nvSpPr>
          <p:cNvPr id="8" name="Rounded Rectangle 4">
            <a:extLst>
              <a:ext uri="{FF2B5EF4-FFF2-40B4-BE49-F238E27FC236}">
                <a16:creationId xmlns:a16="http://schemas.microsoft.com/office/drawing/2014/main" id="{A5AF17E4-4F96-4AF7-81E8-4E18E40B55CB}"/>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dirty="0"/>
          </a:p>
        </p:txBody>
      </p:sp>
      <p:sp>
        <p:nvSpPr>
          <p:cNvPr id="9" name="Frame 5"/>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BE3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0" name="Frame 6"/>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29647283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red), image and white logo">
    <p:spTree>
      <p:nvGrpSpPr>
        <p:cNvPr id="1" name=""/>
        <p:cNvGrpSpPr/>
        <p:nvPr/>
      </p:nvGrpSpPr>
      <p:grpSpPr>
        <a:xfrm>
          <a:off x="0" y="0"/>
          <a:ext cx="0" cy="0"/>
          <a:chOff x="0" y="0"/>
          <a:chExt cx="0" cy="0"/>
        </a:xfrm>
      </p:grpSpPr>
      <p:sp>
        <p:nvSpPr>
          <p:cNvPr id="7" name="Vrije vorm 1"/>
          <p:cNvSpPr>
            <a:spLocks noGrp="1" noSelect="1"/>
          </p:cNvSpPr>
          <p:nvPr>
            <p:ph type="pic" sz="quarter" idx="1001" hasCustomPrompt="1"/>
          </p:nvPr>
        </p:nvSpPr>
        <p:spPr>
          <a:xfrm>
            <a:off x="8" y="5"/>
            <a:ext cx="12191993" cy="6857996"/>
          </a:xfrm>
          <a:custGeom>
            <a:avLst/>
            <a:gdLst>
              <a:gd name="connsiteX0" fmla="*/ 6150497 w 12191993"/>
              <a:gd name="connsiteY0" fmla="*/ 6688738 h 6857996"/>
              <a:gd name="connsiteX1" fmla="*/ 6148985 w 12191993"/>
              <a:gd name="connsiteY1" fmla="*/ 6692367 h 6857996"/>
              <a:gd name="connsiteX2" fmla="*/ 6152916 w 12191993"/>
              <a:gd name="connsiteY2" fmla="*/ 6693878 h 6857996"/>
              <a:gd name="connsiteX3" fmla="*/ 6154125 w 12191993"/>
              <a:gd name="connsiteY3" fmla="*/ 6690250 h 6857996"/>
              <a:gd name="connsiteX4" fmla="*/ 6150497 w 12191993"/>
              <a:gd name="connsiteY4" fmla="*/ 6688738 h 6857996"/>
              <a:gd name="connsiteX5" fmla="*/ 6092818 w 12191993"/>
              <a:gd name="connsiteY5" fmla="*/ 6684958 h 6857996"/>
              <a:gd name="connsiteX6" fmla="*/ 6092818 w 12191993"/>
              <a:gd name="connsiteY6" fmla="*/ 6686546 h 6857996"/>
              <a:gd name="connsiteX7" fmla="*/ 6094405 w 12191993"/>
              <a:gd name="connsiteY7" fmla="*/ 6688133 h 6857996"/>
              <a:gd name="connsiteX8" fmla="*/ 6092818 w 12191993"/>
              <a:gd name="connsiteY8" fmla="*/ 6708771 h 6857996"/>
              <a:gd name="connsiteX9" fmla="*/ 6091231 w 12191993"/>
              <a:gd name="connsiteY9" fmla="*/ 6710359 h 6857996"/>
              <a:gd name="connsiteX10" fmla="*/ 6097580 w 12191993"/>
              <a:gd name="connsiteY10" fmla="*/ 6711946 h 6857996"/>
              <a:gd name="connsiteX11" fmla="*/ 6097580 w 12191993"/>
              <a:gd name="connsiteY11" fmla="*/ 6708771 h 6857996"/>
              <a:gd name="connsiteX12" fmla="*/ 6095993 w 12191993"/>
              <a:gd name="connsiteY12" fmla="*/ 6708771 h 6857996"/>
              <a:gd name="connsiteX13" fmla="*/ 6097580 w 12191993"/>
              <a:gd name="connsiteY13" fmla="*/ 6692896 h 6857996"/>
              <a:gd name="connsiteX14" fmla="*/ 6111868 w 12191993"/>
              <a:gd name="connsiteY14" fmla="*/ 6711946 h 6857996"/>
              <a:gd name="connsiteX15" fmla="*/ 6115043 w 12191993"/>
              <a:gd name="connsiteY15" fmla="*/ 6711946 h 6857996"/>
              <a:gd name="connsiteX16" fmla="*/ 6113456 w 12191993"/>
              <a:gd name="connsiteY16" fmla="*/ 6688133 h 6857996"/>
              <a:gd name="connsiteX17" fmla="*/ 6113456 w 12191993"/>
              <a:gd name="connsiteY17" fmla="*/ 6686546 h 6857996"/>
              <a:gd name="connsiteX18" fmla="*/ 6108693 w 12191993"/>
              <a:gd name="connsiteY18" fmla="*/ 6686546 h 6857996"/>
              <a:gd name="connsiteX19" fmla="*/ 6108693 w 12191993"/>
              <a:gd name="connsiteY19" fmla="*/ 6688133 h 6857996"/>
              <a:gd name="connsiteX20" fmla="*/ 6110281 w 12191993"/>
              <a:gd name="connsiteY20" fmla="*/ 6688133 h 6857996"/>
              <a:gd name="connsiteX21" fmla="*/ 6111868 w 12191993"/>
              <a:gd name="connsiteY21" fmla="*/ 6704009 h 6857996"/>
              <a:gd name="connsiteX22" fmla="*/ 6097580 w 12191993"/>
              <a:gd name="connsiteY22" fmla="*/ 6686546 h 6857996"/>
              <a:gd name="connsiteX23" fmla="*/ 6080118 w 12191993"/>
              <a:gd name="connsiteY23" fmla="*/ 6683371 h 6857996"/>
              <a:gd name="connsiteX24" fmla="*/ 6080118 w 12191993"/>
              <a:gd name="connsiteY24" fmla="*/ 6684959 h 6857996"/>
              <a:gd name="connsiteX25" fmla="*/ 6081705 w 12191993"/>
              <a:gd name="connsiteY25" fmla="*/ 6686546 h 6857996"/>
              <a:gd name="connsiteX26" fmla="*/ 6076943 w 12191993"/>
              <a:gd name="connsiteY26" fmla="*/ 6705597 h 6857996"/>
              <a:gd name="connsiteX27" fmla="*/ 6075355 w 12191993"/>
              <a:gd name="connsiteY27" fmla="*/ 6707184 h 6857996"/>
              <a:gd name="connsiteX28" fmla="*/ 6083293 w 12191993"/>
              <a:gd name="connsiteY28" fmla="*/ 6710359 h 6857996"/>
              <a:gd name="connsiteX29" fmla="*/ 6083293 w 12191993"/>
              <a:gd name="connsiteY29" fmla="*/ 6708772 h 6857996"/>
              <a:gd name="connsiteX30" fmla="*/ 6081705 w 12191993"/>
              <a:gd name="connsiteY30" fmla="*/ 6707184 h 6857996"/>
              <a:gd name="connsiteX31" fmla="*/ 6086468 w 12191993"/>
              <a:gd name="connsiteY31" fmla="*/ 6686546 h 6857996"/>
              <a:gd name="connsiteX32" fmla="*/ 6088055 w 12191993"/>
              <a:gd name="connsiteY32" fmla="*/ 6686546 h 6857996"/>
              <a:gd name="connsiteX33" fmla="*/ 6088055 w 12191993"/>
              <a:gd name="connsiteY33" fmla="*/ 6684959 h 6857996"/>
              <a:gd name="connsiteX34" fmla="*/ 6137500 w 12191993"/>
              <a:gd name="connsiteY34" fmla="*/ 6681783 h 6857996"/>
              <a:gd name="connsiteX35" fmla="*/ 6131078 w 12191993"/>
              <a:gd name="connsiteY35" fmla="*/ 6682736 h 6857996"/>
              <a:gd name="connsiteX36" fmla="*/ 6120162 w 12191993"/>
              <a:gd name="connsiteY36" fmla="*/ 6699246 h 6857996"/>
              <a:gd name="connsiteX37" fmla="*/ 6136536 w 12191993"/>
              <a:gd name="connsiteY37" fmla="*/ 6708771 h 6857996"/>
              <a:gd name="connsiteX38" fmla="*/ 6145205 w 12191993"/>
              <a:gd name="connsiteY38" fmla="*/ 6703373 h 6857996"/>
              <a:gd name="connsiteX39" fmla="*/ 6143279 w 12191993"/>
              <a:gd name="connsiteY39" fmla="*/ 6697658 h 6857996"/>
              <a:gd name="connsiteX40" fmla="*/ 6142316 w 12191993"/>
              <a:gd name="connsiteY40" fmla="*/ 6697658 h 6857996"/>
              <a:gd name="connsiteX41" fmla="*/ 6136215 w 12191993"/>
              <a:gd name="connsiteY41" fmla="*/ 6705596 h 6857996"/>
              <a:gd name="connsiteX42" fmla="*/ 6126262 w 12191993"/>
              <a:gd name="connsiteY42" fmla="*/ 6698293 h 6857996"/>
              <a:gd name="connsiteX43" fmla="*/ 6138784 w 12191993"/>
              <a:gd name="connsiteY43" fmla="*/ 6695436 h 6857996"/>
              <a:gd name="connsiteX44" fmla="*/ 6139747 w 12191993"/>
              <a:gd name="connsiteY44" fmla="*/ 6696388 h 6857996"/>
              <a:gd name="connsiteX45" fmla="*/ 6141031 w 12191993"/>
              <a:gd name="connsiteY45" fmla="*/ 6696071 h 6857996"/>
              <a:gd name="connsiteX46" fmla="*/ 6139747 w 12191993"/>
              <a:gd name="connsiteY46" fmla="*/ 6690356 h 6857996"/>
              <a:gd name="connsiteX47" fmla="*/ 6138463 w 12191993"/>
              <a:gd name="connsiteY47" fmla="*/ 6690673 h 6857996"/>
              <a:gd name="connsiteX48" fmla="*/ 6137500 w 12191993"/>
              <a:gd name="connsiteY48" fmla="*/ 6692896 h 6857996"/>
              <a:gd name="connsiteX49" fmla="*/ 6124978 w 12191993"/>
              <a:gd name="connsiteY49" fmla="*/ 6695436 h 6857996"/>
              <a:gd name="connsiteX50" fmla="*/ 6130436 w 12191993"/>
              <a:gd name="connsiteY50" fmla="*/ 6685593 h 6857996"/>
              <a:gd name="connsiteX51" fmla="*/ 6137821 w 12191993"/>
              <a:gd name="connsiteY51" fmla="*/ 6687816 h 6857996"/>
              <a:gd name="connsiteX52" fmla="*/ 6139105 w 12191993"/>
              <a:gd name="connsiteY52" fmla="*/ 6687181 h 6857996"/>
              <a:gd name="connsiteX53" fmla="*/ 6137500 w 12191993"/>
              <a:gd name="connsiteY53" fmla="*/ 6681783 h 6857996"/>
              <a:gd name="connsiteX54" fmla="*/ 6053130 w 12191993"/>
              <a:gd name="connsiteY54" fmla="*/ 6672258 h 6857996"/>
              <a:gd name="connsiteX55" fmla="*/ 6051542 w 12191993"/>
              <a:gd name="connsiteY55" fmla="*/ 6673846 h 6857996"/>
              <a:gd name="connsiteX56" fmla="*/ 6053130 w 12191993"/>
              <a:gd name="connsiteY56" fmla="*/ 6675433 h 6857996"/>
              <a:gd name="connsiteX57" fmla="*/ 6038842 w 12191993"/>
              <a:gd name="connsiteY57" fmla="*/ 6691308 h 6857996"/>
              <a:gd name="connsiteX58" fmla="*/ 6037255 w 12191993"/>
              <a:gd name="connsiteY58" fmla="*/ 6689721 h 6857996"/>
              <a:gd name="connsiteX59" fmla="*/ 6035668 w 12191993"/>
              <a:gd name="connsiteY59" fmla="*/ 6691308 h 6857996"/>
              <a:gd name="connsiteX60" fmla="*/ 6042018 w 12191993"/>
              <a:gd name="connsiteY60" fmla="*/ 6694483 h 6857996"/>
              <a:gd name="connsiteX61" fmla="*/ 6042018 w 12191993"/>
              <a:gd name="connsiteY61" fmla="*/ 6692896 h 6857996"/>
              <a:gd name="connsiteX62" fmla="*/ 6051542 w 12191993"/>
              <a:gd name="connsiteY62" fmla="*/ 6680196 h 6857996"/>
              <a:gd name="connsiteX63" fmla="*/ 6049955 w 12191993"/>
              <a:gd name="connsiteY63" fmla="*/ 6699246 h 6857996"/>
              <a:gd name="connsiteX64" fmla="*/ 6053130 w 12191993"/>
              <a:gd name="connsiteY64" fmla="*/ 6700833 h 6857996"/>
              <a:gd name="connsiteX65" fmla="*/ 6065830 w 12191993"/>
              <a:gd name="connsiteY65" fmla="*/ 6684958 h 6857996"/>
              <a:gd name="connsiteX66" fmla="*/ 6064243 w 12191993"/>
              <a:gd name="connsiteY66" fmla="*/ 6700833 h 6857996"/>
              <a:gd name="connsiteX67" fmla="*/ 6062656 w 12191993"/>
              <a:gd name="connsiteY67" fmla="*/ 6702421 h 6857996"/>
              <a:gd name="connsiteX68" fmla="*/ 6061068 w 12191993"/>
              <a:gd name="connsiteY68" fmla="*/ 6704008 h 6857996"/>
              <a:gd name="connsiteX69" fmla="*/ 6069005 w 12191993"/>
              <a:gd name="connsiteY69" fmla="*/ 6707183 h 6857996"/>
              <a:gd name="connsiteX70" fmla="*/ 6069005 w 12191993"/>
              <a:gd name="connsiteY70" fmla="*/ 6705596 h 6857996"/>
              <a:gd name="connsiteX71" fmla="*/ 6067418 w 12191993"/>
              <a:gd name="connsiteY71" fmla="*/ 6704008 h 6857996"/>
              <a:gd name="connsiteX72" fmla="*/ 6070593 w 12191993"/>
              <a:gd name="connsiteY72" fmla="*/ 6681783 h 6857996"/>
              <a:gd name="connsiteX73" fmla="*/ 6072180 w 12191993"/>
              <a:gd name="connsiteY73" fmla="*/ 6681783 h 6857996"/>
              <a:gd name="connsiteX74" fmla="*/ 6072180 w 12191993"/>
              <a:gd name="connsiteY74" fmla="*/ 6680196 h 6857996"/>
              <a:gd name="connsiteX75" fmla="*/ 6065830 w 12191993"/>
              <a:gd name="connsiteY75" fmla="*/ 6677021 h 6857996"/>
              <a:gd name="connsiteX76" fmla="*/ 6064243 w 12191993"/>
              <a:gd name="connsiteY76" fmla="*/ 6678608 h 6857996"/>
              <a:gd name="connsiteX77" fmla="*/ 6065830 w 12191993"/>
              <a:gd name="connsiteY77" fmla="*/ 6678608 h 6857996"/>
              <a:gd name="connsiteX78" fmla="*/ 6056306 w 12191993"/>
              <a:gd name="connsiteY78" fmla="*/ 6689721 h 6857996"/>
              <a:gd name="connsiteX79" fmla="*/ 6057893 w 12191993"/>
              <a:gd name="connsiteY79" fmla="*/ 6673846 h 6857996"/>
              <a:gd name="connsiteX80" fmla="*/ 6175023 w 12191993"/>
              <a:gd name="connsiteY80" fmla="*/ 6664321 h 6857996"/>
              <a:gd name="connsiteX81" fmla="*/ 6154730 w 12191993"/>
              <a:gd name="connsiteY81" fmla="*/ 6675963 h 6857996"/>
              <a:gd name="connsiteX82" fmla="*/ 6155052 w 12191993"/>
              <a:gd name="connsiteY82" fmla="*/ 6677221 h 6857996"/>
              <a:gd name="connsiteX83" fmla="*/ 6156985 w 12191993"/>
              <a:gd name="connsiteY83" fmla="*/ 6677221 h 6857996"/>
              <a:gd name="connsiteX84" fmla="*/ 6166970 w 12191993"/>
              <a:gd name="connsiteY84" fmla="*/ 6696414 h 6857996"/>
              <a:gd name="connsiteX85" fmla="*/ 6166326 w 12191993"/>
              <a:gd name="connsiteY85" fmla="*/ 6697988 h 6857996"/>
              <a:gd name="connsiteX86" fmla="*/ 6167292 w 12191993"/>
              <a:gd name="connsiteY86" fmla="*/ 6699246 h 6857996"/>
              <a:gd name="connsiteX87" fmla="*/ 6174378 w 12191993"/>
              <a:gd name="connsiteY87" fmla="*/ 6695471 h 6857996"/>
              <a:gd name="connsiteX88" fmla="*/ 6173734 w 12191993"/>
              <a:gd name="connsiteY88" fmla="*/ 6694841 h 6857996"/>
              <a:gd name="connsiteX89" fmla="*/ 6171802 w 12191993"/>
              <a:gd name="connsiteY89" fmla="*/ 6694527 h 6857996"/>
              <a:gd name="connsiteX90" fmla="*/ 6166970 w 12191993"/>
              <a:gd name="connsiteY90" fmla="*/ 6684458 h 6857996"/>
              <a:gd name="connsiteX91" fmla="*/ 6173734 w 12191993"/>
              <a:gd name="connsiteY91" fmla="*/ 6680997 h 6857996"/>
              <a:gd name="connsiteX92" fmla="*/ 6176955 w 12191993"/>
              <a:gd name="connsiteY92" fmla="*/ 6680997 h 6857996"/>
              <a:gd name="connsiteX93" fmla="*/ 6174378 w 12191993"/>
              <a:gd name="connsiteY93" fmla="*/ 6675963 h 6857996"/>
              <a:gd name="connsiteX94" fmla="*/ 6172446 w 12191993"/>
              <a:gd name="connsiteY94" fmla="*/ 6678165 h 6857996"/>
              <a:gd name="connsiteX95" fmla="*/ 6165360 w 12191993"/>
              <a:gd name="connsiteY95" fmla="*/ 6681626 h 6857996"/>
              <a:gd name="connsiteX96" fmla="*/ 6161816 w 12191993"/>
              <a:gd name="connsiteY96" fmla="*/ 6674704 h 6857996"/>
              <a:gd name="connsiteX97" fmla="*/ 6169869 w 12191993"/>
              <a:gd name="connsiteY97" fmla="*/ 6670299 h 6857996"/>
              <a:gd name="connsiteX98" fmla="*/ 6173090 w 12191993"/>
              <a:gd name="connsiteY98" fmla="*/ 6669670 h 6857996"/>
              <a:gd name="connsiteX99" fmla="*/ 6173412 w 12191993"/>
              <a:gd name="connsiteY99" fmla="*/ 6667468 h 6857996"/>
              <a:gd name="connsiteX100" fmla="*/ 6175023 w 12191993"/>
              <a:gd name="connsiteY100" fmla="*/ 6664321 h 6857996"/>
              <a:gd name="connsiteX101" fmla="*/ 6030390 w 12191993"/>
              <a:gd name="connsiteY101" fmla="*/ 6663090 h 6857996"/>
              <a:gd name="connsiteX102" fmla="*/ 6037104 w 12191993"/>
              <a:gd name="connsiteY102" fmla="*/ 6663368 h 6857996"/>
              <a:gd name="connsiteX103" fmla="*/ 6037761 w 12191993"/>
              <a:gd name="connsiteY103" fmla="*/ 6664003 h 6857996"/>
              <a:gd name="connsiteX104" fmla="*/ 6035139 w 12191993"/>
              <a:gd name="connsiteY104" fmla="*/ 6676386 h 6857996"/>
              <a:gd name="connsiteX105" fmla="*/ 6027605 w 12191993"/>
              <a:gd name="connsiteY105" fmla="*/ 6680196 h 6857996"/>
              <a:gd name="connsiteX106" fmla="*/ 6023674 w 12191993"/>
              <a:gd name="connsiteY106" fmla="*/ 6678609 h 6857996"/>
              <a:gd name="connsiteX107" fmla="*/ 6023347 w 12191993"/>
              <a:gd name="connsiteY107" fmla="*/ 6678291 h 6857996"/>
              <a:gd name="connsiteX108" fmla="*/ 6021381 w 12191993"/>
              <a:gd name="connsiteY108" fmla="*/ 6675116 h 6857996"/>
              <a:gd name="connsiteX109" fmla="*/ 6025640 w 12191993"/>
              <a:gd name="connsiteY109" fmla="*/ 6666861 h 6857996"/>
              <a:gd name="connsiteX110" fmla="*/ 6030390 w 12191993"/>
              <a:gd name="connsiteY110" fmla="*/ 6663090 h 6857996"/>
              <a:gd name="connsiteX111" fmla="*/ 6030111 w 12191993"/>
              <a:gd name="connsiteY111" fmla="*/ 6659872 h 6857996"/>
              <a:gd name="connsiteX112" fmla="*/ 6020698 w 12191993"/>
              <a:gd name="connsiteY112" fmla="*/ 6665835 h 6857996"/>
              <a:gd name="connsiteX113" fmla="*/ 6021324 w 12191993"/>
              <a:gd name="connsiteY113" fmla="*/ 6682153 h 6857996"/>
              <a:gd name="connsiteX114" fmla="*/ 6021324 w 12191993"/>
              <a:gd name="connsiteY114" fmla="*/ 6682467 h 6857996"/>
              <a:gd name="connsiteX115" fmla="*/ 6021639 w 12191993"/>
              <a:gd name="connsiteY115" fmla="*/ 6682467 h 6857996"/>
              <a:gd name="connsiteX116" fmla="*/ 6038270 w 12191993"/>
              <a:gd name="connsiteY116" fmla="*/ 6682153 h 6857996"/>
              <a:gd name="connsiteX117" fmla="*/ 6043292 w 12191993"/>
              <a:gd name="connsiteY117" fmla="*/ 6672425 h 6857996"/>
              <a:gd name="connsiteX118" fmla="*/ 6040467 w 12191993"/>
              <a:gd name="connsiteY118" fmla="*/ 6663638 h 6857996"/>
              <a:gd name="connsiteX119" fmla="*/ 6040154 w 12191993"/>
              <a:gd name="connsiteY119" fmla="*/ 6663010 h 6857996"/>
              <a:gd name="connsiteX120" fmla="*/ 6039840 w 12191993"/>
              <a:gd name="connsiteY120" fmla="*/ 6662696 h 6857996"/>
              <a:gd name="connsiteX121" fmla="*/ 6039526 w 12191993"/>
              <a:gd name="connsiteY121" fmla="*/ 6662383 h 6857996"/>
              <a:gd name="connsiteX122" fmla="*/ 6030111 w 12191993"/>
              <a:gd name="connsiteY122" fmla="*/ 6659872 h 6857996"/>
              <a:gd name="connsiteX123" fmla="*/ 6187938 w 12191993"/>
              <a:gd name="connsiteY123" fmla="*/ 6653208 h 6857996"/>
              <a:gd name="connsiteX124" fmla="*/ 6183014 w 12191993"/>
              <a:gd name="connsiteY124" fmla="*/ 6657377 h 6857996"/>
              <a:gd name="connsiteX125" fmla="*/ 6180859 w 12191993"/>
              <a:gd name="connsiteY125" fmla="*/ 6677582 h 6857996"/>
              <a:gd name="connsiteX126" fmla="*/ 6199634 w 12191993"/>
              <a:gd name="connsiteY126" fmla="*/ 6677582 h 6857996"/>
              <a:gd name="connsiteX127" fmla="*/ 6203943 w 12191993"/>
              <a:gd name="connsiteY127" fmla="*/ 6668602 h 6857996"/>
              <a:gd name="connsiteX128" fmla="*/ 6200558 w 12191993"/>
              <a:gd name="connsiteY128" fmla="*/ 6664112 h 6857996"/>
              <a:gd name="connsiteX129" fmla="*/ 6199634 w 12191993"/>
              <a:gd name="connsiteY129" fmla="*/ 6664754 h 6857996"/>
              <a:gd name="connsiteX130" fmla="*/ 6197480 w 12191993"/>
              <a:gd name="connsiteY130" fmla="*/ 6675337 h 6857996"/>
              <a:gd name="connsiteX131" fmla="*/ 6186092 w 12191993"/>
              <a:gd name="connsiteY131" fmla="*/ 6673734 h 6857996"/>
              <a:gd name="connsiteX132" fmla="*/ 6195325 w 12191993"/>
              <a:gd name="connsiteY132" fmla="*/ 6664433 h 6857996"/>
              <a:gd name="connsiteX133" fmla="*/ 6196864 w 12191993"/>
              <a:gd name="connsiteY133" fmla="*/ 6664754 h 6857996"/>
              <a:gd name="connsiteX134" fmla="*/ 6197788 w 12191993"/>
              <a:gd name="connsiteY134" fmla="*/ 6663792 h 6857996"/>
              <a:gd name="connsiteX135" fmla="*/ 6193786 w 12191993"/>
              <a:gd name="connsiteY135" fmla="*/ 6659622 h 6857996"/>
              <a:gd name="connsiteX136" fmla="*/ 6193171 w 12191993"/>
              <a:gd name="connsiteY136" fmla="*/ 6660585 h 6857996"/>
              <a:gd name="connsiteX137" fmla="*/ 6193171 w 12191993"/>
              <a:gd name="connsiteY137" fmla="*/ 6663150 h 6857996"/>
              <a:gd name="connsiteX138" fmla="*/ 6183937 w 12191993"/>
              <a:gd name="connsiteY138" fmla="*/ 6671489 h 6857996"/>
              <a:gd name="connsiteX139" fmla="*/ 6183937 w 12191993"/>
              <a:gd name="connsiteY139" fmla="*/ 6660264 h 6857996"/>
              <a:gd name="connsiteX140" fmla="*/ 6191324 w 12191993"/>
              <a:gd name="connsiteY140" fmla="*/ 6658660 h 6857996"/>
              <a:gd name="connsiteX141" fmla="*/ 6191940 w 12191993"/>
              <a:gd name="connsiteY141" fmla="*/ 6657377 h 6857996"/>
              <a:gd name="connsiteX142" fmla="*/ 6187938 w 12191993"/>
              <a:gd name="connsiteY142" fmla="*/ 6653208 h 6857996"/>
              <a:gd name="connsiteX143" fmla="*/ 6196845 w 12191993"/>
              <a:gd name="connsiteY143" fmla="*/ 6642096 h 6857996"/>
              <a:gd name="connsiteX144" fmla="*/ 6191242 w 12191993"/>
              <a:gd name="connsiteY144" fmla="*/ 6649399 h 6857996"/>
              <a:gd name="connsiteX145" fmla="*/ 6192799 w 12191993"/>
              <a:gd name="connsiteY145" fmla="*/ 6650351 h 6857996"/>
              <a:gd name="connsiteX146" fmla="*/ 6194355 w 12191993"/>
              <a:gd name="connsiteY146" fmla="*/ 6649399 h 6857996"/>
              <a:gd name="connsiteX147" fmla="*/ 6210230 w 12191993"/>
              <a:gd name="connsiteY147" fmla="*/ 6662734 h 6857996"/>
              <a:gd name="connsiteX148" fmla="*/ 6209919 w 12191993"/>
              <a:gd name="connsiteY148" fmla="*/ 6664639 h 6857996"/>
              <a:gd name="connsiteX149" fmla="*/ 6210541 w 12191993"/>
              <a:gd name="connsiteY149" fmla="*/ 6665909 h 6857996"/>
              <a:gd name="connsiteX150" fmla="*/ 6222992 w 12191993"/>
              <a:gd name="connsiteY150" fmla="*/ 6651304 h 6857996"/>
              <a:gd name="connsiteX151" fmla="*/ 6220191 w 12191993"/>
              <a:gd name="connsiteY151" fmla="*/ 6644319 h 6857996"/>
              <a:gd name="connsiteX152" fmla="*/ 6218323 w 12191993"/>
              <a:gd name="connsiteY152" fmla="*/ 6646224 h 6857996"/>
              <a:gd name="connsiteX153" fmla="*/ 6218946 w 12191993"/>
              <a:gd name="connsiteY153" fmla="*/ 6650669 h 6857996"/>
              <a:gd name="connsiteX154" fmla="*/ 6213654 w 12191993"/>
              <a:gd name="connsiteY154" fmla="*/ 6658607 h 6857996"/>
              <a:gd name="connsiteX155" fmla="*/ 6197468 w 12191993"/>
              <a:gd name="connsiteY155" fmla="*/ 6644954 h 6857996"/>
              <a:gd name="connsiteX156" fmla="*/ 6198090 w 12191993"/>
              <a:gd name="connsiteY156" fmla="*/ 6643049 h 6857996"/>
              <a:gd name="connsiteX157" fmla="*/ 6196845 w 12191993"/>
              <a:gd name="connsiteY157" fmla="*/ 6642096 h 6857996"/>
              <a:gd name="connsiteX158" fmla="*/ 6013443 w 12191993"/>
              <a:gd name="connsiteY158" fmla="*/ 6635746 h 6857996"/>
              <a:gd name="connsiteX159" fmla="*/ 6013443 w 12191993"/>
              <a:gd name="connsiteY159" fmla="*/ 6637334 h 6857996"/>
              <a:gd name="connsiteX160" fmla="*/ 5995980 w 12191993"/>
              <a:gd name="connsiteY160" fmla="*/ 6650034 h 6857996"/>
              <a:gd name="connsiteX161" fmla="*/ 5994393 w 12191993"/>
              <a:gd name="connsiteY161" fmla="*/ 6648446 h 6857996"/>
              <a:gd name="connsiteX162" fmla="*/ 5992806 w 12191993"/>
              <a:gd name="connsiteY162" fmla="*/ 6650034 h 6857996"/>
              <a:gd name="connsiteX163" fmla="*/ 5997568 w 12191993"/>
              <a:gd name="connsiteY163" fmla="*/ 6654797 h 6857996"/>
              <a:gd name="connsiteX164" fmla="*/ 5999156 w 12191993"/>
              <a:gd name="connsiteY164" fmla="*/ 6654797 h 6857996"/>
              <a:gd name="connsiteX165" fmla="*/ 5999156 w 12191993"/>
              <a:gd name="connsiteY165" fmla="*/ 6651621 h 6857996"/>
              <a:gd name="connsiteX166" fmla="*/ 6011855 w 12191993"/>
              <a:gd name="connsiteY166" fmla="*/ 6643684 h 6857996"/>
              <a:gd name="connsiteX167" fmla="*/ 6005506 w 12191993"/>
              <a:gd name="connsiteY167" fmla="*/ 6665909 h 6857996"/>
              <a:gd name="connsiteX168" fmla="*/ 6008680 w 12191993"/>
              <a:gd name="connsiteY168" fmla="*/ 6669084 h 6857996"/>
              <a:gd name="connsiteX169" fmla="*/ 6024555 w 12191993"/>
              <a:gd name="connsiteY169" fmla="*/ 6653209 h 6857996"/>
              <a:gd name="connsiteX170" fmla="*/ 6026143 w 12191993"/>
              <a:gd name="connsiteY170" fmla="*/ 6651621 h 6857996"/>
              <a:gd name="connsiteX171" fmla="*/ 6027731 w 12191993"/>
              <a:gd name="connsiteY171" fmla="*/ 6651621 h 6857996"/>
              <a:gd name="connsiteX172" fmla="*/ 6024555 w 12191993"/>
              <a:gd name="connsiteY172" fmla="*/ 6646859 h 6857996"/>
              <a:gd name="connsiteX173" fmla="*/ 6022968 w 12191993"/>
              <a:gd name="connsiteY173" fmla="*/ 6648446 h 6857996"/>
              <a:gd name="connsiteX174" fmla="*/ 6022968 w 12191993"/>
              <a:gd name="connsiteY174" fmla="*/ 6650034 h 6857996"/>
              <a:gd name="connsiteX175" fmla="*/ 6011855 w 12191993"/>
              <a:gd name="connsiteY175" fmla="*/ 6661147 h 6857996"/>
              <a:gd name="connsiteX176" fmla="*/ 6016618 w 12191993"/>
              <a:gd name="connsiteY176" fmla="*/ 6638921 h 6857996"/>
              <a:gd name="connsiteX177" fmla="*/ 6015031 w 12191993"/>
              <a:gd name="connsiteY177" fmla="*/ 6635746 h 6857996"/>
              <a:gd name="connsiteX178" fmla="*/ 5999458 w 12191993"/>
              <a:gd name="connsiteY178" fmla="*/ 6630479 h 6857996"/>
              <a:gd name="connsiteX179" fmla="*/ 5998324 w 12191993"/>
              <a:gd name="connsiteY179" fmla="*/ 6634809 h 6857996"/>
              <a:gd name="connsiteX180" fmla="*/ 6003237 w 12191993"/>
              <a:gd name="connsiteY180" fmla="*/ 6636613 h 6857996"/>
              <a:gd name="connsiteX181" fmla="*/ 6004749 w 12191993"/>
              <a:gd name="connsiteY181" fmla="*/ 6632283 h 6857996"/>
              <a:gd name="connsiteX182" fmla="*/ 5999458 w 12191993"/>
              <a:gd name="connsiteY182" fmla="*/ 6630479 h 6857996"/>
              <a:gd name="connsiteX183" fmla="*/ 6207117 w 12191993"/>
              <a:gd name="connsiteY183" fmla="*/ 6626221 h 6857996"/>
              <a:gd name="connsiteX184" fmla="*/ 6203942 w 12191993"/>
              <a:gd name="connsiteY184" fmla="*/ 6632571 h 6857996"/>
              <a:gd name="connsiteX185" fmla="*/ 6203942 w 12191993"/>
              <a:gd name="connsiteY185" fmla="*/ 6634159 h 6857996"/>
              <a:gd name="connsiteX186" fmla="*/ 6207117 w 12191993"/>
              <a:gd name="connsiteY186" fmla="*/ 6632571 h 6857996"/>
              <a:gd name="connsiteX187" fmla="*/ 6224580 w 12191993"/>
              <a:gd name="connsiteY187" fmla="*/ 6643684 h 6857996"/>
              <a:gd name="connsiteX188" fmla="*/ 6224580 w 12191993"/>
              <a:gd name="connsiteY188" fmla="*/ 6645271 h 6857996"/>
              <a:gd name="connsiteX189" fmla="*/ 6226168 w 12191993"/>
              <a:gd name="connsiteY189" fmla="*/ 6645271 h 6857996"/>
              <a:gd name="connsiteX190" fmla="*/ 6230930 w 12191993"/>
              <a:gd name="connsiteY190" fmla="*/ 6637334 h 6857996"/>
              <a:gd name="connsiteX191" fmla="*/ 6229343 w 12191993"/>
              <a:gd name="connsiteY191" fmla="*/ 6637334 h 6857996"/>
              <a:gd name="connsiteX192" fmla="*/ 6227755 w 12191993"/>
              <a:gd name="connsiteY192" fmla="*/ 6638921 h 6857996"/>
              <a:gd name="connsiteX193" fmla="*/ 6207117 w 12191993"/>
              <a:gd name="connsiteY193" fmla="*/ 6627809 h 6857996"/>
              <a:gd name="connsiteX194" fmla="*/ 6208705 w 12191993"/>
              <a:gd name="connsiteY194" fmla="*/ 6626221 h 6857996"/>
              <a:gd name="connsiteX195" fmla="*/ 6002331 w 12191993"/>
              <a:gd name="connsiteY195" fmla="*/ 6615108 h 6857996"/>
              <a:gd name="connsiteX196" fmla="*/ 6002331 w 12191993"/>
              <a:gd name="connsiteY196" fmla="*/ 6616696 h 6857996"/>
              <a:gd name="connsiteX197" fmla="*/ 5983280 w 12191993"/>
              <a:gd name="connsiteY197" fmla="*/ 6626221 h 6857996"/>
              <a:gd name="connsiteX198" fmla="*/ 5981693 w 12191993"/>
              <a:gd name="connsiteY198" fmla="*/ 6624634 h 6857996"/>
              <a:gd name="connsiteX199" fmla="*/ 5980106 w 12191993"/>
              <a:gd name="connsiteY199" fmla="*/ 6624634 h 6857996"/>
              <a:gd name="connsiteX200" fmla="*/ 5983280 w 12191993"/>
              <a:gd name="connsiteY200" fmla="*/ 6632571 h 6857996"/>
              <a:gd name="connsiteX201" fmla="*/ 5984868 w 12191993"/>
              <a:gd name="connsiteY201" fmla="*/ 6632571 h 6857996"/>
              <a:gd name="connsiteX202" fmla="*/ 5984868 w 12191993"/>
              <a:gd name="connsiteY202" fmla="*/ 6630984 h 6857996"/>
              <a:gd name="connsiteX203" fmla="*/ 6003918 w 12191993"/>
              <a:gd name="connsiteY203" fmla="*/ 6621458 h 6857996"/>
              <a:gd name="connsiteX204" fmla="*/ 6005507 w 12191993"/>
              <a:gd name="connsiteY204" fmla="*/ 6623046 h 6857996"/>
              <a:gd name="connsiteX205" fmla="*/ 6007094 w 12191993"/>
              <a:gd name="connsiteY205" fmla="*/ 6621458 h 6857996"/>
              <a:gd name="connsiteX206" fmla="*/ 6003918 w 12191993"/>
              <a:gd name="connsiteY206" fmla="*/ 6615108 h 6857996"/>
              <a:gd name="connsiteX207" fmla="*/ 6217912 w 12191993"/>
              <a:gd name="connsiteY207" fmla="*/ 6602408 h 6857996"/>
              <a:gd name="connsiteX208" fmla="*/ 6214737 w 12191993"/>
              <a:gd name="connsiteY208" fmla="*/ 6607999 h 6857996"/>
              <a:gd name="connsiteX209" fmla="*/ 6219817 w 12191993"/>
              <a:gd name="connsiteY209" fmla="*/ 6626945 h 6857996"/>
              <a:gd name="connsiteX210" fmla="*/ 6238550 w 12191993"/>
              <a:gd name="connsiteY210" fmla="*/ 6619802 h 6857996"/>
              <a:gd name="connsiteX211" fmla="*/ 6239503 w 12191993"/>
              <a:gd name="connsiteY211" fmla="*/ 6609241 h 6857996"/>
              <a:gd name="connsiteX212" fmla="*/ 6234423 w 12191993"/>
              <a:gd name="connsiteY212" fmla="*/ 6607067 h 6857996"/>
              <a:gd name="connsiteX213" fmla="*/ 6233470 w 12191993"/>
              <a:gd name="connsiteY213" fmla="*/ 6607999 h 6857996"/>
              <a:gd name="connsiteX214" fmla="*/ 6235693 w 12191993"/>
              <a:gd name="connsiteY214" fmla="*/ 6617628 h 6857996"/>
              <a:gd name="connsiteX215" fmla="*/ 6221722 w 12191993"/>
              <a:gd name="connsiteY215" fmla="*/ 6620112 h 6857996"/>
              <a:gd name="connsiteX216" fmla="*/ 6216642 w 12191993"/>
              <a:gd name="connsiteY216" fmla="*/ 6609863 h 6857996"/>
              <a:gd name="connsiteX217" fmla="*/ 6222992 w 12191993"/>
              <a:gd name="connsiteY217" fmla="*/ 6605825 h 6857996"/>
              <a:gd name="connsiteX218" fmla="*/ 6223310 w 12191993"/>
              <a:gd name="connsiteY218" fmla="*/ 6604272 h 6857996"/>
              <a:gd name="connsiteX219" fmla="*/ 6217912 w 12191993"/>
              <a:gd name="connsiteY219" fmla="*/ 6602408 h 6857996"/>
              <a:gd name="connsiteX220" fmla="*/ 6129330 w 12191993"/>
              <a:gd name="connsiteY220" fmla="*/ 6599233 h 6857996"/>
              <a:gd name="connsiteX221" fmla="*/ 6149968 w 12191993"/>
              <a:gd name="connsiteY221" fmla="*/ 6599233 h 6857996"/>
              <a:gd name="connsiteX222" fmla="*/ 6129330 w 12191993"/>
              <a:gd name="connsiteY222" fmla="*/ 6640508 h 6857996"/>
              <a:gd name="connsiteX223" fmla="*/ 6129330 w 12191993"/>
              <a:gd name="connsiteY223" fmla="*/ 6599233 h 6857996"/>
              <a:gd name="connsiteX224" fmla="*/ 6065830 w 12191993"/>
              <a:gd name="connsiteY224" fmla="*/ 6599233 h 6857996"/>
              <a:gd name="connsiteX225" fmla="*/ 6088055 w 12191993"/>
              <a:gd name="connsiteY225" fmla="*/ 6599233 h 6857996"/>
              <a:gd name="connsiteX226" fmla="*/ 6088055 w 12191993"/>
              <a:gd name="connsiteY226" fmla="*/ 6640508 h 6857996"/>
              <a:gd name="connsiteX227" fmla="*/ 6065830 w 12191993"/>
              <a:gd name="connsiteY227" fmla="*/ 6599233 h 6857996"/>
              <a:gd name="connsiteX228" fmla="*/ 5985060 w 12191993"/>
              <a:gd name="connsiteY228" fmla="*/ 6592919 h 6857996"/>
              <a:gd name="connsiteX229" fmla="*/ 5975325 w 12191993"/>
              <a:gd name="connsiteY229" fmla="*/ 6609935 h 6857996"/>
              <a:gd name="connsiteX230" fmla="*/ 5980978 w 12191993"/>
              <a:gd name="connsiteY230" fmla="*/ 6618283 h 6857996"/>
              <a:gd name="connsiteX231" fmla="*/ 5986630 w 12191993"/>
              <a:gd name="connsiteY231" fmla="*/ 6616999 h 6857996"/>
              <a:gd name="connsiteX232" fmla="*/ 5986630 w 12191993"/>
              <a:gd name="connsiteY232" fmla="*/ 6616036 h 6857996"/>
              <a:gd name="connsiteX233" fmla="*/ 5978465 w 12191993"/>
              <a:gd name="connsiteY233" fmla="*/ 6609293 h 6857996"/>
              <a:gd name="connsiteX234" fmla="*/ 5985688 w 12191993"/>
              <a:gd name="connsiteY234" fmla="*/ 6599340 h 6857996"/>
              <a:gd name="connsiteX235" fmla="*/ 5988828 w 12191993"/>
              <a:gd name="connsiteY235" fmla="*/ 6611862 h 6857996"/>
              <a:gd name="connsiteX236" fmla="*/ 5987886 w 12191993"/>
              <a:gd name="connsiteY236" fmla="*/ 6613146 h 6857996"/>
              <a:gd name="connsiteX237" fmla="*/ 5988200 w 12191993"/>
              <a:gd name="connsiteY237" fmla="*/ 6614430 h 6857996"/>
              <a:gd name="connsiteX238" fmla="*/ 5994166 w 12191993"/>
              <a:gd name="connsiteY238" fmla="*/ 6612825 h 6857996"/>
              <a:gd name="connsiteX239" fmla="*/ 5993538 w 12191993"/>
              <a:gd name="connsiteY239" fmla="*/ 6611541 h 6857996"/>
              <a:gd name="connsiteX240" fmla="*/ 5991340 w 12191993"/>
              <a:gd name="connsiteY240" fmla="*/ 6610578 h 6857996"/>
              <a:gd name="connsiteX241" fmla="*/ 5988828 w 12191993"/>
              <a:gd name="connsiteY241" fmla="*/ 6598377 h 6857996"/>
              <a:gd name="connsiteX242" fmla="*/ 5998249 w 12191993"/>
              <a:gd name="connsiteY242" fmla="*/ 6603193 h 6857996"/>
              <a:gd name="connsiteX243" fmla="*/ 5996365 w 12191993"/>
              <a:gd name="connsiteY243" fmla="*/ 6610899 h 6857996"/>
              <a:gd name="connsiteX244" fmla="*/ 5996992 w 12191993"/>
              <a:gd name="connsiteY244" fmla="*/ 6611862 h 6857996"/>
              <a:gd name="connsiteX245" fmla="*/ 6002330 w 12191993"/>
              <a:gd name="connsiteY245" fmla="*/ 6610257 h 6857996"/>
              <a:gd name="connsiteX246" fmla="*/ 6001388 w 12191993"/>
              <a:gd name="connsiteY246" fmla="*/ 6603835 h 6857996"/>
              <a:gd name="connsiteX247" fmla="*/ 5985060 w 12191993"/>
              <a:gd name="connsiteY247" fmla="*/ 6592919 h 6857996"/>
              <a:gd name="connsiteX248" fmla="*/ 6218230 w 12191993"/>
              <a:gd name="connsiteY248" fmla="*/ 6591296 h 6857996"/>
              <a:gd name="connsiteX249" fmla="*/ 6216642 w 12191993"/>
              <a:gd name="connsiteY249" fmla="*/ 6599234 h 6857996"/>
              <a:gd name="connsiteX250" fmla="*/ 6218230 w 12191993"/>
              <a:gd name="connsiteY250" fmla="*/ 6599234 h 6857996"/>
              <a:gd name="connsiteX251" fmla="*/ 6219817 w 12191993"/>
              <a:gd name="connsiteY251" fmla="*/ 6597646 h 6857996"/>
              <a:gd name="connsiteX252" fmla="*/ 6240455 w 12191993"/>
              <a:gd name="connsiteY252" fmla="*/ 6600821 h 6857996"/>
              <a:gd name="connsiteX253" fmla="*/ 6240455 w 12191993"/>
              <a:gd name="connsiteY253" fmla="*/ 6602409 h 6857996"/>
              <a:gd name="connsiteX254" fmla="*/ 6242043 w 12191993"/>
              <a:gd name="connsiteY254" fmla="*/ 6603996 h 6857996"/>
              <a:gd name="connsiteX255" fmla="*/ 6243630 w 12191993"/>
              <a:gd name="connsiteY255" fmla="*/ 6594471 h 6857996"/>
              <a:gd name="connsiteX256" fmla="*/ 6242043 w 12191993"/>
              <a:gd name="connsiteY256" fmla="*/ 6596059 h 6857996"/>
              <a:gd name="connsiteX257" fmla="*/ 6219817 w 12191993"/>
              <a:gd name="connsiteY257" fmla="*/ 6592884 h 6857996"/>
              <a:gd name="connsiteX258" fmla="*/ 6219817 w 12191993"/>
              <a:gd name="connsiteY258" fmla="*/ 6591296 h 6857996"/>
              <a:gd name="connsiteX259" fmla="*/ 4811421 w 12191993"/>
              <a:gd name="connsiteY259" fmla="*/ 6570659 h 6857996"/>
              <a:gd name="connsiteX260" fmla="*/ 4812359 w 12191993"/>
              <a:gd name="connsiteY260" fmla="*/ 6570659 h 6857996"/>
              <a:gd name="connsiteX261" fmla="*/ 4813298 w 12191993"/>
              <a:gd name="connsiteY261" fmla="*/ 6572952 h 6857996"/>
              <a:gd name="connsiteX262" fmla="*/ 4813298 w 12191993"/>
              <a:gd name="connsiteY262" fmla="*/ 6576883 h 6857996"/>
              <a:gd name="connsiteX263" fmla="*/ 4810796 w 12191993"/>
              <a:gd name="connsiteY263" fmla="*/ 6586056 h 6857996"/>
              <a:gd name="connsiteX264" fmla="*/ 4800166 w 12191993"/>
              <a:gd name="connsiteY264" fmla="*/ 6591297 h 6857996"/>
              <a:gd name="connsiteX265" fmla="*/ 4792659 w 12191993"/>
              <a:gd name="connsiteY265" fmla="*/ 6583763 h 6857996"/>
              <a:gd name="connsiteX266" fmla="*/ 4797977 w 12191993"/>
              <a:gd name="connsiteY266" fmla="*/ 6574918 h 6857996"/>
              <a:gd name="connsiteX267" fmla="*/ 4810169 w 12191993"/>
              <a:gd name="connsiteY267" fmla="*/ 6570987 h 6857996"/>
              <a:gd name="connsiteX268" fmla="*/ 4811421 w 12191993"/>
              <a:gd name="connsiteY268" fmla="*/ 6570659 h 6857996"/>
              <a:gd name="connsiteX269" fmla="*/ 5974078 w 12191993"/>
              <a:gd name="connsiteY269" fmla="*/ 6569071 h 6857996"/>
              <a:gd name="connsiteX270" fmla="*/ 5994394 w 12191993"/>
              <a:gd name="connsiteY270" fmla="*/ 6569721 h 6857996"/>
              <a:gd name="connsiteX271" fmla="*/ 5993749 w 12191993"/>
              <a:gd name="connsiteY271" fmla="*/ 6575566 h 6857996"/>
              <a:gd name="connsiteX272" fmla="*/ 5985364 w 12191993"/>
              <a:gd name="connsiteY272" fmla="*/ 6583035 h 6857996"/>
              <a:gd name="connsiteX273" fmla="*/ 5974078 w 12191993"/>
              <a:gd name="connsiteY273" fmla="*/ 6574267 h 6857996"/>
              <a:gd name="connsiteX274" fmla="*/ 5974078 w 12191993"/>
              <a:gd name="connsiteY274" fmla="*/ 6569071 h 6857996"/>
              <a:gd name="connsiteX275" fmla="*/ 5970895 w 12191993"/>
              <a:gd name="connsiteY275" fmla="*/ 6561133 h 6857996"/>
              <a:gd name="connsiteX276" fmla="*/ 5970895 w 12191993"/>
              <a:gd name="connsiteY276" fmla="*/ 6574627 h 6857996"/>
              <a:gd name="connsiteX277" fmla="*/ 5985016 w 12191993"/>
              <a:gd name="connsiteY277" fmla="*/ 6588121 h 6857996"/>
              <a:gd name="connsiteX278" fmla="*/ 5996628 w 12191993"/>
              <a:gd name="connsiteY278" fmla="*/ 6573342 h 6857996"/>
              <a:gd name="connsiteX279" fmla="*/ 5997568 w 12191993"/>
              <a:gd name="connsiteY279" fmla="*/ 6561776 h 6857996"/>
              <a:gd name="connsiteX280" fmla="*/ 5996000 w 12191993"/>
              <a:gd name="connsiteY280" fmla="*/ 6561776 h 6857996"/>
              <a:gd name="connsiteX281" fmla="*/ 5995058 w 12191993"/>
              <a:gd name="connsiteY281" fmla="*/ 6563382 h 6857996"/>
              <a:gd name="connsiteX282" fmla="*/ 5973718 w 12191993"/>
              <a:gd name="connsiteY282" fmla="*/ 6563061 h 6857996"/>
              <a:gd name="connsiteX283" fmla="*/ 5972463 w 12191993"/>
              <a:gd name="connsiteY283" fmla="*/ 6561133 h 6857996"/>
              <a:gd name="connsiteX284" fmla="*/ 5970895 w 12191993"/>
              <a:gd name="connsiteY284" fmla="*/ 6561133 h 6857996"/>
              <a:gd name="connsiteX285" fmla="*/ 6218230 w 12191993"/>
              <a:gd name="connsiteY285" fmla="*/ 6559546 h 6857996"/>
              <a:gd name="connsiteX286" fmla="*/ 6220070 w 12191993"/>
              <a:gd name="connsiteY286" fmla="*/ 6564826 h 6857996"/>
              <a:gd name="connsiteX287" fmla="*/ 6219764 w 12191993"/>
              <a:gd name="connsiteY287" fmla="*/ 6584394 h 6857996"/>
              <a:gd name="connsiteX288" fmla="*/ 6218537 w 12191993"/>
              <a:gd name="connsiteY288" fmla="*/ 6588121 h 6857996"/>
              <a:gd name="connsiteX289" fmla="*/ 6224364 w 12191993"/>
              <a:gd name="connsiteY289" fmla="*/ 6584394 h 6857996"/>
              <a:gd name="connsiteX290" fmla="*/ 6223137 w 12191993"/>
              <a:gd name="connsiteY290" fmla="*/ 6583773 h 6857996"/>
              <a:gd name="connsiteX291" fmla="*/ 6222830 w 12191993"/>
              <a:gd name="connsiteY291" fmla="*/ 6577561 h 6857996"/>
              <a:gd name="connsiteX292" fmla="*/ 6243685 w 12191993"/>
              <a:gd name="connsiteY292" fmla="*/ 6577250 h 6857996"/>
              <a:gd name="connsiteX293" fmla="*/ 6244605 w 12191993"/>
              <a:gd name="connsiteY293" fmla="*/ 6578803 h 6857996"/>
              <a:gd name="connsiteX294" fmla="*/ 6245218 w 12191993"/>
              <a:gd name="connsiteY294" fmla="*/ 6579114 h 6857996"/>
              <a:gd name="connsiteX295" fmla="*/ 6245218 w 12191993"/>
              <a:gd name="connsiteY295" fmla="*/ 6571349 h 6857996"/>
              <a:gd name="connsiteX296" fmla="*/ 6243992 w 12191993"/>
              <a:gd name="connsiteY296" fmla="*/ 6571349 h 6857996"/>
              <a:gd name="connsiteX297" fmla="*/ 6243685 w 12191993"/>
              <a:gd name="connsiteY297" fmla="*/ 6572281 h 6857996"/>
              <a:gd name="connsiteX298" fmla="*/ 6222524 w 12191993"/>
              <a:gd name="connsiteY298" fmla="*/ 6572591 h 6857996"/>
              <a:gd name="connsiteX299" fmla="*/ 6223444 w 12191993"/>
              <a:gd name="connsiteY299" fmla="*/ 6564516 h 6857996"/>
              <a:gd name="connsiteX300" fmla="*/ 6224977 w 12191993"/>
              <a:gd name="connsiteY300" fmla="*/ 6563895 h 6857996"/>
              <a:gd name="connsiteX301" fmla="*/ 6218230 w 12191993"/>
              <a:gd name="connsiteY301" fmla="*/ 6559546 h 6857996"/>
              <a:gd name="connsiteX302" fmla="*/ 5983809 w 12191993"/>
              <a:gd name="connsiteY302" fmla="*/ 6552364 h 6857996"/>
              <a:gd name="connsiteX303" fmla="*/ 5982298 w 12191993"/>
              <a:gd name="connsiteY303" fmla="*/ 6556900 h 6857996"/>
              <a:gd name="connsiteX304" fmla="*/ 5985926 w 12191993"/>
              <a:gd name="connsiteY304" fmla="*/ 6558790 h 6857996"/>
              <a:gd name="connsiteX305" fmla="*/ 5987437 w 12191993"/>
              <a:gd name="connsiteY305" fmla="*/ 6553498 h 6857996"/>
              <a:gd name="connsiteX306" fmla="*/ 5983809 w 12191993"/>
              <a:gd name="connsiteY306" fmla="*/ 6552364 h 6857996"/>
              <a:gd name="connsiteX307" fmla="*/ 5026508 w 12191993"/>
              <a:gd name="connsiteY307" fmla="*/ 6543672 h 6857996"/>
              <a:gd name="connsiteX308" fmla="*/ 5043486 w 12191993"/>
              <a:gd name="connsiteY308" fmla="*/ 6568904 h 6857996"/>
              <a:gd name="connsiteX309" fmla="*/ 5027743 w 12191993"/>
              <a:gd name="connsiteY309" fmla="*/ 6591297 h 6857996"/>
              <a:gd name="connsiteX310" fmla="*/ 5010148 w 12191993"/>
              <a:gd name="connsiteY310" fmla="*/ 6566696 h 6857996"/>
              <a:gd name="connsiteX311" fmla="*/ 5026508 w 12191993"/>
              <a:gd name="connsiteY311" fmla="*/ 6543672 h 6857996"/>
              <a:gd name="connsiteX312" fmla="*/ 4954742 w 12191993"/>
              <a:gd name="connsiteY312" fmla="*/ 6543672 h 6857996"/>
              <a:gd name="connsiteX313" fmla="*/ 4968873 w 12191993"/>
              <a:gd name="connsiteY313" fmla="*/ 6566831 h 6857996"/>
              <a:gd name="connsiteX314" fmla="*/ 4951602 w 12191993"/>
              <a:gd name="connsiteY314" fmla="*/ 6592885 h 6857996"/>
              <a:gd name="connsiteX315" fmla="*/ 4941867 w 12191993"/>
              <a:gd name="connsiteY315" fmla="*/ 6587739 h 6857996"/>
              <a:gd name="connsiteX316" fmla="*/ 4940297 w 12191993"/>
              <a:gd name="connsiteY316" fmla="*/ 6571334 h 6857996"/>
              <a:gd name="connsiteX317" fmla="*/ 4942494 w 12191993"/>
              <a:gd name="connsiteY317" fmla="*/ 6553965 h 6857996"/>
              <a:gd name="connsiteX318" fmla="*/ 4954742 w 12191993"/>
              <a:gd name="connsiteY318" fmla="*/ 6543672 h 6857996"/>
              <a:gd name="connsiteX319" fmla="*/ 5178611 w 12191993"/>
              <a:gd name="connsiteY319" fmla="*/ 6542084 h 6857996"/>
              <a:gd name="connsiteX320" fmla="*/ 5189759 w 12191993"/>
              <a:gd name="connsiteY320" fmla="*/ 6548752 h 6857996"/>
              <a:gd name="connsiteX321" fmla="*/ 5192710 w 12191993"/>
              <a:gd name="connsiteY321" fmla="*/ 6566214 h 6857996"/>
              <a:gd name="connsiteX322" fmla="*/ 5178611 w 12191993"/>
              <a:gd name="connsiteY322" fmla="*/ 6589709 h 6857996"/>
              <a:gd name="connsiteX323" fmla="*/ 5162548 w 12191993"/>
              <a:gd name="connsiteY323" fmla="*/ 6564944 h 6857996"/>
              <a:gd name="connsiteX324" fmla="*/ 5178611 w 12191993"/>
              <a:gd name="connsiteY324" fmla="*/ 6542084 h 6857996"/>
              <a:gd name="connsiteX325" fmla="*/ 4872968 w 12191993"/>
              <a:gd name="connsiteY325" fmla="*/ 6542084 h 6857996"/>
              <a:gd name="connsiteX326" fmla="*/ 4883528 w 12191993"/>
              <a:gd name="connsiteY326" fmla="*/ 6548752 h 6857996"/>
              <a:gd name="connsiteX327" fmla="*/ 4886321 w 12191993"/>
              <a:gd name="connsiteY327" fmla="*/ 6566214 h 6857996"/>
              <a:gd name="connsiteX328" fmla="*/ 4872968 w 12191993"/>
              <a:gd name="connsiteY328" fmla="*/ 6589709 h 6857996"/>
              <a:gd name="connsiteX329" fmla="*/ 4857745 w 12191993"/>
              <a:gd name="connsiteY329" fmla="*/ 6564944 h 6857996"/>
              <a:gd name="connsiteX330" fmla="*/ 4872968 w 12191993"/>
              <a:gd name="connsiteY330" fmla="*/ 6542084 h 6857996"/>
              <a:gd name="connsiteX331" fmla="*/ 5579869 w 12191993"/>
              <a:gd name="connsiteY331" fmla="*/ 6540496 h 6857996"/>
              <a:gd name="connsiteX332" fmla="*/ 5587389 w 12191993"/>
              <a:gd name="connsiteY332" fmla="*/ 6544134 h 6857996"/>
              <a:gd name="connsiteX333" fmla="*/ 5589582 w 12191993"/>
              <a:gd name="connsiteY333" fmla="*/ 6551741 h 6857996"/>
              <a:gd name="connsiteX334" fmla="*/ 5587077 w 12191993"/>
              <a:gd name="connsiteY334" fmla="*/ 6554387 h 6857996"/>
              <a:gd name="connsiteX335" fmla="*/ 5576110 w 12191993"/>
              <a:gd name="connsiteY335" fmla="*/ 6555710 h 6857996"/>
              <a:gd name="connsiteX336" fmla="*/ 5570157 w 12191993"/>
              <a:gd name="connsiteY336" fmla="*/ 6556041 h 6857996"/>
              <a:gd name="connsiteX337" fmla="*/ 5567337 w 12191993"/>
              <a:gd name="connsiteY337" fmla="*/ 6556371 h 6857996"/>
              <a:gd name="connsiteX338" fmla="*/ 5565771 w 12191993"/>
              <a:gd name="connsiteY338" fmla="*/ 6554718 h 6857996"/>
              <a:gd name="connsiteX339" fmla="*/ 5569217 w 12191993"/>
              <a:gd name="connsiteY339" fmla="*/ 6545788 h 6857996"/>
              <a:gd name="connsiteX340" fmla="*/ 5579869 w 12191993"/>
              <a:gd name="connsiteY340" fmla="*/ 6540496 h 6857996"/>
              <a:gd name="connsiteX341" fmla="*/ 6129330 w 12191993"/>
              <a:gd name="connsiteY341" fmla="*/ 6537321 h 6857996"/>
              <a:gd name="connsiteX342" fmla="*/ 6173780 w 12191993"/>
              <a:gd name="connsiteY342" fmla="*/ 6537321 h 6857996"/>
              <a:gd name="connsiteX343" fmla="*/ 6166631 w 12191993"/>
              <a:gd name="connsiteY343" fmla="*/ 6559546 h 6857996"/>
              <a:gd name="connsiteX344" fmla="*/ 6129330 w 12191993"/>
              <a:gd name="connsiteY344" fmla="*/ 6559546 h 6857996"/>
              <a:gd name="connsiteX345" fmla="*/ 6129330 w 12191993"/>
              <a:gd name="connsiteY345" fmla="*/ 6537321 h 6857996"/>
              <a:gd name="connsiteX346" fmla="*/ 6096878 w 12191993"/>
              <a:gd name="connsiteY346" fmla="*/ 6537321 h 6857996"/>
              <a:gd name="connsiteX347" fmla="*/ 6108373 w 12191993"/>
              <a:gd name="connsiteY347" fmla="*/ 6537321 h 6857996"/>
              <a:gd name="connsiteX348" fmla="*/ 6119869 w 12191993"/>
              <a:gd name="connsiteY348" fmla="*/ 6537321 h 6857996"/>
              <a:gd name="connsiteX349" fmla="*/ 6119869 w 12191993"/>
              <a:gd name="connsiteY349" fmla="*/ 6568512 h 6857996"/>
              <a:gd name="connsiteX350" fmla="*/ 6164255 w 12191993"/>
              <a:gd name="connsiteY350" fmla="*/ 6568512 h 6857996"/>
              <a:gd name="connsiteX351" fmla="*/ 6162659 w 12191993"/>
              <a:gd name="connsiteY351" fmla="*/ 6572012 h 6857996"/>
              <a:gd name="connsiteX352" fmla="*/ 6154995 w 12191993"/>
              <a:gd name="connsiteY352" fmla="*/ 6590154 h 6857996"/>
              <a:gd name="connsiteX353" fmla="*/ 6124659 w 12191993"/>
              <a:gd name="connsiteY353" fmla="*/ 6590154 h 6857996"/>
              <a:gd name="connsiteX354" fmla="*/ 6119869 w 12191993"/>
              <a:gd name="connsiteY354" fmla="*/ 6590154 h 6857996"/>
              <a:gd name="connsiteX355" fmla="*/ 6119869 w 12191993"/>
              <a:gd name="connsiteY355" fmla="*/ 6655080 h 6857996"/>
              <a:gd name="connsiteX356" fmla="*/ 6110928 w 12191993"/>
              <a:gd name="connsiteY356" fmla="*/ 6666538 h 6857996"/>
              <a:gd name="connsiteX357" fmla="*/ 6108373 w 12191993"/>
              <a:gd name="connsiteY357" fmla="*/ 6669084 h 6857996"/>
              <a:gd name="connsiteX358" fmla="*/ 6105819 w 12191993"/>
              <a:gd name="connsiteY358" fmla="*/ 6666538 h 6857996"/>
              <a:gd name="connsiteX359" fmla="*/ 6096878 w 12191993"/>
              <a:gd name="connsiteY359" fmla="*/ 6655080 h 6857996"/>
              <a:gd name="connsiteX360" fmla="*/ 6096878 w 12191993"/>
              <a:gd name="connsiteY360" fmla="*/ 6590154 h 6857996"/>
              <a:gd name="connsiteX361" fmla="*/ 6092407 w 12191993"/>
              <a:gd name="connsiteY361" fmla="*/ 6590154 h 6857996"/>
              <a:gd name="connsiteX362" fmla="*/ 6062391 w 12191993"/>
              <a:gd name="connsiteY362" fmla="*/ 6590154 h 6857996"/>
              <a:gd name="connsiteX363" fmla="*/ 6054727 w 12191993"/>
              <a:gd name="connsiteY363" fmla="*/ 6572012 h 6857996"/>
              <a:gd name="connsiteX364" fmla="*/ 6053130 w 12191993"/>
              <a:gd name="connsiteY364" fmla="*/ 6568512 h 6857996"/>
              <a:gd name="connsiteX365" fmla="*/ 6096878 w 12191993"/>
              <a:gd name="connsiteY365" fmla="*/ 6568512 h 6857996"/>
              <a:gd name="connsiteX366" fmla="*/ 6096878 w 12191993"/>
              <a:gd name="connsiteY366" fmla="*/ 6537321 h 6857996"/>
              <a:gd name="connsiteX367" fmla="*/ 6042017 w 12191993"/>
              <a:gd name="connsiteY367" fmla="*/ 6537321 h 6857996"/>
              <a:gd name="connsiteX368" fmla="*/ 6088055 w 12191993"/>
              <a:gd name="connsiteY368" fmla="*/ 6537321 h 6857996"/>
              <a:gd name="connsiteX369" fmla="*/ 6088055 w 12191993"/>
              <a:gd name="connsiteY369" fmla="*/ 6559546 h 6857996"/>
              <a:gd name="connsiteX370" fmla="*/ 6049150 w 12191993"/>
              <a:gd name="connsiteY370" fmla="*/ 6559546 h 6857996"/>
              <a:gd name="connsiteX371" fmla="*/ 6042017 w 12191993"/>
              <a:gd name="connsiteY371" fmla="*/ 6537321 h 6857996"/>
              <a:gd name="connsiteX372" fmla="*/ 5089323 w 12191993"/>
              <a:gd name="connsiteY372" fmla="*/ 6532559 h 6857996"/>
              <a:gd name="connsiteX373" fmla="*/ 5087120 w 12191993"/>
              <a:gd name="connsiteY373" fmla="*/ 6532877 h 6857996"/>
              <a:gd name="connsiteX374" fmla="*/ 5067916 w 12191993"/>
              <a:gd name="connsiteY374" fmla="*/ 6534782 h 6857996"/>
              <a:gd name="connsiteX375" fmla="*/ 5065710 w 12191993"/>
              <a:gd name="connsiteY375" fmla="*/ 6536687 h 6857996"/>
              <a:gd name="connsiteX376" fmla="*/ 5065710 w 12191993"/>
              <a:gd name="connsiteY376" fmla="*/ 6538909 h 6857996"/>
              <a:gd name="connsiteX377" fmla="*/ 5069489 w 12191993"/>
              <a:gd name="connsiteY377" fmla="*/ 6541132 h 6857996"/>
              <a:gd name="connsiteX378" fmla="*/ 5074842 w 12191993"/>
              <a:gd name="connsiteY378" fmla="*/ 6558277 h 6857996"/>
              <a:gd name="connsiteX379" fmla="*/ 5074842 w 12191993"/>
              <a:gd name="connsiteY379" fmla="*/ 6570025 h 6857996"/>
              <a:gd name="connsiteX380" fmla="*/ 5074842 w 12191993"/>
              <a:gd name="connsiteY380" fmla="*/ 6577010 h 6857996"/>
              <a:gd name="connsiteX381" fmla="*/ 5074842 w 12191993"/>
              <a:gd name="connsiteY381" fmla="*/ 6582725 h 6857996"/>
              <a:gd name="connsiteX382" fmla="*/ 5080824 w 12191993"/>
              <a:gd name="connsiteY382" fmla="*/ 6597012 h 6857996"/>
              <a:gd name="connsiteX383" fmla="*/ 5094046 w 12191993"/>
              <a:gd name="connsiteY383" fmla="*/ 6600505 h 6857996"/>
              <a:gd name="connsiteX384" fmla="*/ 5112304 w 12191993"/>
              <a:gd name="connsiteY384" fmla="*/ 6590980 h 6857996"/>
              <a:gd name="connsiteX385" fmla="*/ 5115138 w 12191993"/>
              <a:gd name="connsiteY385" fmla="*/ 6588757 h 6857996"/>
              <a:gd name="connsiteX386" fmla="*/ 5116398 w 12191993"/>
              <a:gd name="connsiteY386" fmla="*/ 6591615 h 6857996"/>
              <a:gd name="connsiteX387" fmla="*/ 5118599 w 12191993"/>
              <a:gd name="connsiteY387" fmla="*/ 6600822 h 6857996"/>
              <a:gd name="connsiteX388" fmla="*/ 5120489 w 12191993"/>
              <a:gd name="connsiteY388" fmla="*/ 6600505 h 6857996"/>
              <a:gd name="connsiteX389" fmla="*/ 5138120 w 12191993"/>
              <a:gd name="connsiteY389" fmla="*/ 6597965 h 6857996"/>
              <a:gd name="connsiteX390" fmla="*/ 5140322 w 12191993"/>
              <a:gd name="connsiteY390" fmla="*/ 6595742 h 6857996"/>
              <a:gd name="connsiteX391" fmla="*/ 5140322 w 12191993"/>
              <a:gd name="connsiteY391" fmla="*/ 6594155 h 6857996"/>
              <a:gd name="connsiteX392" fmla="*/ 5137805 w 12191993"/>
              <a:gd name="connsiteY392" fmla="*/ 6591932 h 6857996"/>
              <a:gd name="connsiteX393" fmla="*/ 5131195 w 12191993"/>
              <a:gd name="connsiteY393" fmla="*/ 6586535 h 6857996"/>
              <a:gd name="connsiteX394" fmla="*/ 5130565 w 12191993"/>
              <a:gd name="connsiteY394" fmla="*/ 6564627 h 6857996"/>
              <a:gd name="connsiteX395" fmla="*/ 5130565 w 12191993"/>
              <a:gd name="connsiteY395" fmla="*/ 6555419 h 6857996"/>
              <a:gd name="connsiteX396" fmla="*/ 5130565 w 12191993"/>
              <a:gd name="connsiteY396" fmla="*/ 6546847 h 6857996"/>
              <a:gd name="connsiteX397" fmla="*/ 5130880 w 12191993"/>
              <a:gd name="connsiteY397" fmla="*/ 6537639 h 6857996"/>
              <a:gd name="connsiteX398" fmla="*/ 5131195 w 12191993"/>
              <a:gd name="connsiteY398" fmla="*/ 6534147 h 6857996"/>
              <a:gd name="connsiteX399" fmla="*/ 5129304 w 12191993"/>
              <a:gd name="connsiteY399" fmla="*/ 6532559 h 6857996"/>
              <a:gd name="connsiteX400" fmla="*/ 5127416 w 12191993"/>
              <a:gd name="connsiteY400" fmla="*/ 6532877 h 6857996"/>
              <a:gd name="connsiteX401" fmla="*/ 5108842 w 12191993"/>
              <a:gd name="connsiteY401" fmla="*/ 6534782 h 6857996"/>
              <a:gd name="connsiteX402" fmla="*/ 5106638 w 12191993"/>
              <a:gd name="connsiteY402" fmla="*/ 6536687 h 6857996"/>
              <a:gd name="connsiteX403" fmla="*/ 5106638 w 12191993"/>
              <a:gd name="connsiteY403" fmla="*/ 6538909 h 6857996"/>
              <a:gd name="connsiteX404" fmla="*/ 5110102 w 12191993"/>
              <a:gd name="connsiteY404" fmla="*/ 6541132 h 6857996"/>
              <a:gd name="connsiteX405" fmla="*/ 5115138 w 12191993"/>
              <a:gd name="connsiteY405" fmla="*/ 6544942 h 6857996"/>
              <a:gd name="connsiteX406" fmla="*/ 5115768 w 12191993"/>
              <a:gd name="connsiteY406" fmla="*/ 6558277 h 6857996"/>
              <a:gd name="connsiteX407" fmla="*/ 5115768 w 12191993"/>
              <a:gd name="connsiteY407" fmla="*/ 6564627 h 6857996"/>
              <a:gd name="connsiteX408" fmla="*/ 5113564 w 12191993"/>
              <a:gd name="connsiteY408" fmla="*/ 6581455 h 6857996"/>
              <a:gd name="connsiteX409" fmla="*/ 5100026 w 12191993"/>
              <a:gd name="connsiteY409" fmla="*/ 6588757 h 6857996"/>
              <a:gd name="connsiteX410" fmla="*/ 5091842 w 12191993"/>
              <a:gd name="connsiteY410" fmla="*/ 6585265 h 6857996"/>
              <a:gd name="connsiteX411" fmla="*/ 5089639 w 12191993"/>
              <a:gd name="connsiteY411" fmla="*/ 6568437 h 6857996"/>
              <a:gd name="connsiteX412" fmla="*/ 5089639 w 12191993"/>
              <a:gd name="connsiteY412" fmla="*/ 6557959 h 6857996"/>
              <a:gd name="connsiteX413" fmla="*/ 5090582 w 12191993"/>
              <a:gd name="connsiteY413" fmla="*/ 6537004 h 6857996"/>
              <a:gd name="connsiteX414" fmla="*/ 5090582 w 12191993"/>
              <a:gd name="connsiteY414" fmla="*/ 6534147 h 6857996"/>
              <a:gd name="connsiteX415" fmla="*/ 5089323 w 12191993"/>
              <a:gd name="connsiteY415" fmla="*/ 6532559 h 6857996"/>
              <a:gd name="connsiteX416" fmla="*/ 5027612 w 12191993"/>
              <a:gd name="connsiteY416" fmla="*/ 6532559 h 6857996"/>
              <a:gd name="connsiteX417" fmla="*/ 5003796 w 12191993"/>
              <a:gd name="connsiteY417" fmla="*/ 6542129 h 6857996"/>
              <a:gd name="connsiteX418" fmla="*/ 4994273 w 12191993"/>
              <a:gd name="connsiteY418" fmla="*/ 6568605 h 6857996"/>
              <a:gd name="connsiteX419" fmla="*/ 5025071 w 12191993"/>
              <a:gd name="connsiteY419" fmla="*/ 6600822 h 6857996"/>
              <a:gd name="connsiteX420" fmla="*/ 5051107 w 12191993"/>
              <a:gd name="connsiteY420" fmla="*/ 6589658 h 6857996"/>
              <a:gd name="connsiteX421" fmla="*/ 5059361 w 12191993"/>
              <a:gd name="connsiteY421" fmla="*/ 6565096 h 6857996"/>
              <a:gd name="connsiteX422" fmla="*/ 5054599 w 12191993"/>
              <a:gd name="connsiteY422" fmla="*/ 6546276 h 6857996"/>
              <a:gd name="connsiteX423" fmla="*/ 5027612 w 12191993"/>
              <a:gd name="connsiteY423" fmla="*/ 6532559 h 6857996"/>
              <a:gd name="connsiteX424" fmla="*/ 4803177 w 12191993"/>
              <a:gd name="connsiteY424" fmla="*/ 6532559 h 6857996"/>
              <a:gd name="connsiteX425" fmla="*/ 4786838 w 12191993"/>
              <a:gd name="connsiteY425" fmla="*/ 6534491 h 6857996"/>
              <a:gd name="connsiteX426" fmla="*/ 4781497 w 12191993"/>
              <a:gd name="connsiteY426" fmla="*/ 6540285 h 6857996"/>
              <a:gd name="connsiteX427" fmla="*/ 4780556 w 12191993"/>
              <a:gd name="connsiteY427" fmla="*/ 6547366 h 6857996"/>
              <a:gd name="connsiteX428" fmla="*/ 4780556 w 12191993"/>
              <a:gd name="connsiteY428" fmla="*/ 6548010 h 6857996"/>
              <a:gd name="connsiteX429" fmla="*/ 4781497 w 12191993"/>
              <a:gd name="connsiteY429" fmla="*/ 6549619 h 6857996"/>
              <a:gd name="connsiteX430" fmla="*/ 4783384 w 12191993"/>
              <a:gd name="connsiteY430" fmla="*/ 6548976 h 6857996"/>
              <a:gd name="connsiteX431" fmla="*/ 4801291 w 12191993"/>
              <a:gd name="connsiteY431" fmla="*/ 6543825 h 6857996"/>
              <a:gd name="connsiteX432" fmla="*/ 4812916 w 12191993"/>
              <a:gd name="connsiteY432" fmla="*/ 6556379 h 6857996"/>
              <a:gd name="connsiteX433" fmla="*/ 4812916 w 12191993"/>
              <a:gd name="connsiteY433" fmla="*/ 6558632 h 6857996"/>
              <a:gd name="connsiteX434" fmla="*/ 4804747 w 12191993"/>
              <a:gd name="connsiteY434" fmla="*/ 6565070 h 6857996"/>
              <a:gd name="connsiteX435" fmla="*/ 4787782 w 12191993"/>
              <a:gd name="connsiteY435" fmla="*/ 6568611 h 6857996"/>
              <a:gd name="connsiteX436" fmla="*/ 4779927 w 12191993"/>
              <a:gd name="connsiteY436" fmla="*/ 6571508 h 6857996"/>
              <a:gd name="connsiteX437" fmla="*/ 4776786 w 12191993"/>
              <a:gd name="connsiteY437" fmla="*/ 6584705 h 6857996"/>
              <a:gd name="connsiteX438" fmla="*/ 4791238 w 12191993"/>
              <a:gd name="connsiteY438" fmla="*/ 6601444 h 6857996"/>
              <a:gd name="connsiteX439" fmla="*/ 4804120 w 12191993"/>
              <a:gd name="connsiteY439" fmla="*/ 6597903 h 6857996"/>
              <a:gd name="connsiteX440" fmla="*/ 4811661 w 12191993"/>
              <a:gd name="connsiteY440" fmla="*/ 6592109 h 6857996"/>
              <a:gd name="connsiteX441" fmla="*/ 4812602 w 12191993"/>
              <a:gd name="connsiteY441" fmla="*/ 6591787 h 6857996"/>
              <a:gd name="connsiteX442" fmla="*/ 4813545 w 12191993"/>
              <a:gd name="connsiteY442" fmla="*/ 6595328 h 6857996"/>
              <a:gd name="connsiteX443" fmla="*/ 4814174 w 12191993"/>
              <a:gd name="connsiteY443" fmla="*/ 6600478 h 6857996"/>
              <a:gd name="connsiteX444" fmla="*/ 4816372 w 12191993"/>
              <a:gd name="connsiteY444" fmla="*/ 6602409 h 6857996"/>
              <a:gd name="connsiteX445" fmla="*/ 4819200 w 12191993"/>
              <a:gd name="connsiteY445" fmla="*/ 6602409 h 6857996"/>
              <a:gd name="connsiteX446" fmla="*/ 4834596 w 12191993"/>
              <a:gd name="connsiteY446" fmla="*/ 6599512 h 6857996"/>
              <a:gd name="connsiteX447" fmla="*/ 4837109 w 12191993"/>
              <a:gd name="connsiteY447" fmla="*/ 6597259 h 6857996"/>
              <a:gd name="connsiteX448" fmla="*/ 4837109 w 12191993"/>
              <a:gd name="connsiteY448" fmla="*/ 6595328 h 6857996"/>
              <a:gd name="connsiteX449" fmla="*/ 4833968 w 12191993"/>
              <a:gd name="connsiteY449" fmla="*/ 6593074 h 6857996"/>
              <a:gd name="connsiteX450" fmla="*/ 4828312 w 12191993"/>
              <a:gd name="connsiteY450" fmla="*/ 6591465 h 6857996"/>
              <a:gd name="connsiteX451" fmla="*/ 4826740 w 12191993"/>
              <a:gd name="connsiteY451" fmla="*/ 6576336 h 6857996"/>
              <a:gd name="connsiteX452" fmla="*/ 4827371 w 12191993"/>
              <a:gd name="connsiteY452" fmla="*/ 6551551 h 6857996"/>
              <a:gd name="connsiteX453" fmla="*/ 4803177 w 12191993"/>
              <a:gd name="connsiteY453" fmla="*/ 6532559 h 6857996"/>
              <a:gd name="connsiteX454" fmla="*/ 6236007 w 12191993"/>
              <a:gd name="connsiteY454" fmla="*/ 6532558 h 6857996"/>
              <a:gd name="connsiteX455" fmla="*/ 6230040 w 12191993"/>
              <a:gd name="connsiteY455" fmla="*/ 6533843 h 6857996"/>
              <a:gd name="connsiteX456" fmla="*/ 6230040 w 12191993"/>
              <a:gd name="connsiteY456" fmla="*/ 6534806 h 6857996"/>
              <a:gd name="connsiteX457" fmla="*/ 6238658 w 12191993"/>
              <a:gd name="connsiteY457" fmla="*/ 6541869 h 6857996"/>
              <a:gd name="connsiteX458" fmla="*/ 6231035 w 12191993"/>
              <a:gd name="connsiteY458" fmla="*/ 6551822 h 6857996"/>
              <a:gd name="connsiteX459" fmla="*/ 6227720 w 12191993"/>
              <a:gd name="connsiteY459" fmla="*/ 6538980 h 6857996"/>
              <a:gd name="connsiteX460" fmla="*/ 6228714 w 12191993"/>
              <a:gd name="connsiteY460" fmla="*/ 6537374 h 6857996"/>
              <a:gd name="connsiteX461" fmla="*/ 6228383 w 12191993"/>
              <a:gd name="connsiteY461" fmla="*/ 6536411 h 6857996"/>
              <a:gd name="connsiteX462" fmla="*/ 6222417 w 12191993"/>
              <a:gd name="connsiteY462" fmla="*/ 6538016 h 6857996"/>
              <a:gd name="connsiteX463" fmla="*/ 6222748 w 12191993"/>
              <a:gd name="connsiteY463" fmla="*/ 6539301 h 6857996"/>
              <a:gd name="connsiteX464" fmla="*/ 6225068 w 12191993"/>
              <a:gd name="connsiteY464" fmla="*/ 6540264 h 6857996"/>
              <a:gd name="connsiteX465" fmla="*/ 6227720 w 12191993"/>
              <a:gd name="connsiteY465" fmla="*/ 6552785 h 6857996"/>
              <a:gd name="connsiteX466" fmla="*/ 6217776 w 12191993"/>
              <a:gd name="connsiteY466" fmla="*/ 6547648 h 6857996"/>
              <a:gd name="connsiteX467" fmla="*/ 6220096 w 12191993"/>
              <a:gd name="connsiteY467" fmla="*/ 6539943 h 6857996"/>
              <a:gd name="connsiteX468" fmla="*/ 6219102 w 12191993"/>
              <a:gd name="connsiteY468" fmla="*/ 6538980 h 6857996"/>
              <a:gd name="connsiteX469" fmla="*/ 6213467 w 12191993"/>
              <a:gd name="connsiteY469" fmla="*/ 6540264 h 6857996"/>
              <a:gd name="connsiteX470" fmla="*/ 6214793 w 12191993"/>
              <a:gd name="connsiteY470" fmla="*/ 6547006 h 6857996"/>
              <a:gd name="connsiteX471" fmla="*/ 6231698 w 12191993"/>
              <a:gd name="connsiteY471" fmla="*/ 6558244 h 6857996"/>
              <a:gd name="connsiteX472" fmla="*/ 6241973 w 12191993"/>
              <a:gd name="connsiteY472" fmla="*/ 6541227 h 6857996"/>
              <a:gd name="connsiteX473" fmla="*/ 6236007 w 12191993"/>
              <a:gd name="connsiteY473" fmla="*/ 6532558 h 6857996"/>
              <a:gd name="connsiteX474" fmla="*/ 5837231 w 12191993"/>
              <a:gd name="connsiteY474" fmla="*/ 6532558 h 6857996"/>
              <a:gd name="connsiteX475" fmla="*/ 5835644 w 12191993"/>
              <a:gd name="connsiteY475" fmla="*/ 6534151 h 6857996"/>
              <a:gd name="connsiteX476" fmla="*/ 5835644 w 12191993"/>
              <a:gd name="connsiteY476" fmla="*/ 6536381 h 6857996"/>
              <a:gd name="connsiteX477" fmla="*/ 5836915 w 12191993"/>
              <a:gd name="connsiteY477" fmla="*/ 6538612 h 6857996"/>
              <a:gd name="connsiteX478" fmla="*/ 5841676 w 12191993"/>
              <a:gd name="connsiteY478" fmla="*/ 6543072 h 6857996"/>
              <a:gd name="connsiteX479" fmla="*/ 5847074 w 12191993"/>
              <a:gd name="connsiteY479" fmla="*/ 6555816 h 6857996"/>
              <a:gd name="connsiteX480" fmla="*/ 5860408 w 12191993"/>
              <a:gd name="connsiteY480" fmla="*/ 6587357 h 6857996"/>
              <a:gd name="connsiteX481" fmla="*/ 5865488 w 12191993"/>
              <a:gd name="connsiteY481" fmla="*/ 6597234 h 6857996"/>
              <a:gd name="connsiteX482" fmla="*/ 5866123 w 12191993"/>
              <a:gd name="connsiteY482" fmla="*/ 6598190 h 6857996"/>
              <a:gd name="connsiteX483" fmla="*/ 5865171 w 12191993"/>
              <a:gd name="connsiteY483" fmla="*/ 6600738 h 6857996"/>
              <a:gd name="connsiteX484" fmla="*/ 5851518 w 12191993"/>
              <a:gd name="connsiteY484" fmla="*/ 6611571 h 6857996"/>
              <a:gd name="connsiteX485" fmla="*/ 5841358 w 12191993"/>
              <a:gd name="connsiteY485" fmla="*/ 6609978 h 6857996"/>
              <a:gd name="connsiteX486" fmla="*/ 5840406 w 12191993"/>
              <a:gd name="connsiteY486" fmla="*/ 6609978 h 6857996"/>
              <a:gd name="connsiteX487" fmla="*/ 5839136 w 12191993"/>
              <a:gd name="connsiteY487" fmla="*/ 6611889 h 6857996"/>
              <a:gd name="connsiteX488" fmla="*/ 5839136 w 12191993"/>
              <a:gd name="connsiteY488" fmla="*/ 6614119 h 6857996"/>
              <a:gd name="connsiteX489" fmla="*/ 5838818 w 12191993"/>
              <a:gd name="connsiteY489" fmla="*/ 6617305 h 6857996"/>
              <a:gd name="connsiteX490" fmla="*/ 5850566 w 12191993"/>
              <a:gd name="connsiteY490" fmla="*/ 6624633 h 6857996"/>
              <a:gd name="connsiteX491" fmla="*/ 5864218 w 12191993"/>
              <a:gd name="connsiteY491" fmla="*/ 6618898 h 6857996"/>
              <a:gd name="connsiteX492" fmla="*/ 5874696 w 12191993"/>
              <a:gd name="connsiteY492" fmla="*/ 6596597 h 6857996"/>
              <a:gd name="connsiteX493" fmla="*/ 5882634 w 12191993"/>
              <a:gd name="connsiteY493" fmla="*/ 6575569 h 6857996"/>
              <a:gd name="connsiteX494" fmla="*/ 5889619 w 12191993"/>
              <a:gd name="connsiteY494" fmla="*/ 6558046 h 6857996"/>
              <a:gd name="connsiteX495" fmla="*/ 5893429 w 12191993"/>
              <a:gd name="connsiteY495" fmla="*/ 6548170 h 6857996"/>
              <a:gd name="connsiteX496" fmla="*/ 5899461 w 12191993"/>
              <a:gd name="connsiteY496" fmla="*/ 6538612 h 6857996"/>
              <a:gd name="connsiteX497" fmla="*/ 5900731 w 12191993"/>
              <a:gd name="connsiteY497" fmla="*/ 6536381 h 6857996"/>
              <a:gd name="connsiteX498" fmla="*/ 5900731 w 12191993"/>
              <a:gd name="connsiteY498" fmla="*/ 6534151 h 6857996"/>
              <a:gd name="connsiteX499" fmla="*/ 5899144 w 12191993"/>
              <a:gd name="connsiteY499" fmla="*/ 6532558 h 6857996"/>
              <a:gd name="connsiteX500" fmla="*/ 5897874 w 12191993"/>
              <a:gd name="connsiteY500" fmla="*/ 6532877 h 6857996"/>
              <a:gd name="connsiteX501" fmla="*/ 5890254 w 12191993"/>
              <a:gd name="connsiteY501" fmla="*/ 6532877 h 6857996"/>
              <a:gd name="connsiteX502" fmla="*/ 5880729 w 12191993"/>
              <a:gd name="connsiteY502" fmla="*/ 6532558 h 6857996"/>
              <a:gd name="connsiteX503" fmla="*/ 5879459 w 12191993"/>
              <a:gd name="connsiteY503" fmla="*/ 6532558 h 6857996"/>
              <a:gd name="connsiteX504" fmla="*/ 5878189 w 12191993"/>
              <a:gd name="connsiteY504" fmla="*/ 6534151 h 6857996"/>
              <a:gd name="connsiteX505" fmla="*/ 5878189 w 12191993"/>
              <a:gd name="connsiteY505" fmla="*/ 6536381 h 6857996"/>
              <a:gd name="connsiteX506" fmla="*/ 5881364 w 12191993"/>
              <a:gd name="connsiteY506" fmla="*/ 6538930 h 6857996"/>
              <a:gd name="connsiteX507" fmla="*/ 5885174 w 12191993"/>
              <a:gd name="connsiteY507" fmla="*/ 6542753 h 6857996"/>
              <a:gd name="connsiteX508" fmla="*/ 5873109 w 12191993"/>
              <a:gd name="connsiteY508" fmla="*/ 6580985 h 6857996"/>
              <a:gd name="connsiteX509" fmla="*/ 5871840 w 12191993"/>
              <a:gd name="connsiteY509" fmla="*/ 6578118 h 6857996"/>
              <a:gd name="connsiteX510" fmla="*/ 5868346 w 12191993"/>
              <a:gd name="connsiteY510" fmla="*/ 6569197 h 6857996"/>
              <a:gd name="connsiteX511" fmla="*/ 5866441 w 12191993"/>
              <a:gd name="connsiteY511" fmla="*/ 6563781 h 6857996"/>
              <a:gd name="connsiteX512" fmla="*/ 5862313 w 12191993"/>
              <a:gd name="connsiteY512" fmla="*/ 6552949 h 6857996"/>
              <a:gd name="connsiteX513" fmla="*/ 5860091 w 12191993"/>
              <a:gd name="connsiteY513" fmla="*/ 6546258 h 6857996"/>
              <a:gd name="connsiteX514" fmla="*/ 5859138 w 12191993"/>
              <a:gd name="connsiteY514" fmla="*/ 6543391 h 6857996"/>
              <a:gd name="connsiteX515" fmla="*/ 5863266 w 12191993"/>
              <a:gd name="connsiteY515" fmla="*/ 6539567 h 6857996"/>
              <a:gd name="connsiteX516" fmla="*/ 5868028 w 12191993"/>
              <a:gd name="connsiteY516" fmla="*/ 6536381 h 6857996"/>
              <a:gd name="connsiteX517" fmla="*/ 5868028 w 12191993"/>
              <a:gd name="connsiteY517" fmla="*/ 6534151 h 6857996"/>
              <a:gd name="connsiteX518" fmla="*/ 5866441 w 12191993"/>
              <a:gd name="connsiteY518" fmla="*/ 6532558 h 6857996"/>
              <a:gd name="connsiteX519" fmla="*/ 5865171 w 12191993"/>
              <a:gd name="connsiteY519" fmla="*/ 6532558 h 6857996"/>
              <a:gd name="connsiteX520" fmla="*/ 5853423 w 12191993"/>
              <a:gd name="connsiteY520" fmla="*/ 6532877 h 6857996"/>
              <a:gd name="connsiteX521" fmla="*/ 5838184 w 12191993"/>
              <a:gd name="connsiteY521" fmla="*/ 6532558 h 6857996"/>
              <a:gd name="connsiteX522" fmla="*/ 5837231 w 12191993"/>
              <a:gd name="connsiteY522" fmla="*/ 6532558 h 6857996"/>
              <a:gd name="connsiteX523" fmla="*/ 5758711 w 12191993"/>
              <a:gd name="connsiteY523" fmla="*/ 6532558 h 6857996"/>
              <a:gd name="connsiteX524" fmla="*/ 5757429 w 12191993"/>
              <a:gd name="connsiteY524" fmla="*/ 6532877 h 6857996"/>
              <a:gd name="connsiteX525" fmla="*/ 5756469 w 12191993"/>
              <a:gd name="connsiteY525" fmla="*/ 6532877 h 6857996"/>
              <a:gd name="connsiteX526" fmla="*/ 5737876 w 12191993"/>
              <a:gd name="connsiteY526" fmla="*/ 6534791 h 6857996"/>
              <a:gd name="connsiteX527" fmla="*/ 5735632 w 12191993"/>
              <a:gd name="connsiteY527" fmla="*/ 6536705 h 6857996"/>
              <a:gd name="connsiteX528" fmla="*/ 5735632 w 12191993"/>
              <a:gd name="connsiteY528" fmla="*/ 6539258 h 6857996"/>
              <a:gd name="connsiteX529" fmla="*/ 5739159 w 12191993"/>
              <a:gd name="connsiteY529" fmla="*/ 6541172 h 6857996"/>
              <a:gd name="connsiteX530" fmla="*/ 5744929 w 12191993"/>
              <a:gd name="connsiteY530" fmla="*/ 6558399 h 6857996"/>
              <a:gd name="connsiteX531" fmla="*/ 5744929 w 12191993"/>
              <a:gd name="connsiteY531" fmla="*/ 6569245 h 6857996"/>
              <a:gd name="connsiteX532" fmla="*/ 5744608 w 12191993"/>
              <a:gd name="connsiteY532" fmla="*/ 6587430 h 6857996"/>
              <a:gd name="connsiteX533" fmla="*/ 5739478 w 12191993"/>
              <a:gd name="connsiteY533" fmla="*/ 6592534 h 6857996"/>
              <a:gd name="connsiteX534" fmla="*/ 5735632 w 12191993"/>
              <a:gd name="connsiteY534" fmla="*/ 6595405 h 6857996"/>
              <a:gd name="connsiteX535" fmla="*/ 5735632 w 12191993"/>
              <a:gd name="connsiteY535" fmla="*/ 6597638 h 6857996"/>
              <a:gd name="connsiteX536" fmla="*/ 5736913 w 12191993"/>
              <a:gd name="connsiteY536" fmla="*/ 6599233 h 6857996"/>
              <a:gd name="connsiteX537" fmla="*/ 5737876 w 12191993"/>
              <a:gd name="connsiteY537" fmla="*/ 6599233 h 6857996"/>
              <a:gd name="connsiteX538" fmla="*/ 5752302 w 12191993"/>
              <a:gd name="connsiteY538" fmla="*/ 6598914 h 6857996"/>
              <a:gd name="connsiteX539" fmla="*/ 5766726 w 12191993"/>
              <a:gd name="connsiteY539" fmla="*/ 6599233 h 6857996"/>
              <a:gd name="connsiteX540" fmla="*/ 5767687 w 12191993"/>
              <a:gd name="connsiteY540" fmla="*/ 6599233 h 6857996"/>
              <a:gd name="connsiteX541" fmla="*/ 5768969 w 12191993"/>
              <a:gd name="connsiteY541" fmla="*/ 6597638 h 6857996"/>
              <a:gd name="connsiteX542" fmla="*/ 5768969 w 12191993"/>
              <a:gd name="connsiteY542" fmla="*/ 6595405 h 6857996"/>
              <a:gd name="connsiteX543" fmla="*/ 5765124 w 12191993"/>
              <a:gd name="connsiteY543" fmla="*/ 6592534 h 6857996"/>
              <a:gd name="connsiteX544" fmla="*/ 5759994 w 12191993"/>
              <a:gd name="connsiteY544" fmla="*/ 6587430 h 6857996"/>
              <a:gd name="connsiteX545" fmla="*/ 5759994 w 12191993"/>
              <a:gd name="connsiteY545" fmla="*/ 6569245 h 6857996"/>
              <a:gd name="connsiteX546" fmla="*/ 5759994 w 12191993"/>
              <a:gd name="connsiteY546" fmla="*/ 6562865 h 6857996"/>
              <a:gd name="connsiteX547" fmla="*/ 5759994 w 12191993"/>
              <a:gd name="connsiteY547" fmla="*/ 6540215 h 6857996"/>
              <a:gd name="connsiteX548" fmla="*/ 5760314 w 12191993"/>
              <a:gd name="connsiteY548" fmla="*/ 6535110 h 6857996"/>
              <a:gd name="connsiteX549" fmla="*/ 5758711 w 12191993"/>
              <a:gd name="connsiteY549" fmla="*/ 6532558 h 6857996"/>
              <a:gd name="connsiteX550" fmla="*/ 5705788 w 12191993"/>
              <a:gd name="connsiteY550" fmla="*/ 6532558 h 6857996"/>
              <a:gd name="connsiteX551" fmla="*/ 5680070 w 12191993"/>
              <a:gd name="connsiteY551" fmla="*/ 6553292 h 6857996"/>
              <a:gd name="connsiteX552" fmla="*/ 5701025 w 12191993"/>
              <a:gd name="connsiteY552" fmla="*/ 6575621 h 6857996"/>
              <a:gd name="connsiteX553" fmla="*/ 5710233 w 12191993"/>
              <a:gd name="connsiteY553" fmla="*/ 6584872 h 6857996"/>
              <a:gd name="connsiteX554" fmla="*/ 5699119 w 12191993"/>
              <a:gd name="connsiteY554" fmla="*/ 6593804 h 6857996"/>
              <a:gd name="connsiteX555" fmla="*/ 5686102 w 12191993"/>
              <a:gd name="connsiteY555" fmla="*/ 6585829 h 6857996"/>
              <a:gd name="connsiteX556" fmla="*/ 5683880 w 12191993"/>
              <a:gd name="connsiteY556" fmla="*/ 6582320 h 6857996"/>
              <a:gd name="connsiteX557" fmla="*/ 5681657 w 12191993"/>
              <a:gd name="connsiteY557" fmla="*/ 6582320 h 6857996"/>
              <a:gd name="connsiteX558" fmla="*/ 5679434 w 12191993"/>
              <a:gd name="connsiteY558" fmla="*/ 6584553 h 6857996"/>
              <a:gd name="connsiteX559" fmla="*/ 5678483 w 12191993"/>
              <a:gd name="connsiteY559" fmla="*/ 6593485 h 6857996"/>
              <a:gd name="connsiteX560" fmla="*/ 5680705 w 12191993"/>
              <a:gd name="connsiteY560" fmla="*/ 6597312 h 6857996"/>
              <a:gd name="connsiteX561" fmla="*/ 5697533 w 12191993"/>
              <a:gd name="connsiteY561" fmla="*/ 6600821 h 6857996"/>
              <a:gd name="connsiteX562" fmla="*/ 5724521 w 12191993"/>
              <a:gd name="connsiteY562" fmla="*/ 6580725 h 6857996"/>
              <a:gd name="connsiteX563" fmla="*/ 5711185 w 12191993"/>
              <a:gd name="connsiteY563" fmla="*/ 6562862 h 6857996"/>
              <a:gd name="connsiteX564" fmla="*/ 5699755 w 12191993"/>
              <a:gd name="connsiteY564" fmla="*/ 6557439 h 6857996"/>
              <a:gd name="connsiteX565" fmla="*/ 5692770 w 12191993"/>
              <a:gd name="connsiteY565" fmla="*/ 6548508 h 6857996"/>
              <a:gd name="connsiteX566" fmla="*/ 5703248 w 12191993"/>
              <a:gd name="connsiteY566" fmla="*/ 6539895 h 6857996"/>
              <a:gd name="connsiteX567" fmla="*/ 5714360 w 12191993"/>
              <a:gd name="connsiteY567" fmla="*/ 6545318 h 6857996"/>
              <a:gd name="connsiteX568" fmla="*/ 5716901 w 12191993"/>
              <a:gd name="connsiteY568" fmla="*/ 6548827 h 6857996"/>
              <a:gd name="connsiteX569" fmla="*/ 5719123 w 12191993"/>
              <a:gd name="connsiteY569" fmla="*/ 6548827 h 6857996"/>
              <a:gd name="connsiteX570" fmla="*/ 5720710 w 12191993"/>
              <a:gd name="connsiteY570" fmla="*/ 6546275 h 6857996"/>
              <a:gd name="connsiteX571" fmla="*/ 5721663 w 12191993"/>
              <a:gd name="connsiteY571" fmla="*/ 6538300 h 6857996"/>
              <a:gd name="connsiteX572" fmla="*/ 5721663 w 12191993"/>
              <a:gd name="connsiteY572" fmla="*/ 6537981 h 6857996"/>
              <a:gd name="connsiteX573" fmla="*/ 5719123 w 12191993"/>
              <a:gd name="connsiteY573" fmla="*/ 6534791 h 6857996"/>
              <a:gd name="connsiteX574" fmla="*/ 5705788 w 12191993"/>
              <a:gd name="connsiteY574" fmla="*/ 6532558 h 6857996"/>
              <a:gd name="connsiteX575" fmla="*/ 5638758 w 12191993"/>
              <a:gd name="connsiteY575" fmla="*/ 6532558 h 6857996"/>
              <a:gd name="connsiteX576" fmla="*/ 5637794 w 12191993"/>
              <a:gd name="connsiteY576" fmla="*/ 6532877 h 6857996"/>
              <a:gd name="connsiteX577" fmla="*/ 5636508 w 12191993"/>
              <a:gd name="connsiteY577" fmla="*/ 6532877 h 6857996"/>
              <a:gd name="connsiteX578" fmla="*/ 5617231 w 12191993"/>
              <a:gd name="connsiteY578" fmla="*/ 6535748 h 6857996"/>
              <a:gd name="connsiteX579" fmla="*/ 5614983 w 12191993"/>
              <a:gd name="connsiteY579" fmla="*/ 6538301 h 6857996"/>
              <a:gd name="connsiteX580" fmla="*/ 5614983 w 12191993"/>
              <a:gd name="connsiteY580" fmla="*/ 6540853 h 6857996"/>
              <a:gd name="connsiteX581" fmla="*/ 5618196 w 12191993"/>
              <a:gd name="connsiteY581" fmla="*/ 6542448 h 6857996"/>
              <a:gd name="connsiteX582" fmla="*/ 5625585 w 12191993"/>
              <a:gd name="connsiteY582" fmla="*/ 6547233 h 6857996"/>
              <a:gd name="connsiteX583" fmla="*/ 5627833 w 12191993"/>
              <a:gd name="connsiteY583" fmla="*/ 6565098 h 6857996"/>
              <a:gd name="connsiteX584" fmla="*/ 5627833 w 12191993"/>
              <a:gd name="connsiteY584" fmla="*/ 6569245 h 6857996"/>
              <a:gd name="connsiteX585" fmla="*/ 5627512 w 12191993"/>
              <a:gd name="connsiteY585" fmla="*/ 6587430 h 6857996"/>
              <a:gd name="connsiteX586" fmla="*/ 5622693 w 12191993"/>
              <a:gd name="connsiteY586" fmla="*/ 6592534 h 6857996"/>
              <a:gd name="connsiteX587" fmla="*/ 5618516 w 12191993"/>
              <a:gd name="connsiteY587" fmla="*/ 6595405 h 6857996"/>
              <a:gd name="connsiteX588" fmla="*/ 5618516 w 12191993"/>
              <a:gd name="connsiteY588" fmla="*/ 6597638 h 6857996"/>
              <a:gd name="connsiteX589" fmla="*/ 5620123 w 12191993"/>
              <a:gd name="connsiteY589" fmla="*/ 6599233 h 6857996"/>
              <a:gd name="connsiteX590" fmla="*/ 5620765 w 12191993"/>
              <a:gd name="connsiteY590" fmla="*/ 6599233 h 6857996"/>
              <a:gd name="connsiteX591" fmla="*/ 5634581 w 12191993"/>
              <a:gd name="connsiteY591" fmla="*/ 6598914 h 6857996"/>
              <a:gd name="connsiteX592" fmla="*/ 5654178 w 12191993"/>
              <a:gd name="connsiteY592" fmla="*/ 6599233 h 6857996"/>
              <a:gd name="connsiteX593" fmla="*/ 5654821 w 12191993"/>
              <a:gd name="connsiteY593" fmla="*/ 6599233 h 6857996"/>
              <a:gd name="connsiteX594" fmla="*/ 5656427 w 12191993"/>
              <a:gd name="connsiteY594" fmla="*/ 6597319 h 6857996"/>
              <a:gd name="connsiteX595" fmla="*/ 5656427 w 12191993"/>
              <a:gd name="connsiteY595" fmla="*/ 6595405 h 6857996"/>
              <a:gd name="connsiteX596" fmla="*/ 5652251 w 12191993"/>
              <a:gd name="connsiteY596" fmla="*/ 6592534 h 6857996"/>
              <a:gd name="connsiteX597" fmla="*/ 5645504 w 12191993"/>
              <a:gd name="connsiteY597" fmla="*/ 6590939 h 6857996"/>
              <a:gd name="connsiteX598" fmla="*/ 5643255 w 12191993"/>
              <a:gd name="connsiteY598" fmla="*/ 6584239 h 6857996"/>
              <a:gd name="connsiteX599" fmla="*/ 5642934 w 12191993"/>
              <a:gd name="connsiteY599" fmla="*/ 6575945 h 6857996"/>
              <a:gd name="connsiteX600" fmla="*/ 5642934 w 12191993"/>
              <a:gd name="connsiteY600" fmla="*/ 6569883 h 6857996"/>
              <a:gd name="connsiteX601" fmla="*/ 5646468 w 12191993"/>
              <a:gd name="connsiteY601" fmla="*/ 6551061 h 6857996"/>
              <a:gd name="connsiteX602" fmla="*/ 5657712 w 12191993"/>
              <a:gd name="connsiteY602" fmla="*/ 6547233 h 6857996"/>
              <a:gd name="connsiteX603" fmla="*/ 5665102 w 12191993"/>
              <a:gd name="connsiteY603" fmla="*/ 6548190 h 6857996"/>
              <a:gd name="connsiteX604" fmla="*/ 5666387 w 12191993"/>
              <a:gd name="connsiteY604" fmla="*/ 6548509 h 6857996"/>
              <a:gd name="connsiteX605" fmla="*/ 5668315 w 12191993"/>
              <a:gd name="connsiteY605" fmla="*/ 6545000 h 6857996"/>
              <a:gd name="connsiteX606" fmla="*/ 5668636 w 12191993"/>
              <a:gd name="connsiteY606" fmla="*/ 6535748 h 6857996"/>
              <a:gd name="connsiteX607" fmla="*/ 5668636 w 12191993"/>
              <a:gd name="connsiteY607" fmla="*/ 6535429 h 6857996"/>
              <a:gd name="connsiteX608" fmla="*/ 5664138 w 12191993"/>
              <a:gd name="connsiteY608" fmla="*/ 6532558 h 6857996"/>
              <a:gd name="connsiteX609" fmla="*/ 5657712 w 12191993"/>
              <a:gd name="connsiteY609" fmla="*/ 6533515 h 6857996"/>
              <a:gd name="connsiteX610" fmla="*/ 5649038 w 12191993"/>
              <a:gd name="connsiteY610" fmla="*/ 6539258 h 6857996"/>
              <a:gd name="connsiteX611" fmla="*/ 5643898 w 12191993"/>
              <a:gd name="connsiteY611" fmla="*/ 6545319 h 6857996"/>
              <a:gd name="connsiteX612" fmla="*/ 5641327 w 12191993"/>
              <a:gd name="connsiteY612" fmla="*/ 6547233 h 6857996"/>
              <a:gd name="connsiteX613" fmla="*/ 5640042 w 12191993"/>
              <a:gd name="connsiteY613" fmla="*/ 6540853 h 6857996"/>
              <a:gd name="connsiteX614" fmla="*/ 5640364 w 12191993"/>
              <a:gd name="connsiteY614" fmla="*/ 6534791 h 6857996"/>
              <a:gd name="connsiteX615" fmla="*/ 5638758 w 12191993"/>
              <a:gd name="connsiteY615" fmla="*/ 6532558 h 6857996"/>
              <a:gd name="connsiteX616" fmla="*/ 5580642 w 12191993"/>
              <a:gd name="connsiteY616" fmla="*/ 6532558 h 6857996"/>
              <a:gd name="connsiteX617" fmla="*/ 5548308 w 12191993"/>
              <a:gd name="connsiteY617" fmla="*/ 6568604 h 6857996"/>
              <a:gd name="connsiteX618" fmla="*/ 5580013 w 12191993"/>
              <a:gd name="connsiteY618" fmla="*/ 6600821 h 6857996"/>
              <a:gd name="connsiteX619" fmla="*/ 5596022 w 12191993"/>
              <a:gd name="connsiteY619" fmla="*/ 6597631 h 6857996"/>
              <a:gd name="connsiteX620" fmla="*/ 5601360 w 12191993"/>
              <a:gd name="connsiteY620" fmla="*/ 6594761 h 6857996"/>
              <a:gd name="connsiteX621" fmla="*/ 5602929 w 12191993"/>
              <a:gd name="connsiteY621" fmla="*/ 6582958 h 6857996"/>
              <a:gd name="connsiteX622" fmla="*/ 5601987 w 12191993"/>
              <a:gd name="connsiteY622" fmla="*/ 6582001 h 6857996"/>
              <a:gd name="connsiteX623" fmla="*/ 5601360 w 12191993"/>
              <a:gd name="connsiteY623" fmla="*/ 6582320 h 6857996"/>
              <a:gd name="connsiteX624" fmla="*/ 5581583 w 12191993"/>
              <a:gd name="connsiteY624" fmla="*/ 6589019 h 6857996"/>
              <a:gd name="connsiteX625" fmla="*/ 5562748 w 12191993"/>
              <a:gd name="connsiteY625" fmla="*/ 6566690 h 6857996"/>
              <a:gd name="connsiteX626" fmla="*/ 5567770 w 12191993"/>
              <a:gd name="connsiteY626" fmla="*/ 6561905 h 6857996"/>
              <a:gd name="connsiteX627" fmla="*/ 5597592 w 12191993"/>
              <a:gd name="connsiteY627" fmla="*/ 6561905 h 6857996"/>
              <a:gd name="connsiteX628" fmla="*/ 5603870 w 12191993"/>
              <a:gd name="connsiteY628" fmla="*/ 6557120 h 6857996"/>
              <a:gd name="connsiteX629" fmla="*/ 5580642 w 12191993"/>
              <a:gd name="connsiteY629" fmla="*/ 6532558 h 6857996"/>
              <a:gd name="connsiteX630" fmla="*/ 5480669 w 12191993"/>
              <a:gd name="connsiteY630" fmla="*/ 6532558 h 6857996"/>
              <a:gd name="connsiteX631" fmla="*/ 5478458 w 12191993"/>
              <a:gd name="connsiteY631" fmla="*/ 6534138 h 6857996"/>
              <a:gd name="connsiteX632" fmla="*/ 5478458 w 12191993"/>
              <a:gd name="connsiteY632" fmla="*/ 6536666 h 6857996"/>
              <a:gd name="connsiteX633" fmla="*/ 5479722 w 12191993"/>
              <a:gd name="connsiteY633" fmla="*/ 6538878 h 6857996"/>
              <a:gd name="connsiteX634" fmla="*/ 5483831 w 12191993"/>
              <a:gd name="connsiteY634" fmla="*/ 6542038 h 6857996"/>
              <a:gd name="connsiteX635" fmla="*/ 5494572 w 12191993"/>
              <a:gd name="connsiteY635" fmla="*/ 6571110 h 6857996"/>
              <a:gd name="connsiteX636" fmla="*/ 5503420 w 12191993"/>
              <a:gd name="connsiteY636" fmla="*/ 6594809 h 6857996"/>
              <a:gd name="connsiteX637" fmla="*/ 5506262 w 12191993"/>
              <a:gd name="connsiteY637" fmla="*/ 6599233 h 6857996"/>
              <a:gd name="connsiteX638" fmla="*/ 5507842 w 12191993"/>
              <a:gd name="connsiteY638" fmla="*/ 6599233 h 6857996"/>
              <a:gd name="connsiteX639" fmla="*/ 5513845 w 12191993"/>
              <a:gd name="connsiteY639" fmla="*/ 6598285 h 6857996"/>
              <a:gd name="connsiteX640" fmla="*/ 5516373 w 12191993"/>
              <a:gd name="connsiteY640" fmla="*/ 6597021 h 6857996"/>
              <a:gd name="connsiteX641" fmla="*/ 5518269 w 12191993"/>
              <a:gd name="connsiteY641" fmla="*/ 6592913 h 6857996"/>
              <a:gd name="connsiteX642" fmla="*/ 5523957 w 12191993"/>
              <a:gd name="connsiteY642" fmla="*/ 6577746 h 6857996"/>
              <a:gd name="connsiteX643" fmla="*/ 5536595 w 12191993"/>
              <a:gd name="connsiteY643" fmla="*/ 6546778 h 6857996"/>
              <a:gd name="connsiteX644" fmla="*/ 5541019 w 12191993"/>
              <a:gd name="connsiteY644" fmla="*/ 6539194 h 6857996"/>
              <a:gd name="connsiteX645" fmla="*/ 5543547 w 12191993"/>
              <a:gd name="connsiteY645" fmla="*/ 6536666 h 6857996"/>
              <a:gd name="connsiteX646" fmla="*/ 5543547 w 12191993"/>
              <a:gd name="connsiteY646" fmla="*/ 6534138 h 6857996"/>
              <a:gd name="connsiteX647" fmla="*/ 5542282 w 12191993"/>
              <a:gd name="connsiteY647" fmla="*/ 6532558 h 6857996"/>
              <a:gd name="connsiteX648" fmla="*/ 5541019 w 12191993"/>
              <a:gd name="connsiteY648" fmla="*/ 6532558 h 6857996"/>
              <a:gd name="connsiteX649" fmla="*/ 5533119 w 12191993"/>
              <a:gd name="connsiteY649" fmla="*/ 6532874 h 6857996"/>
              <a:gd name="connsiteX650" fmla="*/ 5523640 w 12191993"/>
              <a:gd name="connsiteY650" fmla="*/ 6532874 h 6857996"/>
              <a:gd name="connsiteX651" fmla="*/ 5522060 w 12191993"/>
              <a:gd name="connsiteY651" fmla="*/ 6532558 h 6857996"/>
              <a:gd name="connsiteX652" fmla="*/ 5520482 w 12191993"/>
              <a:gd name="connsiteY652" fmla="*/ 6534138 h 6857996"/>
              <a:gd name="connsiteX653" fmla="*/ 5520482 w 12191993"/>
              <a:gd name="connsiteY653" fmla="*/ 6536666 h 6857996"/>
              <a:gd name="connsiteX654" fmla="*/ 5522692 w 12191993"/>
              <a:gd name="connsiteY654" fmla="*/ 6538562 h 6857996"/>
              <a:gd name="connsiteX655" fmla="*/ 5527748 w 12191993"/>
              <a:gd name="connsiteY655" fmla="*/ 6542354 h 6857996"/>
              <a:gd name="connsiteX656" fmla="*/ 5522692 w 12191993"/>
              <a:gd name="connsiteY656" fmla="*/ 6558786 h 6857996"/>
              <a:gd name="connsiteX657" fmla="*/ 5518900 w 12191993"/>
              <a:gd name="connsiteY657" fmla="*/ 6568898 h 6857996"/>
              <a:gd name="connsiteX658" fmla="*/ 5516690 w 12191993"/>
              <a:gd name="connsiteY658" fmla="*/ 6576482 h 6857996"/>
              <a:gd name="connsiteX659" fmla="*/ 5515426 w 12191993"/>
              <a:gd name="connsiteY659" fmla="*/ 6579958 h 6857996"/>
              <a:gd name="connsiteX660" fmla="*/ 5515109 w 12191993"/>
              <a:gd name="connsiteY660" fmla="*/ 6581854 h 6857996"/>
              <a:gd name="connsiteX661" fmla="*/ 5514478 w 12191993"/>
              <a:gd name="connsiteY661" fmla="*/ 6583433 h 6857996"/>
              <a:gd name="connsiteX662" fmla="*/ 5507526 w 12191993"/>
              <a:gd name="connsiteY662" fmla="*/ 6561946 h 6857996"/>
              <a:gd name="connsiteX663" fmla="*/ 5504367 w 12191993"/>
              <a:gd name="connsiteY663" fmla="*/ 6551518 h 6857996"/>
              <a:gd name="connsiteX664" fmla="*/ 5502471 w 12191993"/>
              <a:gd name="connsiteY664" fmla="*/ 6545514 h 6857996"/>
              <a:gd name="connsiteX665" fmla="*/ 5502156 w 12191993"/>
              <a:gd name="connsiteY665" fmla="*/ 6542986 h 6857996"/>
              <a:gd name="connsiteX666" fmla="*/ 5507211 w 12191993"/>
              <a:gd name="connsiteY666" fmla="*/ 6539194 h 6857996"/>
              <a:gd name="connsiteX667" fmla="*/ 5510686 w 12191993"/>
              <a:gd name="connsiteY667" fmla="*/ 6536666 h 6857996"/>
              <a:gd name="connsiteX668" fmla="*/ 5510686 w 12191993"/>
              <a:gd name="connsiteY668" fmla="*/ 6534138 h 6857996"/>
              <a:gd name="connsiteX669" fmla="*/ 5509106 w 12191993"/>
              <a:gd name="connsiteY669" fmla="*/ 6532558 h 6857996"/>
              <a:gd name="connsiteX670" fmla="*/ 5507526 w 12191993"/>
              <a:gd name="connsiteY670" fmla="*/ 6532558 h 6857996"/>
              <a:gd name="connsiteX671" fmla="*/ 5493624 w 12191993"/>
              <a:gd name="connsiteY671" fmla="*/ 6532874 h 6857996"/>
              <a:gd name="connsiteX672" fmla="*/ 5486989 w 12191993"/>
              <a:gd name="connsiteY672" fmla="*/ 6532874 h 6857996"/>
              <a:gd name="connsiteX673" fmla="*/ 5480669 w 12191993"/>
              <a:gd name="connsiteY673" fmla="*/ 6532558 h 6857996"/>
              <a:gd name="connsiteX674" fmla="*/ 5463439 w 12191993"/>
              <a:gd name="connsiteY674" fmla="*/ 6532558 h 6857996"/>
              <a:gd name="connsiteX675" fmla="*/ 5462477 w 12191993"/>
              <a:gd name="connsiteY675" fmla="*/ 6532877 h 6857996"/>
              <a:gd name="connsiteX676" fmla="*/ 5461194 w 12191993"/>
              <a:gd name="connsiteY676" fmla="*/ 6532877 h 6857996"/>
              <a:gd name="connsiteX677" fmla="*/ 5442603 w 12191993"/>
              <a:gd name="connsiteY677" fmla="*/ 6534791 h 6857996"/>
              <a:gd name="connsiteX678" fmla="*/ 5440359 w 12191993"/>
              <a:gd name="connsiteY678" fmla="*/ 6536705 h 6857996"/>
              <a:gd name="connsiteX679" fmla="*/ 5440359 w 12191993"/>
              <a:gd name="connsiteY679" fmla="*/ 6539258 h 6857996"/>
              <a:gd name="connsiteX680" fmla="*/ 5444205 w 12191993"/>
              <a:gd name="connsiteY680" fmla="*/ 6541172 h 6857996"/>
              <a:gd name="connsiteX681" fmla="*/ 5449654 w 12191993"/>
              <a:gd name="connsiteY681" fmla="*/ 6558399 h 6857996"/>
              <a:gd name="connsiteX682" fmla="*/ 5449654 w 12191993"/>
              <a:gd name="connsiteY682" fmla="*/ 6569245 h 6857996"/>
              <a:gd name="connsiteX683" fmla="*/ 5449334 w 12191993"/>
              <a:gd name="connsiteY683" fmla="*/ 6587430 h 6857996"/>
              <a:gd name="connsiteX684" fmla="*/ 5444526 w 12191993"/>
              <a:gd name="connsiteY684" fmla="*/ 6592534 h 6857996"/>
              <a:gd name="connsiteX685" fmla="*/ 5440359 w 12191993"/>
              <a:gd name="connsiteY685" fmla="*/ 6595405 h 6857996"/>
              <a:gd name="connsiteX686" fmla="*/ 5440359 w 12191993"/>
              <a:gd name="connsiteY686" fmla="*/ 6597638 h 6857996"/>
              <a:gd name="connsiteX687" fmla="*/ 5441961 w 12191993"/>
              <a:gd name="connsiteY687" fmla="*/ 6599233 h 6857996"/>
              <a:gd name="connsiteX688" fmla="*/ 5442923 w 12191993"/>
              <a:gd name="connsiteY688" fmla="*/ 6599233 h 6857996"/>
              <a:gd name="connsiteX689" fmla="*/ 5457348 w 12191993"/>
              <a:gd name="connsiteY689" fmla="*/ 6598914 h 6857996"/>
              <a:gd name="connsiteX690" fmla="*/ 5471452 w 12191993"/>
              <a:gd name="connsiteY690" fmla="*/ 6599233 h 6857996"/>
              <a:gd name="connsiteX691" fmla="*/ 5472414 w 12191993"/>
              <a:gd name="connsiteY691" fmla="*/ 6599233 h 6857996"/>
              <a:gd name="connsiteX692" fmla="*/ 5473697 w 12191993"/>
              <a:gd name="connsiteY692" fmla="*/ 6597638 h 6857996"/>
              <a:gd name="connsiteX693" fmla="*/ 5473697 w 12191993"/>
              <a:gd name="connsiteY693" fmla="*/ 6595405 h 6857996"/>
              <a:gd name="connsiteX694" fmla="*/ 5469850 w 12191993"/>
              <a:gd name="connsiteY694" fmla="*/ 6592534 h 6857996"/>
              <a:gd name="connsiteX695" fmla="*/ 5465042 w 12191993"/>
              <a:gd name="connsiteY695" fmla="*/ 6587430 h 6857996"/>
              <a:gd name="connsiteX696" fmla="*/ 5464721 w 12191993"/>
              <a:gd name="connsiteY696" fmla="*/ 6569245 h 6857996"/>
              <a:gd name="connsiteX697" fmla="*/ 5464721 w 12191993"/>
              <a:gd name="connsiteY697" fmla="*/ 6562865 h 6857996"/>
              <a:gd name="connsiteX698" fmla="*/ 5465042 w 12191993"/>
              <a:gd name="connsiteY698" fmla="*/ 6540215 h 6857996"/>
              <a:gd name="connsiteX699" fmla="*/ 5465042 w 12191993"/>
              <a:gd name="connsiteY699" fmla="*/ 6535110 h 6857996"/>
              <a:gd name="connsiteX700" fmla="*/ 5463439 w 12191993"/>
              <a:gd name="connsiteY700" fmla="*/ 6532558 h 6857996"/>
              <a:gd name="connsiteX701" fmla="*/ 5375310 w 12191993"/>
              <a:gd name="connsiteY701" fmla="*/ 6532558 h 6857996"/>
              <a:gd name="connsiteX702" fmla="*/ 5373115 w 12191993"/>
              <a:gd name="connsiteY702" fmla="*/ 6532877 h 6857996"/>
              <a:gd name="connsiteX703" fmla="*/ 5354928 w 12191993"/>
              <a:gd name="connsiteY703" fmla="*/ 6535110 h 6857996"/>
              <a:gd name="connsiteX704" fmla="*/ 5353046 w 12191993"/>
              <a:gd name="connsiteY704" fmla="*/ 6537663 h 6857996"/>
              <a:gd name="connsiteX705" fmla="*/ 5353046 w 12191993"/>
              <a:gd name="connsiteY705" fmla="*/ 6540534 h 6857996"/>
              <a:gd name="connsiteX706" fmla="*/ 5356496 w 12191993"/>
              <a:gd name="connsiteY706" fmla="*/ 6542129 h 6857996"/>
              <a:gd name="connsiteX707" fmla="*/ 5362453 w 12191993"/>
              <a:gd name="connsiteY707" fmla="*/ 6545638 h 6857996"/>
              <a:gd name="connsiteX708" fmla="*/ 5364021 w 12191993"/>
              <a:gd name="connsiteY708" fmla="*/ 6564779 h 6857996"/>
              <a:gd name="connsiteX709" fmla="*/ 5364021 w 12191993"/>
              <a:gd name="connsiteY709" fmla="*/ 6569245 h 6857996"/>
              <a:gd name="connsiteX710" fmla="*/ 5363707 w 12191993"/>
              <a:gd name="connsiteY710" fmla="*/ 6587430 h 6857996"/>
              <a:gd name="connsiteX711" fmla="*/ 5359004 w 12191993"/>
              <a:gd name="connsiteY711" fmla="*/ 6592534 h 6857996"/>
              <a:gd name="connsiteX712" fmla="*/ 5354928 w 12191993"/>
              <a:gd name="connsiteY712" fmla="*/ 6595405 h 6857996"/>
              <a:gd name="connsiteX713" fmla="*/ 5354928 w 12191993"/>
              <a:gd name="connsiteY713" fmla="*/ 6597638 h 6857996"/>
              <a:gd name="connsiteX714" fmla="*/ 5356496 w 12191993"/>
              <a:gd name="connsiteY714" fmla="*/ 6599233 h 6857996"/>
              <a:gd name="connsiteX715" fmla="*/ 5357436 w 12191993"/>
              <a:gd name="connsiteY715" fmla="*/ 6599233 h 6857996"/>
              <a:gd name="connsiteX716" fmla="*/ 5371547 w 12191993"/>
              <a:gd name="connsiteY716" fmla="*/ 6598914 h 6857996"/>
              <a:gd name="connsiteX717" fmla="*/ 5385344 w 12191993"/>
              <a:gd name="connsiteY717" fmla="*/ 6599233 h 6857996"/>
              <a:gd name="connsiteX718" fmla="*/ 5386286 w 12191993"/>
              <a:gd name="connsiteY718" fmla="*/ 6599233 h 6857996"/>
              <a:gd name="connsiteX719" fmla="*/ 5387854 w 12191993"/>
              <a:gd name="connsiteY719" fmla="*/ 6597638 h 6857996"/>
              <a:gd name="connsiteX720" fmla="*/ 5387854 w 12191993"/>
              <a:gd name="connsiteY720" fmla="*/ 6595405 h 6857996"/>
              <a:gd name="connsiteX721" fmla="*/ 5383777 w 12191993"/>
              <a:gd name="connsiteY721" fmla="*/ 6592534 h 6857996"/>
              <a:gd name="connsiteX722" fmla="*/ 5379073 w 12191993"/>
              <a:gd name="connsiteY722" fmla="*/ 6587430 h 6857996"/>
              <a:gd name="connsiteX723" fmla="*/ 5378760 w 12191993"/>
              <a:gd name="connsiteY723" fmla="*/ 6569245 h 6857996"/>
              <a:gd name="connsiteX724" fmla="*/ 5378760 w 12191993"/>
              <a:gd name="connsiteY724" fmla="*/ 6566055 h 6857996"/>
              <a:gd name="connsiteX725" fmla="*/ 5381582 w 12191993"/>
              <a:gd name="connsiteY725" fmla="*/ 6551380 h 6857996"/>
              <a:gd name="connsiteX726" fmla="*/ 5394439 w 12191993"/>
              <a:gd name="connsiteY726" fmla="*/ 6544681 h 6857996"/>
              <a:gd name="connsiteX727" fmla="*/ 5404159 w 12191993"/>
              <a:gd name="connsiteY727" fmla="*/ 6550104 h 6857996"/>
              <a:gd name="connsiteX728" fmla="*/ 5405414 w 12191993"/>
              <a:gd name="connsiteY728" fmla="*/ 6565098 h 6857996"/>
              <a:gd name="connsiteX729" fmla="*/ 5405414 w 12191993"/>
              <a:gd name="connsiteY729" fmla="*/ 6569245 h 6857996"/>
              <a:gd name="connsiteX730" fmla="*/ 5405100 w 12191993"/>
              <a:gd name="connsiteY730" fmla="*/ 6587430 h 6857996"/>
              <a:gd name="connsiteX731" fmla="*/ 5400397 w 12191993"/>
              <a:gd name="connsiteY731" fmla="*/ 6592534 h 6857996"/>
              <a:gd name="connsiteX732" fmla="*/ 5396321 w 12191993"/>
              <a:gd name="connsiteY732" fmla="*/ 6595405 h 6857996"/>
              <a:gd name="connsiteX733" fmla="*/ 5396321 w 12191993"/>
              <a:gd name="connsiteY733" fmla="*/ 6597638 h 6857996"/>
              <a:gd name="connsiteX734" fmla="*/ 5397888 w 12191993"/>
              <a:gd name="connsiteY734" fmla="*/ 6599233 h 6857996"/>
              <a:gd name="connsiteX735" fmla="*/ 5398829 w 12191993"/>
              <a:gd name="connsiteY735" fmla="*/ 6599233 h 6857996"/>
              <a:gd name="connsiteX736" fmla="*/ 5412940 w 12191993"/>
              <a:gd name="connsiteY736" fmla="*/ 6598914 h 6857996"/>
              <a:gd name="connsiteX737" fmla="*/ 5427050 w 12191993"/>
              <a:gd name="connsiteY737" fmla="*/ 6599233 h 6857996"/>
              <a:gd name="connsiteX738" fmla="*/ 5427991 w 12191993"/>
              <a:gd name="connsiteY738" fmla="*/ 6599233 h 6857996"/>
              <a:gd name="connsiteX739" fmla="*/ 5429245 w 12191993"/>
              <a:gd name="connsiteY739" fmla="*/ 6597638 h 6857996"/>
              <a:gd name="connsiteX740" fmla="*/ 5429245 w 12191993"/>
              <a:gd name="connsiteY740" fmla="*/ 6595405 h 6857996"/>
              <a:gd name="connsiteX741" fmla="*/ 5425169 w 12191993"/>
              <a:gd name="connsiteY741" fmla="*/ 6592534 h 6857996"/>
              <a:gd name="connsiteX742" fmla="*/ 5420466 w 12191993"/>
              <a:gd name="connsiteY742" fmla="*/ 6587430 h 6857996"/>
              <a:gd name="connsiteX743" fmla="*/ 5420151 w 12191993"/>
              <a:gd name="connsiteY743" fmla="*/ 6569245 h 6857996"/>
              <a:gd name="connsiteX744" fmla="*/ 5420151 w 12191993"/>
              <a:gd name="connsiteY744" fmla="*/ 6565098 h 6857996"/>
              <a:gd name="connsiteX745" fmla="*/ 5418897 w 12191993"/>
              <a:gd name="connsiteY745" fmla="*/ 6542448 h 6857996"/>
              <a:gd name="connsiteX746" fmla="*/ 5400397 w 12191993"/>
              <a:gd name="connsiteY746" fmla="*/ 6532558 h 6857996"/>
              <a:gd name="connsiteX747" fmla="*/ 5383777 w 12191993"/>
              <a:gd name="connsiteY747" fmla="*/ 6540853 h 6857996"/>
              <a:gd name="connsiteX748" fmla="*/ 5381268 w 12191993"/>
              <a:gd name="connsiteY748" fmla="*/ 6543405 h 6857996"/>
              <a:gd name="connsiteX749" fmla="*/ 5380014 w 12191993"/>
              <a:gd name="connsiteY749" fmla="*/ 6545000 h 6857996"/>
              <a:gd name="connsiteX750" fmla="*/ 5378760 w 12191993"/>
              <a:gd name="connsiteY750" fmla="*/ 6545957 h 6857996"/>
              <a:gd name="connsiteX751" fmla="*/ 5377506 w 12191993"/>
              <a:gd name="connsiteY751" fmla="*/ 6543086 h 6857996"/>
              <a:gd name="connsiteX752" fmla="*/ 5376878 w 12191993"/>
              <a:gd name="connsiteY752" fmla="*/ 6535110 h 6857996"/>
              <a:gd name="connsiteX753" fmla="*/ 5375310 w 12191993"/>
              <a:gd name="connsiteY753" fmla="*/ 6532558 h 6857996"/>
              <a:gd name="connsiteX754" fmla="*/ 5981693 w 12191993"/>
              <a:gd name="connsiteY754" fmla="*/ 6519858 h 6857996"/>
              <a:gd name="connsiteX755" fmla="*/ 5980106 w 12191993"/>
              <a:gd name="connsiteY755" fmla="*/ 6526208 h 6857996"/>
              <a:gd name="connsiteX756" fmla="*/ 5981693 w 12191993"/>
              <a:gd name="connsiteY756" fmla="*/ 6527796 h 6857996"/>
              <a:gd name="connsiteX757" fmla="*/ 5983280 w 12191993"/>
              <a:gd name="connsiteY757" fmla="*/ 6526208 h 6857996"/>
              <a:gd name="connsiteX758" fmla="*/ 5995980 w 12191993"/>
              <a:gd name="connsiteY758" fmla="*/ 6530971 h 6857996"/>
              <a:gd name="connsiteX759" fmla="*/ 5975343 w 12191993"/>
              <a:gd name="connsiteY759" fmla="*/ 6540496 h 6857996"/>
              <a:gd name="connsiteX760" fmla="*/ 5973755 w 12191993"/>
              <a:gd name="connsiteY760" fmla="*/ 6543671 h 6857996"/>
              <a:gd name="connsiteX761" fmla="*/ 5995980 w 12191993"/>
              <a:gd name="connsiteY761" fmla="*/ 6548434 h 6857996"/>
              <a:gd name="connsiteX762" fmla="*/ 5997568 w 12191993"/>
              <a:gd name="connsiteY762" fmla="*/ 6550021 h 6857996"/>
              <a:gd name="connsiteX763" fmla="*/ 5999156 w 12191993"/>
              <a:gd name="connsiteY763" fmla="*/ 6550021 h 6857996"/>
              <a:gd name="connsiteX764" fmla="*/ 5999156 w 12191993"/>
              <a:gd name="connsiteY764" fmla="*/ 6545259 h 6857996"/>
              <a:gd name="connsiteX765" fmla="*/ 5999156 w 12191993"/>
              <a:gd name="connsiteY765" fmla="*/ 6543671 h 6857996"/>
              <a:gd name="connsiteX766" fmla="*/ 5997568 w 12191993"/>
              <a:gd name="connsiteY766" fmla="*/ 6545259 h 6857996"/>
              <a:gd name="connsiteX767" fmla="*/ 5983280 w 12191993"/>
              <a:gd name="connsiteY767" fmla="*/ 6542084 h 6857996"/>
              <a:gd name="connsiteX768" fmla="*/ 6003918 w 12191993"/>
              <a:gd name="connsiteY768" fmla="*/ 6534146 h 6857996"/>
              <a:gd name="connsiteX769" fmla="*/ 6005506 w 12191993"/>
              <a:gd name="connsiteY769" fmla="*/ 6529383 h 6857996"/>
              <a:gd name="connsiteX770" fmla="*/ 6003918 w 12191993"/>
              <a:gd name="connsiteY770" fmla="*/ 6529383 h 6857996"/>
              <a:gd name="connsiteX771" fmla="*/ 6002330 w 12191993"/>
              <a:gd name="connsiteY771" fmla="*/ 6529383 h 6857996"/>
              <a:gd name="connsiteX772" fmla="*/ 5983280 w 12191993"/>
              <a:gd name="connsiteY772" fmla="*/ 6521446 h 6857996"/>
              <a:gd name="connsiteX773" fmla="*/ 5983280 w 12191993"/>
              <a:gd name="connsiteY773" fmla="*/ 6519858 h 6857996"/>
              <a:gd name="connsiteX774" fmla="*/ 6113455 w 12191993"/>
              <a:gd name="connsiteY774" fmla="*/ 6516683 h 6857996"/>
              <a:gd name="connsiteX775" fmla="*/ 6121393 w 12191993"/>
              <a:gd name="connsiteY775" fmla="*/ 6527796 h 6857996"/>
              <a:gd name="connsiteX776" fmla="*/ 6113455 w 12191993"/>
              <a:gd name="connsiteY776" fmla="*/ 6527796 h 6857996"/>
              <a:gd name="connsiteX777" fmla="*/ 6103930 w 12191993"/>
              <a:gd name="connsiteY777" fmla="*/ 6516683 h 6857996"/>
              <a:gd name="connsiteX778" fmla="*/ 6103930 w 12191993"/>
              <a:gd name="connsiteY778" fmla="*/ 6527796 h 6857996"/>
              <a:gd name="connsiteX779" fmla="*/ 6095992 w 12191993"/>
              <a:gd name="connsiteY779" fmla="*/ 6527796 h 6857996"/>
              <a:gd name="connsiteX780" fmla="*/ 4716822 w 12191993"/>
              <a:gd name="connsiteY780" fmla="*/ 6515097 h 6857996"/>
              <a:gd name="connsiteX781" fmla="*/ 4728076 w 12191993"/>
              <a:gd name="connsiteY781" fmla="*/ 6516040 h 6857996"/>
              <a:gd name="connsiteX782" fmla="*/ 4738685 w 12191993"/>
              <a:gd name="connsiteY782" fmla="*/ 6530501 h 6857996"/>
              <a:gd name="connsiteX783" fmla="*/ 4732898 w 12191993"/>
              <a:gd name="connsiteY783" fmla="*/ 6543389 h 6857996"/>
              <a:gd name="connsiteX784" fmla="*/ 4716180 w 12191993"/>
              <a:gd name="connsiteY784" fmla="*/ 6546847 h 6857996"/>
              <a:gd name="connsiteX785" fmla="*/ 4713607 w 12191993"/>
              <a:gd name="connsiteY785" fmla="*/ 6543704 h 6857996"/>
              <a:gd name="connsiteX786" fmla="*/ 4713285 w 12191993"/>
              <a:gd name="connsiteY786" fmla="*/ 6540246 h 6857996"/>
              <a:gd name="connsiteX787" fmla="*/ 4713285 w 12191993"/>
              <a:gd name="connsiteY787" fmla="*/ 6535530 h 6857996"/>
              <a:gd name="connsiteX788" fmla="*/ 4713607 w 12191993"/>
              <a:gd name="connsiteY788" fmla="*/ 6519813 h 6857996"/>
              <a:gd name="connsiteX789" fmla="*/ 4713607 w 12191993"/>
              <a:gd name="connsiteY789" fmla="*/ 6517298 h 6857996"/>
              <a:gd name="connsiteX790" fmla="*/ 4716822 w 12191993"/>
              <a:gd name="connsiteY790" fmla="*/ 6515097 h 6857996"/>
              <a:gd name="connsiteX791" fmla="*/ 6214308 w 12191993"/>
              <a:gd name="connsiteY791" fmla="*/ 6515096 h 6857996"/>
              <a:gd name="connsiteX792" fmla="*/ 6224580 w 12191993"/>
              <a:gd name="connsiteY792" fmla="*/ 6523033 h 6857996"/>
              <a:gd name="connsiteX793" fmla="*/ 6211226 w 12191993"/>
              <a:gd name="connsiteY793" fmla="*/ 6529383 h 6857996"/>
              <a:gd name="connsiteX794" fmla="*/ 6214308 w 12191993"/>
              <a:gd name="connsiteY794" fmla="*/ 6515096 h 6857996"/>
              <a:gd name="connsiteX795" fmla="*/ 6121392 w 12191993"/>
              <a:gd name="connsiteY795" fmla="*/ 6513508 h 6857996"/>
              <a:gd name="connsiteX796" fmla="*/ 6153142 w 12191993"/>
              <a:gd name="connsiteY796" fmla="*/ 6527796 h 6857996"/>
              <a:gd name="connsiteX797" fmla="*/ 6132505 w 12191993"/>
              <a:gd name="connsiteY797" fmla="*/ 6527796 h 6857996"/>
              <a:gd name="connsiteX798" fmla="*/ 6094405 w 12191993"/>
              <a:gd name="connsiteY798" fmla="*/ 6513508 h 6857996"/>
              <a:gd name="connsiteX799" fmla="*/ 6084881 w 12191993"/>
              <a:gd name="connsiteY799" fmla="*/ 6527796 h 6857996"/>
              <a:gd name="connsiteX800" fmla="*/ 6062656 w 12191993"/>
              <a:gd name="connsiteY800" fmla="*/ 6527796 h 6857996"/>
              <a:gd name="connsiteX801" fmla="*/ 5802498 w 12191993"/>
              <a:gd name="connsiteY801" fmla="*/ 6508746 h 6857996"/>
              <a:gd name="connsiteX802" fmla="*/ 5799587 w 12191993"/>
              <a:gd name="connsiteY802" fmla="*/ 6509699 h 6857996"/>
              <a:gd name="connsiteX803" fmla="*/ 5791174 w 12191993"/>
              <a:gd name="connsiteY803" fmla="*/ 6512874 h 6857996"/>
              <a:gd name="connsiteX804" fmla="*/ 5787614 w 12191993"/>
              <a:gd name="connsiteY804" fmla="*/ 6517636 h 6857996"/>
              <a:gd name="connsiteX805" fmla="*/ 5787614 w 12191993"/>
              <a:gd name="connsiteY805" fmla="*/ 6523351 h 6857996"/>
              <a:gd name="connsiteX806" fmla="*/ 5788262 w 12191993"/>
              <a:gd name="connsiteY806" fmla="*/ 6531924 h 6857996"/>
              <a:gd name="connsiteX807" fmla="*/ 5784703 w 12191993"/>
              <a:gd name="connsiteY807" fmla="*/ 6534781 h 6857996"/>
              <a:gd name="connsiteX808" fmla="*/ 5783085 w 12191993"/>
              <a:gd name="connsiteY808" fmla="*/ 6534464 h 6857996"/>
              <a:gd name="connsiteX809" fmla="*/ 5780172 w 12191993"/>
              <a:gd name="connsiteY809" fmla="*/ 6534464 h 6857996"/>
              <a:gd name="connsiteX810" fmla="*/ 5777584 w 12191993"/>
              <a:gd name="connsiteY810" fmla="*/ 6537639 h 6857996"/>
              <a:gd name="connsiteX811" fmla="*/ 5775966 w 12191993"/>
              <a:gd name="connsiteY811" fmla="*/ 6541766 h 6857996"/>
              <a:gd name="connsiteX812" fmla="*/ 5775318 w 12191993"/>
              <a:gd name="connsiteY812" fmla="*/ 6543671 h 6857996"/>
              <a:gd name="connsiteX813" fmla="*/ 5776613 w 12191993"/>
              <a:gd name="connsiteY813" fmla="*/ 6544306 h 6857996"/>
              <a:gd name="connsiteX814" fmla="*/ 5778554 w 12191993"/>
              <a:gd name="connsiteY814" fmla="*/ 6544306 h 6857996"/>
              <a:gd name="connsiteX815" fmla="*/ 5782113 w 12191993"/>
              <a:gd name="connsiteY815" fmla="*/ 6544306 h 6857996"/>
              <a:gd name="connsiteX816" fmla="*/ 5784379 w 12191993"/>
              <a:gd name="connsiteY816" fmla="*/ 6543989 h 6857996"/>
              <a:gd name="connsiteX817" fmla="*/ 5787614 w 12191993"/>
              <a:gd name="connsiteY817" fmla="*/ 6551926 h 6857996"/>
              <a:gd name="connsiteX818" fmla="*/ 5787614 w 12191993"/>
              <a:gd name="connsiteY818" fmla="*/ 6569706 h 6857996"/>
              <a:gd name="connsiteX819" fmla="*/ 5787614 w 12191993"/>
              <a:gd name="connsiteY819" fmla="*/ 6577326 h 6857996"/>
              <a:gd name="connsiteX820" fmla="*/ 5787290 w 12191993"/>
              <a:gd name="connsiteY820" fmla="*/ 6584946 h 6857996"/>
              <a:gd name="connsiteX821" fmla="*/ 5808000 w 12191993"/>
              <a:gd name="connsiteY821" fmla="*/ 6600821 h 6857996"/>
              <a:gd name="connsiteX822" fmla="*/ 5824500 w 12191993"/>
              <a:gd name="connsiteY822" fmla="*/ 6597646 h 6857996"/>
              <a:gd name="connsiteX823" fmla="*/ 5825795 w 12191993"/>
              <a:gd name="connsiteY823" fmla="*/ 6589074 h 6857996"/>
              <a:gd name="connsiteX824" fmla="*/ 5825148 w 12191993"/>
              <a:gd name="connsiteY824" fmla="*/ 6588121 h 6857996"/>
              <a:gd name="connsiteX825" fmla="*/ 5823208 w 12191993"/>
              <a:gd name="connsiteY825" fmla="*/ 6588439 h 6857996"/>
              <a:gd name="connsiteX826" fmla="*/ 5812205 w 12191993"/>
              <a:gd name="connsiteY826" fmla="*/ 6590026 h 6857996"/>
              <a:gd name="connsiteX827" fmla="*/ 5804439 w 12191993"/>
              <a:gd name="connsiteY827" fmla="*/ 6586216 h 6857996"/>
              <a:gd name="connsiteX828" fmla="*/ 5802821 w 12191993"/>
              <a:gd name="connsiteY828" fmla="*/ 6569706 h 6857996"/>
              <a:gd name="connsiteX829" fmla="*/ 5802821 w 12191993"/>
              <a:gd name="connsiteY829" fmla="*/ 6549386 h 6857996"/>
              <a:gd name="connsiteX830" fmla="*/ 5807028 w 12191993"/>
              <a:gd name="connsiteY830" fmla="*/ 6543671 h 6857996"/>
              <a:gd name="connsiteX831" fmla="*/ 5812205 w 12191993"/>
              <a:gd name="connsiteY831" fmla="*/ 6543989 h 6857996"/>
              <a:gd name="connsiteX832" fmla="*/ 5817058 w 12191993"/>
              <a:gd name="connsiteY832" fmla="*/ 6543989 h 6857996"/>
              <a:gd name="connsiteX833" fmla="*/ 5820941 w 12191993"/>
              <a:gd name="connsiteY833" fmla="*/ 6544306 h 6857996"/>
              <a:gd name="connsiteX834" fmla="*/ 5824500 w 12191993"/>
              <a:gd name="connsiteY834" fmla="*/ 6541131 h 6857996"/>
              <a:gd name="connsiteX835" fmla="*/ 5826118 w 12191993"/>
              <a:gd name="connsiteY835" fmla="*/ 6535099 h 6857996"/>
              <a:gd name="connsiteX836" fmla="*/ 5825148 w 12191993"/>
              <a:gd name="connsiteY836" fmla="*/ 6533829 h 6857996"/>
              <a:gd name="connsiteX837" fmla="*/ 5824500 w 12191993"/>
              <a:gd name="connsiteY837" fmla="*/ 6533829 h 6857996"/>
              <a:gd name="connsiteX838" fmla="*/ 5817382 w 12191993"/>
              <a:gd name="connsiteY838" fmla="*/ 6534464 h 6857996"/>
              <a:gd name="connsiteX839" fmla="*/ 5806706 w 12191993"/>
              <a:gd name="connsiteY839" fmla="*/ 6534464 h 6857996"/>
              <a:gd name="connsiteX840" fmla="*/ 5802174 w 12191993"/>
              <a:gd name="connsiteY840" fmla="*/ 6531606 h 6857996"/>
              <a:gd name="connsiteX841" fmla="*/ 5803469 w 12191993"/>
              <a:gd name="connsiteY841" fmla="*/ 6514779 h 6857996"/>
              <a:gd name="connsiteX842" fmla="*/ 5803792 w 12191993"/>
              <a:gd name="connsiteY842" fmla="*/ 6510969 h 6857996"/>
              <a:gd name="connsiteX843" fmla="*/ 5802498 w 12191993"/>
              <a:gd name="connsiteY843" fmla="*/ 6508746 h 6857996"/>
              <a:gd name="connsiteX844" fmla="*/ 5988043 w 12191993"/>
              <a:gd name="connsiteY844" fmla="*/ 6507158 h 6857996"/>
              <a:gd name="connsiteX845" fmla="*/ 5983280 w 12191993"/>
              <a:gd name="connsiteY845" fmla="*/ 6516683 h 6857996"/>
              <a:gd name="connsiteX846" fmla="*/ 5984868 w 12191993"/>
              <a:gd name="connsiteY846" fmla="*/ 6516683 h 6857996"/>
              <a:gd name="connsiteX847" fmla="*/ 5986456 w 12191993"/>
              <a:gd name="connsiteY847" fmla="*/ 6515096 h 6857996"/>
              <a:gd name="connsiteX848" fmla="*/ 6005506 w 12191993"/>
              <a:gd name="connsiteY848" fmla="*/ 6524621 h 6857996"/>
              <a:gd name="connsiteX849" fmla="*/ 6005506 w 12191993"/>
              <a:gd name="connsiteY849" fmla="*/ 6526209 h 6857996"/>
              <a:gd name="connsiteX850" fmla="*/ 6007094 w 12191993"/>
              <a:gd name="connsiteY850" fmla="*/ 6527796 h 6857996"/>
              <a:gd name="connsiteX851" fmla="*/ 6010268 w 12191993"/>
              <a:gd name="connsiteY851" fmla="*/ 6519859 h 6857996"/>
              <a:gd name="connsiteX852" fmla="*/ 6008681 w 12191993"/>
              <a:gd name="connsiteY852" fmla="*/ 6518271 h 6857996"/>
              <a:gd name="connsiteX853" fmla="*/ 6007094 w 12191993"/>
              <a:gd name="connsiteY853" fmla="*/ 6519859 h 6857996"/>
              <a:gd name="connsiteX854" fmla="*/ 5989630 w 12191993"/>
              <a:gd name="connsiteY854" fmla="*/ 6510333 h 6857996"/>
              <a:gd name="connsiteX855" fmla="*/ 5989630 w 12191993"/>
              <a:gd name="connsiteY855" fmla="*/ 6508746 h 6857996"/>
              <a:gd name="connsiteX856" fmla="*/ 4689454 w 12191993"/>
              <a:gd name="connsiteY856" fmla="*/ 6505572 h 6857996"/>
              <a:gd name="connsiteX857" fmla="*/ 4687884 w 12191993"/>
              <a:gd name="connsiteY857" fmla="*/ 6507802 h 6857996"/>
              <a:gd name="connsiteX858" fmla="*/ 4687884 w 12191993"/>
              <a:gd name="connsiteY858" fmla="*/ 6510351 h 6857996"/>
              <a:gd name="connsiteX859" fmla="*/ 4691335 w 12191993"/>
              <a:gd name="connsiteY859" fmla="*/ 6513218 h 6857996"/>
              <a:gd name="connsiteX860" fmla="*/ 4696669 w 12191993"/>
              <a:gd name="connsiteY860" fmla="*/ 6518634 h 6857996"/>
              <a:gd name="connsiteX861" fmla="*/ 4696984 w 12191993"/>
              <a:gd name="connsiteY861" fmla="*/ 6541572 h 6857996"/>
              <a:gd name="connsiteX862" fmla="*/ 4696984 w 12191993"/>
              <a:gd name="connsiteY862" fmla="*/ 6563236 h 6857996"/>
              <a:gd name="connsiteX863" fmla="*/ 4696669 w 12191993"/>
              <a:gd name="connsiteY863" fmla="*/ 6586173 h 6857996"/>
              <a:gd name="connsiteX864" fmla="*/ 4691335 w 12191993"/>
              <a:gd name="connsiteY864" fmla="*/ 6591589 h 6857996"/>
              <a:gd name="connsiteX865" fmla="*/ 4687884 w 12191993"/>
              <a:gd name="connsiteY865" fmla="*/ 6594775 h 6857996"/>
              <a:gd name="connsiteX866" fmla="*/ 4687884 w 12191993"/>
              <a:gd name="connsiteY866" fmla="*/ 6597324 h 6857996"/>
              <a:gd name="connsiteX867" fmla="*/ 4689768 w 12191993"/>
              <a:gd name="connsiteY867" fmla="*/ 6599235 h 6857996"/>
              <a:gd name="connsiteX868" fmla="*/ 4694788 w 12191993"/>
              <a:gd name="connsiteY868" fmla="*/ 6599235 h 6857996"/>
              <a:gd name="connsiteX869" fmla="*/ 4705139 w 12191993"/>
              <a:gd name="connsiteY869" fmla="*/ 6598917 h 6857996"/>
              <a:gd name="connsiteX870" fmla="*/ 4715179 w 12191993"/>
              <a:gd name="connsiteY870" fmla="*/ 6599235 h 6857996"/>
              <a:gd name="connsiteX871" fmla="*/ 4720199 w 12191993"/>
              <a:gd name="connsiteY871" fmla="*/ 6599235 h 6857996"/>
              <a:gd name="connsiteX872" fmla="*/ 4722082 w 12191993"/>
              <a:gd name="connsiteY872" fmla="*/ 6597324 h 6857996"/>
              <a:gd name="connsiteX873" fmla="*/ 4722082 w 12191993"/>
              <a:gd name="connsiteY873" fmla="*/ 6594775 h 6857996"/>
              <a:gd name="connsiteX874" fmla="*/ 4718630 w 12191993"/>
              <a:gd name="connsiteY874" fmla="*/ 6591589 h 6857996"/>
              <a:gd name="connsiteX875" fmla="*/ 4713299 w 12191993"/>
              <a:gd name="connsiteY875" fmla="*/ 6586173 h 6857996"/>
              <a:gd name="connsiteX876" fmla="*/ 4712983 w 12191993"/>
              <a:gd name="connsiteY876" fmla="*/ 6563236 h 6857996"/>
              <a:gd name="connsiteX877" fmla="*/ 4712983 w 12191993"/>
              <a:gd name="connsiteY877" fmla="*/ 6556864 h 6857996"/>
              <a:gd name="connsiteX878" fmla="*/ 4714552 w 12191993"/>
              <a:gd name="connsiteY878" fmla="*/ 6554315 h 6857996"/>
              <a:gd name="connsiteX879" fmla="*/ 4716434 w 12191993"/>
              <a:gd name="connsiteY879" fmla="*/ 6554634 h 6857996"/>
              <a:gd name="connsiteX880" fmla="*/ 4717374 w 12191993"/>
              <a:gd name="connsiteY880" fmla="*/ 6554315 h 6857996"/>
              <a:gd name="connsiteX881" fmla="*/ 4718317 w 12191993"/>
              <a:gd name="connsiteY881" fmla="*/ 6554315 h 6857996"/>
              <a:gd name="connsiteX882" fmla="*/ 4723964 w 12191993"/>
              <a:gd name="connsiteY882" fmla="*/ 6559731 h 6857996"/>
              <a:gd name="connsiteX883" fmla="*/ 4738398 w 12191993"/>
              <a:gd name="connsiteY883" fmla="*/ 6591271 h 6857996"/>
              <a:gd name="connsiteX884" fmla="*/ 4744045 w 12191993"/>
              <a:gd name="connsiteY884" fmla="*/ 6599235 h 6857996"/>
              <a:gd name="connsiteX885" fmla="*/ 4746241 w 12191993"/>
              <a:gd name="connsiteY885" fmla="*/ 6599235 h 6857996"/>
              <a:gd name="connsiteX886" fmla="*/ 4753771 w 12191993"/>
              <a:gd name="connsiteY886" fmla="*/ 6599235 h 6857996"/>
              <a:gd name="connsiteX887" fmla="*/ 4764125 w 12191993"/>
              <a:gd name="connsiteY887" fmla="*/ 6599235 h 6857996"/>
              <a:gd name="connsiteX888" fmla="*/ 4765065 w 12191993"/>
              <a:gd name="connsiteY888" fmla="*/ 6599235 h 6857996"/>
              <a:gd name="connsiteX889" fmla="*/ 4767260 w 12191993"/>
              <a:gd name="connsiteY889" fmla="*/ 6597642 h 6857996"/>
              <a:gd name="connsiteX890" fmla="*/ 4767260 w 12191993"/>
              <a:gd name="connsiteY890" fmla="*/ 6595094 h 6857996"/>
              <a:gd name="connsiteX891" fmla="*/ 4764748 w 12191993"/>
              <a:gd name="connsiteY891" fmla="*/ 6592226 h 6857996"/>
              <a:gd name="connsiteX892" fmla="*/ 4755652 w 12191993"/>
              <a:gd name="connsiteY892" fmla="*/ 6584899 h 6857996"/>
              <a:gd name="connsiteX893" fmla="*/ 4739653 w 12191993"/>
              <a:gd name="connsiteY893" fmla="*/ 6556864 h 6857996"/>
              <a:gd name="connsiteX894" fmla="*/ 4737769 w 12191993"/>
              <a:gd name="connsiteY894" fmla="*/ 6552722 h 6857996"/>
              <a:gd name="connsiteX895" fmla="*/ 4737144 w 12191993"/>
              <a:gd name="connsiteY895" fmla="*/ 6551767 h 6857996"/>
              <a:gd name="connsiteX896" fmla="*/ 4740280 w 12191993"/>
              <a:gd name="connsiteY896" fmla="*/ 6550174 h 6857996"/>
              <a:gd name="connsiteX897" fmla="*/ 4755026 w 12191993"/>
              <a:gd name="connsiteY897" fmla="*/ 6528510 h 6857996"/>
              <a:gd name="connsiteX898" fmla="*/ 4748749 w 12191993"/>
              <a:gd name="connsiteY898" fmla="*/ 6512262 h 6857996"/>
              <a:gd name="connsiteX899" fmla="*/ 4729300 w 12191993"/>
              <a:gd name="connsiteY899" fmla="*/ 6505572 h 6857996"/>
              <a:gd name="connsiteX900" fmla="*/ 4722397 w 12191993"/>
              <a:gd name="connsiteY900" fmla="*/ 6505572 h 6857996"/>
              <a:gd name="connsiteX901" fmla="*/ 4704198 w 12191993"/>
              <a:gd name="connsiteY901" fmla="*/ 6506209 h 6857996"/>
              <a:gd name="connsiteX902" fmla="*/ 4694788 w 12191993"/>
              <a:gd name="connsiteY902" fmla="*/ 6505891 h 6857996"/>
              <a:gd name="connsiteX903" fmla="*/ 4689454 w 12191993"/>
              <a:gd name="connsiteY903" fmla="*/ 6505572 h 6857996"/>
              <a:gd name="connsiteX904" fmla="*/ 6126155 w 12191993"/>
              <a:gd name="connsiteY904" fmla="*/ 6505571 h 6857996"/>
              <a:gd name="connsiteX905" fmla="*/ 6180130 w 12191993"/>
              <a:gd name="connsiteY905" fmla="*/ 6513791 h 6857996"/>
              <a:gd name="connsiteX906" fmla="*/ 6176617 w 12191993"/>
              <a:gd name="connsiteY906" fmla="*/ 6527796 h 6857996"/>
              <a:gd name="connsiteX907" fmla="*/ 6126155 w 12191993"/>
              <a:gd name="connsiteY907" fmla="*/ 6505571 h 6857996"/>
              <a:gd name="connsiteX908" fmla="*/ 6089642 w 12191993"/>
              <a:gd name="connsiteY908" fmla="*/ 6505571 h 6857996"/>
              <a:gd name="connsiteX909" fmla="*/ 6039201 w 12191993"/>
              <a:gd name="connsiteY909" fmla="*/ 6527796 h 6857996"/>
              <a:gd name="connsiteX910" fmla="*/ 6035667 w 12191993"/>
              <a:gd name="connsiteY910" fmla="*/ 6513791 h 6857996"/>
              <a:gd name="connsiteX911" fmla="*/ 6089642 w 12191993"/>
              <a:gd name="connsiteY911" fmla="*/ 6505571 h 6857996"/>
              <a:gd name="connsiteX912" fmla="*/ 5258126 w 12191993"/>
              <a:gd name="connsiteY912" fmla="*/ 6505571 h 6857996"/>
              <a:gd name="connsiteX913" fmla="*/ 5256209 w 12191993"/>
              <a:gd name="connsiteY913" fmla="*/ 6507801 h 6857996"/>
              <a:gd name="connsiteX914" fmla="*/ 5256209 w 12191993"/>
              <a:gd name="connsiteY914" fmla="*/ 6510350 h 6857996"/>
              <a:gd name="connsiteX915" fmla="*/ 5259726 w 12191993"/>
              <a:gd name="connsiteY915" fmla="*/ 6513217 h 6857996"/>
              <a:gd name="connsiteX916" fmla="*/ 5265481 w 12191993"/>
              <a:gd name="connsiteY916" fmla="*/ 6518632 h 6857996"/>
              <a:gd name="connsiteX917" fmla="*/ 5265481 w 12191993"/>
              <a:gd name="connsiteY917" fmla="*/ 6541569 h 6857996"/>
              <a:gd name="connsiteX918" fmla="*/ 5265481 w 12191993"/>
              <a:gd name="connsiteY918" fmla="*/ 6554948 h 6857996"/>
              <a:gd name="connsiteX919" fmla="*/ 5268996 w 12191993"/>
              <a:gd name="connsiteY919" fmla="*/ 6586167 h 6857996"/>
              <a:gd name="connsiteX920" fmla="*/ 5301288 w 12191993"/>
              <a:gd name="connsiteY920" fmla="*/ 6600821 h 6857996"/>
              <a:gd name="connsiteX921" fmla="*/ 5337734 w 12191993"/>
              <a:gd name="connsiteY921" fmla="*/ 6578840 h 6857996"/>
              <a:gd name="connsiteX922" fmla="*/ 5339012 w 12191993"/>
              <a:gd name="connsiteY922" fmla="*/ 6554630 h 6857996"/>
              <a:gd name="connsiteX923" fmla="*/ 5339012 w 12191993"/>
              <a:gd name="connsiteY923" fmla="*/ 6541569 h 6857996"/>
              <a:gd name="connsiteX924" fmla="*/ 5339333 w 12191993"/>
              <a:gd name="connsiteY924" fmla="*/ 6518632 h 6857996"/>
              <a:gd name="connsiteX925" fmla="*/ 5344768 w 12191993"/>
              <a:gd name="connsiteY925" fmla="*/ 6513217 h 6857996"/>
              <a:gd name="connsiteX926" fmla="*/ 5348284 w 12191993"/>
              <a:gd name="connsiteY926" fmla="*/ 6510350 h 6857996"/>
              <a:gd name="connsiteX927" fmla="*/ 5348284 w 12191993"/>
              <a:gd name="connsiteY927" fmla="*/ 6507801 h 6857996"/>
              <a:gd name="connsiteX928" fmla="*/ 5346686 w 12191993"/>
              <a:gd name="connsiteY928" fmla="*/ 6505571 h 6857996"/>
              <a:gd name="connsiteX929" fmla="*/ 5341251 w 12191993"/>
              <a:gd name="connsiteY929" fmla="*/ 6505890 h 6857996"/>
              <a:gd name="connsiteX930" fmla="*/ 5333578 w 12191993"/>
              <a:gd name="connsiteY930" fmla="*/ 6506208 h 6857996"/>
              <a:gd name="connsiteX931" fmla="*/ 5326225 w 12191993"/>
              <a:gd name="connsiteY931" fmla="*/ 6505890 h 6857996"/>
              <a:gd name="connsiteX932" fmla="*/ 5320789 w 12191993"/>
              <a:gd name="connsiteY932" fmla="*/ 6505571 h 6857996"/>
              <a:gd name="connsiteX933" fmla="*/ 5319193 w 12191993"/>
              <a:gd name="connsiteY933" fmla="*/ 6507801 h 6857996"/>
              <a:gd name="connsiteX934" fmla="*/ 5319193 w 12191993"/>
              <a:gd name="connsiteY934" fmla="*/ 6510350 h 6857996"/>
              <a:gd name="connsiteX935" fmla="*/ 5322708 w 12191993"/>
              <a:gd name="connsiteY935" fmla="*/ 6513217 h 6857996"/>
              <a:gd name="connsiteX936" fmla="*/ 5328143 w 12191993"/>
              <a:gd name="connsiteY936" fmla="*/ 6518632 h 6857996"/>
              <a:gd name="connsiteX937" fmla="*/ 5328143 w 12191993"/>
              <a:gd name="connsiteY937" fmla="*/ 6541569 h 6857996"/>
              <a:gd name="connsiteX938" fmla="*/ 5328143 w 12191993"/>
              <a:gd name="connsiteY938" fmla="*/ 6554948 h 6857996"/>
              <a:gd name="connsiteX939" fmla="*/ 5326545 w 12191993"/>
              <a:gd name="connsiteY939" fmla="*/ 6578840 h 6857996"/>
              <a:gd name="connsiteX940" fmla="*/ 5304804 w 12191993"/>
              <a:gd name="connsiteY940" fmla="*/ 6591264 h 6857996"/>
              <a:gd name="connsiteX941" fmla="*/ 5284983 w 12191993"/>
              <a:gd name="connsiteY941" fmla="*/ 6581070 h 6857996"/>
              <a:gd name="connsiteX942" fmla="*/ 5282105 w 12191993"/>
              <a:gd name="connsiteY942" fmla="*/ 6555585 h 6857996"/>
              <a:gd name="connsiteX943" fmla="*/ 5282105 w 12191993"/>
              <a:gd name="connsiteY943" fmla="*/ 6541569 h 6857996"/>
              <a:gd name="connsiteX944" fmla="*/ 5282105 w 12191993"/>
              <a:gd name="connsiteY944" fmla="*/ 6518632 h 6857996"/>
              <a:gd name="connsiteX945" fmla="*/ 5287862 w 12191993"/>
              <a:gd name="connsiteY945" fmla="*/ 6513217 h 6857996"/>
              <a:gd name="connsiteX946" fmla="*/ 5291057 w 12191993"/>
              <a:gd name="connsiteY946" fmla="*/ 6510350 h 6857996"/>
              <a:gd name="connsiteX947" fmla="*/ 5291057 w 12191993"/>
              <a:gd name="connsiteY947" fmla="*/ 6507801 h 6857996"/>
              <a:gd name="connsiteX948" fmla="*/ 5289458 w 12191993"/>
              <a:gd name="connsiteY948" fmla="*/ 6505571 h 6857996"/>
              <a:gd name="connsiteX949" fmla="*/ 5284344 w 12191993"/>
              <a:gd name="connsiteY949" fmla="*/ 6505890 h 6857996"/>
              <a:gd name="connsiteX950" fmla="*/ 5273472 w 12191993"/>
              <a:gd name="connsiteY950" fmla="*/ 6506208 h 6857996"/>
              <a:gd name="connsiteX951" fmla="*/ 5263242 w 12191993"/>
              <a:gd name="connsiteY951" fmla="*/ 6505890 h 6857996"/>
              <a:gd name="connsiteX952" fmla="*/ 5258126 w 12191993"/>
              <a:gd name="connsiteY952" fmla="*/ 6505571 h 6857996"/>
              <a:gd name="connsiteX953" fmla="*/ 5751804 w 12191993"/>
              <a:gd name="connsiteY953" fmla="*/ 6503983 h 6857996"/>
              <a:gd name="connsiteX954" fmla="*/ 5741981 w 12191993"/>
              <a:gd name="connsiteY954" fmla="*/ 6513508 h 6857996"/>
              <a:gd name="connsiteX955" fmla="*/ 5751209 w 12191993"/>
              <a:gd name="connsiteY955" fmla="*/ 6523033 h 6857996"/>
              <a:gd name="connsiteX956" fmla="*/ 5761031 w 12191993"/>
              <a:gd name="connsiteY956" fmla="*/ 6513191 h 6857996"/>
              <a:gd name="connsiteX957" fmla="*/ 5751804 w 12191993"/>
              <a:gd name="connsiteY957" fmla="*/ 6503983 h 6857996"/>
              <a:gd name="connsiteX958" fmla="*/ 5456085 w 12191993"/>
              <a:gd name="connsiteY958" fmla="*/ 6503983 h 6857996"/>
              <a:gd name="connsiteX959" fmla="*/ 5445121 w 12191993"/>
              <a:gd name="connsiteY959" fmla="*/ 6513508 h 6857996"/>
              <a:gd name="connsiteX960" fmla="*/ 5455439 w 12191993"/>
              <a:gd name="connsiteY960" fmla="*/ 6523033 h 6857996"/>
              <a:gd name="connsiteX961" fmla="*/ 5465759 w 12191993"/>
              <a:gd name="connsiteY961" fmla="*/ 6513191 h 6857996"/>
              <a:gd name="connsiteX962" fmla="*/ 5456085 w 12191993"/>
              <a:gd name="connsiteY962" fmla="*/ 6503983 h 6857996"/>
              <a:gd name="connsiteX963" fmla="*/ 6221722 w 12191993"/>
              <a:gd name="connsiteY963" fmla="*/ 6500808 h 6857996"/>
              <a:gd name="connsiteX964" fmla="*/ 6221087 w 12191993"/>
              <a:gd name="connsiteY964" fmla="*/ 6501761 h 6857996"/>
              <a:gd name="connsiteX965" fmla="*/ 6222992 w 12191993"/>
              <a:gd name="connsiteY965" fmla="*/ 6505571 h 6857996"/>
              <a:gd name="connsiteX966" fmla="*/ 6222675 w 12191993"/>
              <a:gd name="connsiteY966" fmla="*/ 6514778 h 6857996"/>
              <a:gd name="connsiteX967" fmla="*/ 6212515 w 12191993"/>
              <a:gd name="connsiteY967" fmla="*/ 6510968 h 6857996"/>
              <a:gd name="connsiteX968" fmla="*/ 6206482 w 12191993"/>
              <a:gd name="connsiteY968" fmla="*/ 6523351 h 6857996"/>
              <a:gd name="connsiteX969" fmla="*/ 6211880 w 12191993"/>
              <a:gd name="connsiteY969" fmla="*/ 6535733 h 6857996"/>
              <a:gd name="connsiteX970" fmla="*/ 6213467 w 12191993"/>
              <a:gd name="connsiteY970" fmla="*/ 6534781 h 6857996"/>
              <a:gd name="connsiteX971" fmla="*/ 6214102 w 12191993"/>
              <a:gd name="connsiteY971" fmla="*/ 6533511 h 6857996"/>
              <a:gd name="connsiteX972" fmla="*/ 6233152 w 12191993"/>
              <a:gd name="connsiteY972" fmla="*/ 6523668 h 6857996"/>
              <a:gd name="connsiteX973" fmla="*/ 6234740 w 12191993"/>
              <a:gd name="connsiteY973" fmla="*/ 6524621 h 6857996"/>
              <a:gd name="connsiteX974" fmla="*/ 6235692 w 12191993"/>
              <a:gd name="connsiteY974" fmla="*/ 6524303 h 6857996"/>
              <a:gd name="connsiteX975" fmla="*/ 6232835 w 12191993"/>
              <a:gd name="connsiteY975" fmla="*/ 6518588 h 6857996"/>
              <a:gd name="connsiteX976" fmla="*/ 6226485 w 12191993"/>
              <a:gd name="connsiteY976" fmla="*/ 6521763 h 6857996"/>
              <a:gd name="connsiteX977" fmla="*/ 6227120 w 12191993"/>
              <a:gd name="connsiteY977" fmla="*/ 6508746 h 6857996"/>
              <a:gd name="connsiteX978" fmla="*/ 6221722 w 12191993"/>
              <a:gd name="connsiteY978" fmla="*/ 6500808 h 6857996"/>
              <a:gd name="connsiteX979" fmla="*/ 5203940 w 12191993"/>
              <a:gd name="connsiteY979" fmla="*/ 6499222 h 6857996"/>
              <a:gd name="connsiteX980" fmla="*/ 5185064 w 12191993"/>
              <a:gd name="connsiteY980" fmla="*/ 6501778 h 6857996"/>
              <a:gd name="connsiteX981" fmla="*/ 5182549 w 12191993"/>
              <a:gd name="connsiteY981" fmla="*/ 6503695 h 6857996"/>
              <a:gd name="connsiteX982" fmla="*/ 5182549 w 12191993"/>
              <a:gd name="connsiteY982" fmla="*/ 6506251 h 6857996"/>
              <a:gd name="connsiteX983" fmla="*/ 5185379 w 12191993"/>
              <a:gd name="connsiteY983" fmla="*/ 6508806 h 6857996"/>
              <a:gd name="connsiteX984" fmla="*/ 5191357 w 12191993"/>
              <a:gd name="connsiteY984" fmla="*/ 6517112 h 6857996"/>
              <a:gd name="connsiteX985" fmla="*/ 5191671 w 12191993"/>
              <a:gd name="connsiteY985" fmla="*/ 6531488 h 6857996"/>
              <a:gd name="connsiteX986" fmla="*/ 5191671 w 12191993"/>
              <a:gd name="connsiteY986" fmla="*/ 6533725 h 6857996"/>
              <a:gd name="connsiteX987" fmla="*/ 5190728 w 12191993"/>
              <a:gd name="connsiteY987" fmla="*/ 6535961 h 6857996"/>
              <a:gd name="connsiteX988" fmla="*/ 5189785 w 12191993"/>
              <a:gd name="connsiteY988" fmla="*/ 6535322 h 6857996"/>
              <a:gd name="connsiteX989" fmla="*/ 5177830 w 12191993"/>
              <a:gd name="connsiteY989" fmla="*/ 6532766 h 6857996"/>
              <a:gd name="connsiteX990" fmla="*/ 5148260 w 12191993"/>
              <a:gd name="connsiteY990" fmla="*/ 6569186 h 6857996"/>
              <a:gd name="connsiteX991" fmla="*/ 5172483 w 12191993"/>
              <a:gd name="connsiteY991" fmla="*/ 6601132 h 6857996"/>
              <a:gd name="connsiteX992" fmla="*/ 5184122 w 12191993"/>
              <a:gd name="connsiteY992" fmla="*/ 6597299 h 6857996"/>
              <a:gd name="connsiteX993" fmla="*/ 5190728 w 12191993"/>
              <a:gd name="connsiteY993" fmla="*/ 6591868 h 6857996"/>
              <a:gd name="connsiteX994" fmla="*/ 5191988 w 12191993"/>
              <a:gd name="connsiteY994" fmla="*/ 6591229 h 6857996"/>
              <a:gd name="connsiteX995" fmla="*/ 5193245 w 12191993"/>
              <a:gd name="connsiteY995" fmla="*/ 6594424 h 6857996"/>
              <a:gd name="connsiteX996" fmla="*/ 5193560 w 12191993"/>
              <a:gd name="connsiteY996" fmla="*/ 6600174 h 6857996"/>
              <a:gd name="connsiteX997" fmla="*/ 5195133 w 12191993"/>
              <a:gd name="connsiteY997" fmla="*/ 6602410 h 6857996"/>
              <a:gd name="connsiteX998" fmla="*/ 5197333 w 12191993"/>
              <a:gd name="connsiteY998" fmla="*/ 6602091 h 6857996"/>
              <a:gd name="connsiteX999" fmla="*/ 5214008 w 12191993"/>
              <a:gd name="connsiteY999" fmla="*/ 6598896 h 6857996"/>
              <a:gd name="connsiteX1000" fmla="*/ 5216522 w 12191993"/>
              <a:gd name="connsiteY1000" fmla="*/ 6596660 h 6857996"/>
              <a:gd name="connsiteX1001" fmla="*/ 5216522 w 12191993"/>
              <a:gd name="connsiteY1001" fmla="*/ 6594424 h 6857996"/>
              <a:gd name="connsiteX1002" fmla="*/ 5214636 w 12191993"/>
              <a:gd name="connsiteY1002" fmla="*/ 6592826 h 6857996"/>
              <a:gd name="connsiteX1003" fmla="*/ 5207399 w 12191993"/>
              <a:gd name="connsiteY1003" fmla="*/ 6589312 h 6857996"/>
              <a:gd name="connsiteX1004" fmla="*/ 5206141 w 12191993"/>
              <a:gd name="connsiteY1004" fmla="*/ 6565671 h 6857996"/>
              <a:gd name="connsiteX1005" fmla="*/ 5206141 w 12191993"/>
              <a:gd name="connsiteY1005" fmla="*/ 6542031 h 6857996"/>
              <a:gd name="connsiteX1006" fmla="*/ 5207085 w 12191993"/>
              <a:gd name="connsiteY1006" fmla="*/ 6501459 h 6857996"/>
              <a:gd name="connsiteX1007" fmla="*/ 5205512 w 12191993"/>
              <a:gd name="connsiteY1007" fmla="*/ 6499222 h 6857996"/>
              <a:gd name="connsiteX1008" fmla="*/ 5203940 w 12191993"/>
              <a:gd name="connsiteY1008" fmla="*/ 6499222 h 6857996"/>
              <a:gd name="connsiteX1009" fmla="*/ 4939540 w 12191993"/>
              <a:gd name="connsiteY1009" fmla="*/ 6499222 h 6857996"/>
              <a:gd name="connsiteX1010" fmla="*/ 4937048 w 12191993"/>
              <a:gd name="connsiteY1010" fmla="*/ 6499540 h 6857996"/>
              <a:gd name="connsiteX1011" fmla="*/ 4918664 w 12191993"/>
              <a:gd name="connsiteY1011" fmla="*/ 6502397 h 6857996"/>
              <a:gd name="connsiteX1012" fmla="*/ 4916484 w 12191993"/>
              <a:gd name="connsiteY1012" fmla="*/ 6504302 h 6857996"/>
              <a:gd name="connsiteX1013" fmla="*/ 4916484 w 12191993"/>
              <a:gd name="connsiteY1013" fmla="*/ 6506525 h 6857996"/>
              <a:gd name="connsiteX1014" fmla="*/ 4920222 w 12191993"/>
              <a:gd name="connsiteY1014" fmla="*/ 6508747 h 6857996"/>
              <a:gd name="connsiteX1015" fmla="*/ 4925520 w 12191993"/>
              <a:gd name="connsiteY1015" fmla="*/ 6513510 h 6857996"/>
              <a:gd name="connsiteX1016" fmla="*/ 4925831 w 12191993"/>
              <a:gd name="connsiteY1016" fmla="*/ 6540497 h 6857996"/>
              <a:gd name="connsiteX1017" fmla="*/ 4925831 w 12191993"/>
              <a:gd name="connsiteY1017" fmla="*/ 6547800 h 6857996"/>
              <a:gd name="connsiteX1018" fmla="*/ 4925520 w 12191993"/>
              <a:gd name="connsiteY1018" fmla="*/ 6589392 h 6857996"/>
              <a:gd name="connsiteX1019" fmla="*/ 4925520 w 12191993"/>
              <a:gd name="connsiteY1019" fmla="*/ 6590980 h 6857996"/>
              <a:gd name="connsiteX1020" fmla="*/ 4927700 w 12191993"/>
              <a:gd name="connsiteY1020" fmla="*/ 6595107 h 6857996"/>
              <a:gd name="connsiteX1021" fmla="*/ 4949199 w 12191993"/>
              <a:gd name="connsiteY1021" fmla="*/ 6600822 h 6857996"/>
              <a:gd name="connsiteX1022" fmla="*/ 4983161 w 12191993"/>
              <a:gd name="connsiteY1022" fmla="*/ 6563675 h 6857996"/>
              <a:gd name="connsiteX1023" fmla="*/ 4959168 w 12191993"/>
              <a:gd name="connsiteY1023" fmla="*/ 6532877 h 6857996"/>
              <a:gd name="connsiteX1024" fmla="*/ 4945770 w 12191993"/>
              <a:gd name="connsiteY1024" fmla="*/ 6538592 h 6857996"/>
              <a:gd name="connsiteX1025" fmla="*/ 4940786 w 12191993"/>
              <a:gd name="connsiteY1025" fmla="*/ 6543355 h 6857996"/>
              <a:gd name="connsiteX1026" fmla="*/ 4940163 w 12191993"/>
              <a:gd name="connsiteY1026" fmla="*/ 6542402 h 6857996"/>
              <a:gd name="connsiteX1027" fmla="*/ 4940163 w 12191993"/>
              <a:gd name="connsiteY1027" fmla="*/ 6541767 h 6857996"/>
              <a:gd name="connsiteX1028" fmla="*/ 4940163 w 12191993"/>
              <a:gd name="connsiteY1028" fmla="*/ 6539227 h 6857996"/>
              <a:gd name="connsiteX1029" fmla="*/ 4940475 w 12191993"/>
              <a:gd name="connsiteY1029" fmla="*/ 6521130 h 6857996"/>
              <a:gd name="connsiteX1030" fmla="*/ 4940786 w 12191993"/>
              <a:gd name="connsiteY1030" fmla="*/ 6503350 h 6857996"/>
              <a:gd name="connsiteX1031" fmla="*/ 4941098 w 12191993"/>
              <a:gd name="connsiteY1031" fmla="*/ 6501445 h 6857996"/>
              <a:gd name="connsiteX1032" fmla="*/ 4939540 w 12191993"/>
              <a:gd name="connsiteY1032" fmla="*/ 6499222 h 6857996"/>
              <a:gd name="connsiteX1033" fmla="*/ 4898522 w 12191993"/>
              <a:gd name="connsiteY1033" fmla="*/ 6499222 h 6857996"/>
              <a:gd name="connsiteX1034" fmla="*/ 4879530 w 12191993"/>
              <a:gd name="connsiteY1034" fmla="*/ 6501778 h 6857996"/>
              <a:gd name="connsiteX1035" fmla="*/ 4876959 w 12191993"/>
              <a:gd name="connsiteY1035" fmla="*/ 6503695 h 6857996"/>
              <a:gd name="connsiteX1036" fmla="*/ 4876959 w 12191993"/>
              <a:gd name="connsiteY1036" fmla="*/ 6506251 h 6857996"/>
              <a:gd name="connsiteX1037" fmla="*/ 4879852 w 12191993"/>
              <a:gd name="connsiteY1037" fmla="*/ 6508806 h 6857996"/>
              <a:gd name="connsiteX1038" fmla="*/ 4885972 w 12191993"/>
              <a:gd name="connsiteY1038" fmla="*/ 6517112 h 6857996"/>
              <a:gd name="connsiteX1039" fmla="*/ 4886292 w 12191993"/>
              <a:gd name="connsiteY1039" fmla="*/ 6531488 h 6857996"/>
              <a:gd name="connsiteX1040" fmla="*/ 4886292 w 12191993"/>
              <a:gd name="connsiteY1040" fmla="*/ 6533725 h 6857996"/>
              <a:gd name="connsiteX1041" fmla="*/ 4885328 w 12191993"/>
              <a:gd name="connsiteY1041" fmla="*/ 6535961 h 6857996"/>
              <a:gd name="connsiteX1042" fmla="*/ 4884360 w 12191993"/>
              <a:gd name="connsiteY1042" fmla="*/ 6535322 h 6857996"/>
              <a:gd name="connsiteX1043" fmla="*/ 4872127 w 12191993"/>
              <a:gd name="connsiteY1043" fmla="*/ 6532766 h 6857996"/>
              <a:gd name="connsiteX1044" fmla="*/ 4841871 w 12191993"/>
              <a:gd name="connsiteY1044" fmla="*/ 6569186 h 6857996"/>
              <a:gd name="connsiteX1045" fmla="*/ 4866980 w 12191993"/>
              <a:gd name="connsiteY1045" fmla="*/ 6601132 h 6857996"/>
              <a:gd name="connsiteX1046" fmla="*/ 4878566 w 12191993"/>
              <a:gd name="connsiteY1046" fmla="*/ 6597299 h 6857996"/>
              <a:gd name="connsiteX1047" fmla="*/ 4885328 w 12191993"/>
              <a:gd name="connsiteY1047" fmla="*/ 6591868 h 6857996"/>
              <a:gd name="connsiteX1048" fmla="*/ 4886614 w 12191993"/>
              <a:gd name="connsiteY1048" fmla="*/ 6591229 h 6857996"/>
              <a:gd name="connsiteX1049" fmla="*/ 4887899 w 12191993"/>
              <a:gd name="connsiteY1049" fmla="*/ 6594424 h 6857996"/>
              <a:gd name="connsiteX1050" fmla="*/ 4888221 w 12191993"/>
              <a:gd name="connsiteY1050" fmla="*/ 6600174 h 6857996"/>
              <a:gd name="connsiteX1051" fmla="*/ 4889831 w 12191993"/>
              <a:gd name="connsiteY1051" fmla="*/ 6602410 h 6857996"/>
              <a:gd name="connsiteX1052" fmla="*/ 4892085 w 12191993"/>
              <a:gd name="connsiteY1052" fmla="*/ 6602091 h 6857996"/>
              <a:gd name="connsiteX1053" fmla="*/ 4909145 w 12191993"/>
              <a:gd name="connsiteY1053" fmla="*/ 6598896 h 6857996"/>
              <a:gd name="connsiteX1054" fmla="*/ 4911721 w 12191993"/>
              <a:gd name="connsiteY1054" fmla="*/ 6596660 h 6857996"/>
              <a:gd name="connsiteX1055" fmla="*/ 4911721 w 12191993"/>
              <a:gd name="connsiteY1055" fmla="*/ 6594424 h 6857996"/>
              <a:gd name="connsiteX1056" fmla="*/ 4910113 w 12191993"/>
              <a:gd name="connsiteY1056" fmla="*/ 6592826 h 6857996"/>
              <a:gd name="connsiteX1057" fmla="*/ 4902066 w 12191993"/>
              <a:gd name="connsiteY1057" fmla="*/ 6589312 h 6857996"/>
              <a:gd name="connsiteX1058" fmla="*/ 4901098 w 12191993"/>
              <a:gd name="connsiteY1058" fmla="*/ 6565671 h 6857996"/>
              <a:gd name="connsiteX1059" fmla="*/ 4901098 w 12191993"/>
              <a:gd name="connsiteY1059" fmla="*/ 6542031 h 6857996"/>
              <a:gd name="connsiteX1060" fmla="*/ 4902066 w 12191993"/>
              <a:gd name="connsiteY1060" fmla="*/ 6501459 h 6857996"/>
              <a:gd name="connsiteX1061" fmla="*/ 4900132 w 12191993"/>
              <a:gd name="connsiteY1061" fmla="*/ 6499222 h 6857996"/>
              <a:gd name="connsiteX1062" fmla="*/ 4898522 w 12191993"/>
              <a:gd name="connsiteY1062" fmla="*/ 6499222 h 6857996"/>
              <a:gd name="connsiteX1063" fmla="*/ 6032809 w 12191993"/>
              <a:gd name="connsiteY1063" fmla="*/ 6467471 h 6857996"/>
              <a:gd name="connsiteX1064" fmla="*/ 6068221 w 12191993"/>
              <a:gd name="connsiteY1064" fmla="*/ 6467471 h 6857996"/>
              <a:gd name="connsiteX1065" fmla="*/ 6078971 w 12191993"/>
              <a:gd name="connsiteY1065" fmla="*/ 6469080 h 6857996"/>
              <a:gd name="connsiteX1066" fmla="*/ 6078971 w 12191993"/>
              <a:gd name="connsiteY1066" fmla="*/ 6471974 h 6857996"/>
              <a:gd name="connsiteX1067" fmla="*/ 6073597 w 12191993"/>
              <a:gd name="connsiteY1067" fmla="*/ 6479694 h 6857996"/>
              <a:gd name="connsiteX1068" fmla="*/ 6073597 w 12191993"/>
              <a:gd name="connsiteY1068" fmla="*/ 6480016 h 6857996"/>
              <a:gd name="connsiteX1069" fmla="*/ 6084979 w 12191993"/>
              <a:gd name="connsiteY1069" fmla="*/ 6488700 h 6857996"/>
              <a:gd name="connsiteX1070" fmla="*/ 6095413 w 12191993"/>
              <a:gd name="connsiteY1070" fmla="*/ 6492560 h 6857996"/>
              <a:gd name="connsiteX1071" fmla="*/ 6097310 w 12191993"/>
              <a:gd name="connsiteY1071" fmla="*/ 6491595 h 6857996"/>
              <a:gd name="connsiteX1072" fmla="*/ 6106163 w 12191993"/>
              <a:gd name="connsiteY1072" fmla="*/ 6479051 h 6857996"/>
              <a:gd name="connsiteX1073" fmla="*/ 6105847 w 12191993"/>
              <a:gd name="connsiteY1073" fmla="*/ 6476799 h 6857996"/>
              <a:gd name="connsiteX1074" fmla="*/ 6104898 w 12191993"/>
              <a:gd name="connsiteY1074" fmla="*/ 6474548 h 6857996"/>
              <a:gd name="connsiteX1075" fmla="*/ 6104898 w 12191993"/>
              <a:gd name="connsiteY1075" fmla="*/ 6474226 h 6857996"/>
              <a:gd name="connsiteX1076" fmla="*/ 6102052 w 12191993"/>
              <a:gd name="connsiteY1076" fmla="*/ 6471331 h 6857996"/>
              <a:gd name="connsiteX1077" fmla="*/ 6107428 w 12191993"/>
              <a:gd name="connsiteY1077" fmla="*/ 6467471 h 6857996"/>
              <a:gd name="connsiteX1078" fmla="*/ 6108060 w 12191993"/>
              <a:gd name="connsiteY1078" fmla="*/ 6467471 h 6857996"/>
              <a:gd name="connsiteX1079" fmla="*/ 6108376 w 12191993"/>
              <a:gd name="connsiteY1079" fmla="*/ 6467471 h 6857996"/>
              <a:gd name="connsiteX1080" fmla="*/ 6112486 w 12191993"/>
              <a:gd name="connsiteY1080" fmla="*/ 6471653 h 6857996"/>
              <a:gd name="connsiteX1081" fmla="*/ 6110589 w 12191993"/>
              <a:gd name="connsiteY1081" fmla="*/ 6479051 h 6857996"/>
              <a:gd name="connsiteX1082" fmla="*/ 6119126 w 12191993"/>
              <a:gd name="connsiteY1082" fmla="*/ 6491595 h 6857996"/>
              <a:gd name="connsiteX1083" fmla="*/ 6121023 w 12191993"/>
              <a:gd name="connsiteY1083" fmla="*/ 6492560 h 6857996"/>
              <a:gd name="connsiteX1084" fmla="*/ 6131774 w 12191993"/>
              <a:gd name="connsiteY1084" fmla="*/ 6488700 h 6857996"/>
              <a:gd name="connsiteX1085" fmla="*/ 6143156 w 12191993"/>
              <a:gd name="connsiteY1085" fmla="*/ 6480016 h 6857996"/>
              <a:gd name="connsiteX1086" fmla="*/ 6143156 w 12191993"/>
              <a:gd name="connsiteY1086" fmla="*/ 6479694 h 6857996"/>
              <a:gd name="connsiteX1087" fmla="*/ 6137781 w 12191993"/>
              <a:gd name="connsiteY1087" fmla="*/ 6471974 h 6857996"/>
              <a:gd name="connsiteX1088" fmla="*/ 6137781 w 12191993"/>
              <a:gd name="connsiteY1088" fmla="*/ 6469080 h 6857996"/>
              <a:gd name="connsiteX1089" fmla="*/ 6148531 w 12191993"/>
              <a:gd name="connsiteY1089" fmla="*/ 6467471 h 6857996"/>
              <a:gd name="connsiteX1090" fmla="*/ 6184576 w 12191993"/>
              <a:gd name="connsiteY1090" fmla="*/ 6467471 h 6857996"/>
              <a:gd name="connsiteX1091" fmla="*/ 6184892 w 12191993"/>
              <a:gd name="connsiteY1091" fmla="*/ 6476478 h 6857996"/>
              <a:gd name="connsiteX1092" fmla="*/ 6182363 w 12191993"/>
              <a:gd name="connsiteY1092" fmla="*/ 6504461 h 6857996"/>
              <a:gd name="connsiteX1093" fmla="*/ 6122920 w 12191993"/>
              <a:gd name="connsiteY1093" fmla="*/ 6495133 h 6857996"/>
              <a:gd name="connsiteX1094" fmla="*/ 6124185 w 12191993"/>
              <a:gd name="connsiteY1094" fmla="*/ 6500923 h 6857996"/>
              <a:gd name="connsiteX1095" fmla="*/ 6109008 w 12191993"/>
              <a:gd name="connsiteY1095" fmla="*/ 6516684 h 6857996"/>
              <a:gd name="connsiteX1096" fmla="*/ 6108376 w 12191993"/>
              <a:gd name="connsiteY1096" fmla="*/ 6516684 h 6857996"/>
              <a:gd name="connsiteX1097" fmla="*/ 6107744 w 12191993"/>
              <a:gd name="connsiteY1097" fmla="*/ 6516684 h 6857996"/>
              <a:gd name="connsiteX1098" fmla="*/ 6092883 w 12191993"/>
              <a:gd name="connsiteY1098" fmla="*/ 6500923 h 6857996"/>
              <a:gd name="connsiteX1099" fmla="*/ 6094148 w 12191993"/>
              <a:gd name="connsiteY1099" fmla="*/ 6495133 h 6857996"/>
              <a:gd name="connsiteX1100" fmla="*/ 6035022 w 12191993"/>
              <a:gd name="connsiteY1100" fmla="*/ 6504461 h 6857996"/>
              <a:gd name="connsiteX1101" fmla="*/ 6032492 w 12191993"/>
              <a:gd name="connsiteY1101" fmla="*/ 6476478 h 6857996"/>
              <a:gd name="connsiteX1102" fmla="*/ 6032809 w 12191993"/>
              <a:gd name="connsiteY1102" fmla="*/ 6467471 h 6857996"/>
              <a:gd name="connsiteX1103" fmla="*/ 6035029 w 12191993"/>
              <a:gd name="connsiteY1103" fmla="*/ 6454771 h 6857996"/>
              <a:gd name="connsiteX1104" fmla="*/ 6108377 w 12191993"/>
              <a:gd name="connsiteY1104" fmla="*/ 6454771 h 6857996"/>
              <a:gd name="connsiteX1105" fmla="*/ 6182357 w 12191993"/>
              <a:gd name="connsiteY1105" fmla="*/ 6454771 h 6857996"/>
              <a:gd name="connsiteX1106" fmla="*/ 6183305 w 12191993"/>
              <a:gd name="connsiteY1106" fmla="*/ 6459317 h 6857996"/>
              <a:gd name="connsiteX1107" fmla="*/ 6148528 w 12191993"/>
              <a:gd name="connsiteY1107" fmla="*/ 6459317 h 6857996"/>
              <a:gd name="connsiteX1108" fmla="*/ 6127346 w 12191993"/>
              <a:gd name="connsiteY1108" fmla="*/ 6471656 h 6857996"/>
              <a:gd name="connsiteX1109" fmla="*/ 6131456 w 12191993"/>
              <a:gd name="connsiteY1109" fmla="*/ 6479450 h 6857996"/>
              <a:gd name="connsiteX1110" fmla="*/ 6121655 w 12191993"/>
              <a:gd name="connsiteY1110" fmla="*/ 6483346 h 6857996"/>
              <a:gd name="connsiteX1111" fmla="*/ 6118810 w 12191993"/>
              <a:gd name="connsiteY1111" fmla="*/ 6478476 h 6857996"/>
              <a:gd name="connsiteX1112" fmla="*/ 6121023 w 12191993"/>
              <a:gd name="connsiteY1112" fmla="*/ 6471332 h 6857996"/>
              <a:gd name="connsiteX1113" fmla="*/ 6108060 w 12191993"/>
              <a:gd name="connsiteY1113" fmla="*/ 6459967 h 6857996"/>
              <a:gd name="connsiteX1114" fmla="*/ 6098892 w 12191993"/>
              <a:gd name="connsiteY1114" fmla="*/ 6463214 h 6857996"/>
              <a:gd name="connsiteX1115" fmla="*/ 6098576 w 12191993"/>
              <a:gd name="connsiteY1115" fmla="*/ 6463863 h 6857996"/>
              <a:gd name="connsiteX1116" fmla="*/ 6092253 w 12191993"/>
              <a:gd name="connsiteY1116" fmla="*/ 6471007 h 6857996"/>
              <a:gd name="connsiteX1117" fmla="*/ 6092253 w 12191993"/>
              <a:gd name="connsiteY1117" fmla="*/ 6474904 h 6857996"/>
              <a:gd name="connsiteX1118" fmla="*/ 6095098 w 12191993"/>
              <a:gd name="connsiteY1118" fmla="*/ 6475553 h 6857996"/>
              <a:gd name="connsiteX1119" fmla="*/ 6096995 w 12191993"/>
              <a:gd name="connsiteY1119" fmla="*/ 6477177 h 6857996"/>
              <a:gd name="connsiteX1120" fmla="*/ 6095098 w 12191993"/>
              <a:gd name="connsiteY1120" fmla="*/ 6483346 h 6857996"/>
              <a:gd name="connsiteX1121" fmla="*/ 6085297 w 12191993"/>
              <a:gd name="connsiteY1121" fmla="*/ 6479450 h 6857996"/>
              <a:gd name="connsiteX1122" fmla="*/ 6089407 w 12191993"/>
              <a:gd name="connsiteY1122" fmla="*/ 6471656 h 6857996"/>
              <a:gd name="connsiteX1123" fmla="*/ 6068225 w 12191993"/>
              <a:gd name="connsiteY1123" fmla="*/ 6459317 h 6857996"/>
              <a:gd name="connsiteX1124" fmla="*/ 6034080 w 12191993"/>
              <a:gd name="connsiteY1124" fmla="*/ 6459317 h 6857996"/>
              <a:gd name="connsiteX1125" fmla="*/ 6035029 w 12191993"/>
              <a:gd name="connsiteY1125" fmla="*/ 6454771 h 6857996"/>
              <a:gd name="connsiteX1126" fmla="*/ 6146512 w 12191993"/>
              <a:gd name="connsiteY1126" fmla="*/ 6416671 h 6857996"/>
              <a:gd name="connsiteX1127" fmla="*/ 6156317 w 12191993"/>
              <a:gd name="connsiteY1127" fmla="*/ 6423414 h 6857996"/>
              <a:gd name="connsiteX1128" fmla="*/ 6156317 w 12191993"/>
              <a:gd name="connsiteY1128" fmla="*/ 6445246 h 6857996"/>
              <a:gd name="connsiteX1129" fmla="*/ 6134092 w 12191993"/>
              <a:gd name="connsiteY1129" fmla="*/ 6445246 h 6857996"/>
              <a:gd name="connsiteX1130" fmla="*/ 6134092 w 12191993"/>
              <a:gd name="connsiteY1130" fmla="*/ 6422450 h 6857996"/>
              <a:gd name="connsiteX1131" fmla="*/ 6135400 w 12191993"/>
              <a:gd name="connsiteY1131" fmla="*/ 6418598 h 6857996"/>
              <a:gd name="connsiteX1132" fmla="*/ 6146512 w 12191993"/>
              <a:gd name="connsiteY1132" fmla="*/ 6416671 h 6857996"/>
              <a:gd name="connsiteX1133" fmla="*/ 6070000 w 12191993"/>
              <a:gd name="connsiteY1133" fmla="*/ 6416671 h 6857996"/>
              <a:gd name="connsiteX1134" fmla="*/ 6080473 w 12191993"/>
              <a:gd name="connsiteY1134" fmla="*/ 6418598 h 6857996"/>
              <a:gd name="connsiteX1135" fmla="*/ 6081705 w 12191993"/>
              <a:gd name="connsiteY1135" fmla="*/ 6422450 h 6857996"/>
              <a:gd name="connsiteX1136" fmla="*/ 6081705 w 12191993"/>
              <a:gd name="connsiteY1136" fmla="*/ 6445246 h 6857996"/>
              <a:gd name="connsiteX1137" fmla="*/ 6061067 w 12191993"/>
              <a:gd name="connsiteY1137" fmla="*/ 6445246 h 6857996"/>
              <a:gd name="connsiteX1138" fmla="*/ 6061067 w 12191993"/>
              <a:gd name="connsiteY1138" fmla="*/ 6423414 h 6857996"/>
              <a:gd name="connsiteX1139" fmla="*/ 6070000 w 12191993"/>
              <a:gd name="connsiteY1139" fmla="*/ 6416671 h 6857996"/>
              <a:gd name="connsiteX1140" fmla="*/ 6108533 w 12191993"/>
              <a:gd name="connsiteY1140" fmla="*/ 6408733 h 6857996"/>
              <a:gd name="connsiteX1141" fmla="*/ 6126155 w 12191993"/>
              <a:gd name="connsiteY1141" fmla="*/ 6422703 h 6857996"/>
              <a:gd name="connsiteX1142" fmla="*/ 6126155 w 12191993"/>
              <a:gd name="connsiteY1142" fmla="*/ 6445246 h 6857996"/>
              <a:gd name="connsiteX1143" fmla="*/ 6108533 w 12191993"/>
              <a:gd name="connsiteY1143" fmla="*/ 6445246 h 6857996"/>
              <a:gd name="connsiteX1144" fmla="*/ 6091230 w 12191993"/>
              <a:gd name="connsiteY1144" fmla="*/ 6445246 h 6857996"/>
              <a:gd name="connsiteX1145" fmla="*/ 6091230 w 12191993"/>
              <a:gd name="connsiteY1145" fmla="*/ 6422703 h 6857996"/>
              <a:gd name="connsiteX1146" fmla="*/ 6108533 w 12191993"/>
              <a:gd name="connsiteY1146" fmla="*/ 6408733 h 6857996"/>
              <a:gd name="connsiteX1147" fmla="*/ 6118217 w 12191993"/>
              <a:gd name="connsiteY1147" fmla="*/ 6397621 h 6857996"/>
              <a:gd name="connsiteX1148" fmla="*/ 6140442 w 12191993"/>
              <a:gd name="connsiteY1148" fmla="*/ 6407781 h 6857996"/>
              <a:gd name="connsiteX1149" fmla="*/ 6131364 w 12191993"/>
              <a:gd name="connsiteY1149" fmla="*/ 6410321 h 6857996"/>
              <a:gd name="connsiteX1150" fmla="*/ 6118217 w 12191993"/>
              <a:gd name="connsiteY1150" fmla="*/ 6400479 h 6857996"/>
              <a:gd name="connsiteX1151" fmla="*/ 6118217 w 12191993"/>
              <a:gd name="connsiteY1151" fmla="*/ 6397621 h 6857996"/>
              <a:gd name="connsiteX1152" fmla="*/ 6097580 w 12191993"/>
              <a:gd name="connsiteY1152" fmla="*/ 6397621 h 6857996"/>
              <a:gd name="connsiteX1153" fmla="*/ 6097580 w 12191993"/>
              <a:gd name="connsiteY1153" fmla="*/ 6400479 h 6857996"/>
              <a:gd name="connsiteX1154" fmla="*/ 6084563 w 12191993"/>
              <a:gd name="connsiteY1154" fmla="*/ 6410321 h 6857996"/>
              <a:gd name="connsiteX1155" fmla="*/ 6075355 w 12191993"/>
              <a:gd name="connsiteY1155" fmla="*/ 6407781 h 6857996"/>
              <a:gd name="connsiteX1156" fmla="*/ 6097580 w 12191993"/>
              <a:gd name="connsiteY1156" fmla="*/ 6397621 h 6857996"/>
              <a:gd name="connsiteX1157" fmla="*/ 6104824 w 12191993"/>
              <a:gd name="connsiteY1157" fmla="*/ 6365871 h 6857996"/>
              <a:gd name="connsiteX1158" fmla="*/ 6107737 w 12191993"/>
              <a:gd name="connsiteY1158" fmla="*/ 6365871 h 6857996"/>
              <a:gd name="connsiteX1159" fmla="*/ 6110650 w 12191993"/>
              <a:gd name="connsiteY1159" fmla="*/ 6365871 h 6857996"/>
              <a:gd name="connsiteX1160" fmla="*/ 6110650 w 12191993"/>
              <a:gd name="connsiteY1160" fmla="*/ 6379335 h 6857996"/>
              <a:gd name="connsiteX1161" fmla="*/ 6124568 w 12191993"/>
              <a:gd name="connsiteY1161" fmla="*/ 6379335 h 6857996"/>
              <a:gd name="connsiteX1162" fmla="*/ 6124568 w 12191993"/>
              <a:gd name="connsiteY1162" fmla="*/ 6385425 h 6857996"/>
              <a:gd name="connsiteX1163" fmla="*/ 6110650 w 12191993"/>
              <a:gd name="connsiteY1163" fmla="*/ 6385425 h 6857996"/>
              <a:gd name="connsiteX1164" fmla="*/ 6110650 w 12191993"/>
              <a:gd name="connsiteY1164" fmla="*/ 6399209 h 6857996"/>
              <a:gd name="connsiteX1165" fmla="*/ 6107737 w 12191993"/>
              <a:gd name="connsiteY1165" fmla="*/ 6399209 h 6857996"/>
              <a:gd name="connsiteX1166" fmla="*/ 6104824 w 12191993"/>
              <a:gd name="connsiteY1166" fmla="*/ 6399209 h 6857996"/>
              <a:gd name="connsiteX1167" fmla="*/ 6104824 w 12191993"/>
              <a:gd name="connsiteY1167" fmla="*/ 6385425 h 6857996"/>
              <a:gd name="connsiteX1168" fmla="*/ 6091230 w 12191993"/>
              <a:gd name="connsiteY1168" fmla="*/ 6385425 h 6857996"/>
              <a:gd name="connsiteX1169" fmla="*/ 6091230 w 12191993"/>
              <a:gd name="connsiteY1169" fmla="*/ 6379335 h 6857996"/>
              <a:gd name="connsiteX1170" fmla="*/ 6104824 w 12191993"/>
              <a:gd name="connsiteY1170" fmla="*/ 6379335 h 6857996"/>
              <a:gd name="connsiteX1171" fmla="*/ 6104824 w 12191993"/>
              <a:gd name="connsiteY1171" fmla="*/ 6365871 h 6857996"/>
              <a:gd name="connsiteX1172" fmla="*/ 6098253 w 12191993"/>
              <a:gd name="connsiteY1172" fmla="*/ 6359521 h 6857996"/>
              <a:gd name="connsiteX1173" fmla="*/ 6098253 w 12191993"/>
              <a:gd name="connsiteY1173" fmla="*/ 6372830 h 6857996"/>
              <a:gd name="connsiteX1174" fmla="*/ 6085284 w 12191993"/>
              <a:gd name="connsiteY1174" fmla="*/ 6372830 h 6857996"/>
              <a:gd name="connsiteX1175" fmla="*/ 6085284 w 12191993"/>
              <a:gd name="connsiteY1175" fmla="*/ 6392793 h 6857996"/>
              <a:gd name="connsiteX1176" fmla="*/ 6062508 w 12191993"/>
              <a:gd name="connsiteY1176" fmla="*/ 6409270 h 6857996"/>
              <a:gd name="connsiteX1177" fmla="*/ 6051753 w 12191993"/>
              <a:gd name="connsiteY1177" fmla="*/ 6424163 h 6857996"/>
              <a:gd name="connsiteX1178" fmla="*/ 6051753 w 12191993"/>
              <a:gd name="connsiteY1178" fmla="*/ 6445710 h 6857996"/>
              <a:gd name="connsiteX1179" fmla="*/ 6028345 w 12191993"/>
              <a:gd name="connsiteY1179" fmla="*/ 6445710 h 6857996"/>
              <a:gd name="connsiteX1180" fmla="*/ 6027080 w 12191993"/>
              <a:gd name="connsiteY1180" fmla="*/ 6449195 h 6857996"/>
              <a:gd name="connsiteX1181" fmla="*/ 6022967 w 12191993"/>
              <a:gd name="connsiteY1181" fmla="*/ 6477397 h 6857996"/>
              <a:gd name="connsiteX1182" fmla="*/ 6046376 w 12191993"/>
              <a:gd name="connsiteY1182" fmla="*/ 6575943 h 6857996"/>
              <a:gd name="connsiteX1183" fmla="*/ 6099202 w 12191993"/>
              <a:gd name="connsiteY1183" fmla="*/ 6673222 h 6857996"/>
              <a:gd name="connsiteX1184" fmla="*/ 6108060 w 12191993"/>
              <a:gd name="connsiteY1184" fmla="*/ 6678609 h 6857996"/>
              <a:gd name="connsiteX1185" fmla="*/ 6108376 w 12191993"/>
              <a:gd name="connsiteY1185" fmla="*/ 6678609 h 6857996"/>
              <a:gd name="connsiteX1186" fmla="*/ 6108692 w 12191993"/>
              <a:gd name="connsiteY1186" fmla="*/ 6678609 h 6857996"/>
              <a:gd name="connsiteX1187" fmla="*/ 6117866 w 12191993"/>
              <a:gd name="connsiteY1187" fmla="*/ 6673222 h 6857996"/>
              <a:gd name="connsiteX1188" fmla="*/ 6171009 w 12191993"/>
              <a:gd name="connsiteY1188" fmla="*/ 6575943 h 6857996"/>
              <a:gd name="connsiteX1189" fmla="*/ 6194417 w 12191993"/>
              <a:gd name="connsiteY1189" fmla="*/ 6477397 h 6857996"/>
              <a:gd name="connsiteX1190" fmla="*/ 6190305 w 12191993"/>
              <a:gd name="connsiteY1190" fmla="*/ 6449195 h 6857996"/>
              <a:gd name="connsiteX1191" fmla="*/ 6189040 w 12191993"/>
              <a:gd name="connsiteY1191" fmla="*/ 6445710 h 6857996"/>
              <a:gd name="connsiteX1192" fmla="*/ 6165631 w 12191993"/>
              <a:gd name="connsiteY1192" fmla="*/ 6445710 h 6857996"/>
              <a:gd name="connsiteX1193" fmla="*/ 6165631 w 12191993"/>
              <a:gd name="connsiteY1193" fmla="*/ 6424163 h 6857996"/>
              <a:gd name="connsiteX1194" fmla="*/ 6154560 w 12191993"/>
              <a:gd name="connsiteY1194" fmla="*/ 6409270 h 6857996"/>
              <a:gd name="connsiteX1195" fmla="*/ 6132101 w 12191993"/>
              <a:gd name="connsiteY1195" fmla="*/ 6392793 h 6857996"/>
              <a:gd name="connsiteX1196" fmla="*/ 6132101 w 12191993"/>
              <a:gd name="connsiteY1196" fmla="*/ 6372830 h 6857996"/>
              <a:gd name="connsiteX1197" fmla="*/ 6118498 w 12191993"/>
              <a:gd name="connsiteY1197" fmla="*/ 6372830 h 6857996"/>
              <a:gd name="connsiteX1198" fmla="*/ 6118498 w 12191993"/>
              <a:gd name="connsiteY1198" fmla="*/ 6359521 h 6857996"/>
              <a:gd name="connsiteX1199" fmla="*/ 6108376 w 12191993"/>
              <a:gd name="connsiteY1199" fmla="*/ 6359521 h 6857996"/>
              <a:gd name="connsiteX1200" fmla="*/ 6098253 w 12191993"/>
              <a:gd name="connsiteY1200" fmla="*/ 6359521 h 6857996"/>
              <a:gd name="connsiteX1201" fmla="*/ 0 w 12191993"/>
              <a:gd name="connsiteY1201" fmla="*/ 0 h 6857996"/>
              <a:gd name="connsiteX1202" fmla="*/ 12191993 w 12191993"/>
              <a:gd name="connsiteY1202" fmla="*/ 0 h 6857996"/>
              <a:gd name="connsiteX1203" fmla="*/ 12191993 w 12191993"/>
              <a:gd name="connsiteY1203" fmla="*/ 6857996 h 6857996"/>
              <a:gd name="connsiteX1204" fmla="*/ 0 w 12191993"/>
              <a:gd name="connsiteY1204" fmla="*/ 6857996 h 6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Lst>
            <a:rect l="l" t="t" r="r" b="b"/>
            <a:pathLst>
              <a:path w="12191993" h="6857996">
                <a:moveTo>
                  <a:pt x="6150497" y="6688738"/>
                </a:moveTo>
                <a:cubicBezTo>
                  <a:pt x="6148985" y="6689343"/>
                  <a:pt x="6148380" y="6691157"/>
                  <a:pt x="6148985" y="6692367"/>
                </a:cubicBezTo>
                <a:cubicBezTo>
                  <a:pt x="6149590" y="6693878"/>
                  <a:pt x="6151404" y="6694483"/>
                  <a:pt x="6152916" y="6693878"/>
                </a:cubicBezTo>
                <a:cubicBezTo>
                  <a:pt x="6154125" y="6693274"/>
                  <a:pt x="6154730" y="6691459"/>
                  <a:pt x="6154125" y="6690250"/>
                </a:cubicBezTo>
                <a:cubicBezTo>
                  <a:pt x="6153521" y="6688738"/>
                  <a:pt x="6152009" y="6688133"/>
                  <a:pt x="6150497" y="6688738"/>
                </a:cubicBezTo>
                <a:close/>
                <a:moveTo>
                  <a:pt x="6092818" y="6684958"/>
                </a:moveTo>
                <a:lnTo>
                  <a:pt x="6092818" y="6686546"/>
                </a:lnTo>
                <a:lnTo>
                  <a:pt x="6094405" y="6688133"/>
                </a:lnTo>
                <a:lnTo>
                  <a:pt x="6092818" y="6708771"/>
                </a:lnTo>
                <a:lnTo>
                  <a:pt x="6091231" y="6710359"/>
                </a:lnTo>
                <a:lnTo>
                  <a:pt x="6097580" y="6711946"/>
                </a:lnTo>
                <a:lnTo>
                  <a:pt x="6097580" y="6708771"/>
                </a:lnTo>
                <a:lnTo>
                  <a:pt x="6095993" y="6708771"/>
                </a:lnTo>
                <a:lnTo>
                  <a:pt x="6097580" y="6692896"/>
                </a:lnTo>
                <a:lnTo>
                  <a:pt x="6111868" y="6711946"/>
                </a:lnTo>
                <a:lnTo>
                  <a:pt x="6115043" y="6711946"/>
                </a:lnTo>
                <a:lnTo>
                  <a:pt x="6113456" y="6688133"/>
                </a:lnTo>
                <a:lnTo>
                  <a:pt x="6113456" y="6686546"/>
                </a:lnTo>
                <a:lnTo>
                  <a:pt x="6108693" y="6686546"/>
                </a:lnTo>
                <a:lnTo>
                  <a:pt x="6108693" y="6688133"/>
                </a:lnTo>
                <a:lnTo>
                  <a:pt x="6110281" y="6688133"/>
                </a:lnTo>
                <a:lnTo>
                  <a:pt x="6111868" y="6704009"/>
                </a:lnTo>
                <a:lnTo>
                  <a:pt x="6097580" y="6686546"/>
                </a:lnTo>
                <a:close/>
                <a:moveTo>
                  <a:pt x="6080118" y="6683371"/>
                </a:moveTo>
                <a:lnTo>
                  <a:pt x="6080118" y="6684959"/>
                </a:lnTo>
                <a:lnTo>
                  <a:pt x="6081705" y="6686546"/>
                </a:lnTo>
                <a:lnTo>
                  <a:pt x="6076943" y="6705597"/>
                </a:lnTo>
                <a:lnTo>
                  <a:pt x="6075355" y="6707184"/>
                </a:lnTo>
                <a:lnTo>
                  <a:pt x="6083293" y="6710359"/>
                </a:lnTo>
                <a:lnTo>
                  <a:pt x="6083293" y="6708772"/>
                </a:lnTo>
                <a:lnTo>
                  <a:pt x="6081705" y="6707184"/>
                </a:lnTo>
                <a:lnTo>
                  <a:pt x="6086468" y="6686546"/>
                </a:lnTo>
                <a:lnTo>
                  <a:pt x="6088055" y="6686546"/>
                </a:lnTo>
                <a:lnTo>
                  <a:pt x="6088055" y="6684959"/>
                </a:lnTo>
                <a:close/>
                <a:moveTo>
                  <a:pt x="6137500" y="6681783"/>
                </a:moveTo>
                <a:cubicBezTo>
                  <a:pt x="6135252" y="6682101"/>
                  <a:pt x="6133647" y="6682101"/>
                  <a:pt x="6131078" y="6682736"/>
                </a:cubicBezTo>
                <a:cubicBezTo>
                  <a:pt x="6123373" y="6684958"/>
                  <a:pt x="6116630" y="6689086"/>
                  <a:pt x="6120162" y="6699246"/>
                </a:cubicBezTo>
                <a:cubicBezTo>
                  <a:pt x="6122409" y="6708453"/>
                  <a:pt x="6129152" y="6710358"/>
                  <a:pt x="6136536" y="6708771"/>
                </a:cubicBezTo>
                <a:cubicBezTo>
                  <a:pt x="6140389" y="6707818"/>
                  <a:pt x="6142637" y="6706231"/>
                  <a:pt x="6145205" y="6703373"/>
                </a:cubicBezTo>
                <a:cubicBezTo>
                  <a:pt x="6145205" y="6703373"/>
                  <a:pt x="6145205" y="6703373"/>
                  <a:pt x="6143279" y="6697658"/>
                </a:cubicBezTo>
                <a:cubicBezTo>
                  <a:pt x="6143279" y="6697658"/>
                  <a:pt x="6143279" y="6697658"/>
                  <a:pt x="6142316" y="6697658"/>
                </a:cubicBezTo>
                <a:cubicBezTo>
                  <a:pt x="6142637" y="6701468"/>
                  <a:pt x="6139105" y="6704961"/>
                  <a:pt x="6136215" y="6705596"/>
                </a:cubicBezTo>
                <a:cubicBezTo>
                  <a:pt x="6131399" y="6706548"/>
                  <a:pt x="6126583" y="6703056"/>
                  <a:pt x="6126262" y="6698293"/>
                </a:cubicBezTo>
                <a:cubicBezTo>
                  <a:pt x="6126262" y="6698293"/>
                  <a:pt x="6126262" y="6698293"/>
                  <a:pt x="6138784" y="6695436"/>
                </a:cubicBezTo>
                <a:cubicBezTo>
                  <a:pt x="6138784" y="6695436"/>
                  <a:pt x="6138784" y="6695436"/>
                  <a:pt x="6139747" y="6696388"/>
                </a:cubicBezTo>
                <a:cubicBezTo>
                  <a:pt x="6139747" y="6696388"/>
                  <a:pt x="6139747" y="6696388"/>
                  <a:pt x="6141031" y="6696071"/>
                </a:cubicBezTo>
                <a:cubicBezTo>
                  <a:pt x="6141031" y="6696071"/>
                  <a:pt x="6141031" y="6696071"/>
                  <a:pt x="6139747" y="6690356"/>
                </a:cubicBezTo>
                <a:cubicBezTo>
                  <a:pt x="6139747" y="6690356"/>
                  <a:pt x="6139747" y="6690356"/>
                  <a:pt x="6138463" y="6690673"/>
                </a:cubicBezTo>
                <a:cubicBezTo>
                  <a:pt x="6138463" y="6690673"/>
                  <a:pt x="6138463" y="6690673"/>
                  <a:pt x="6137500" y="6692896"/>
                </a:cubicBezTo>
                <a:cubicBezTo>
                  <a:pt x="6137500" y="6692896"/>
                  <a:pt x="6137500" y="6692896"/>
                  <a:pt x="6124978" y="6695436"/>
                </a:cubicBezTo>
                <a:cubicBezTo>
                  <a:pt x="6123694" y="6691626"/>
                  <a:pt x="6126262" y="6686863"/>
                  <a:pt x="6130436" y="6685593"/>
                </a:cubicBezTo>
                <a:cubicBezTo>
                  <a:pt x="6133326" y="6684958"/>
                  <a:pt x="6136215" y="6685593"/>
                  <a:pt x="6137821" y="6687816"/>
                </a:cubicBezTo>
                <a:cubicBezTo>
                  <a:pt x="6137821" y="6687816"/>
                  <a:pt x="6137821" y="6687816"/>
                  <a:pt x="6139105" y="6687181"/>
                </a:cubicBezTo>
                <a:cubicBezTo>
                  <a:pt x="6139105" y="6687181"/>
                  <a:pt x="6139105" y="6687181"/>
                  <a:pt x="6137500" y="6681783"/>
                </a:cubicBezTo>
                <a:close/>
                <a:moveTo>
                  <a:pt x="6053130" y="6672258"/>
                </a:moveTo>
                <a:lnTo>
                  <a:pt x="6051542" y="6673846"/>
                </a:lnTo>
                <a:lnTo>
                  <a:pt x="6053130" y="6675433"/>
                </a:lnTo>
                <a:lnTo>
                  <a:pt x="6038842" y="6691308"/>
                </a:lnTo>
                <a:lnTo>
                  <a:pt x="6037255" y="6689721"/>
                </a:lnTo>
                <a:lnTo>
                  <a:pt x="6035668" y="6691308"/>
                </a:lnTo>
                <a:lnTo>
                  <a:pt x="6042018" y="6694483"/>
                </a:lnTo>
                <a:lnTo>
                  <a:pt x="6042018" y="6692896"/>
                </a:lnTo>
                <a:lnTo>
                  <a:pt x="6051542" y="6680196"/>
                </a:lnTo>
                <a:lnTo>
                  <a:pt x="6049955" y="6699246"/>
                </a:lnTo>
                <a:lnTo>
                  <a:pt x="6053130" y="6700833"/>
                </a:lnTo>
                <a:lnTo>
                  <a:pt x="6065830" y="6684958"/>
                </a:lnTo>
                <a:lnTo>
                  <a:pt x="6064243" y="6700833"/>
                </a:lnTo>
                <a:lnTo>
                  <a:pt x="6062656" y="6702421"/>
                </a:lnTo>
                <a:lnTo>
                  <a:pt x="6061068" y="6704008"/>
                </a:lnTo>
                <a:lnTo>
                  <a:pt x="6069005" y="6707183"/>
                </a:lnTo>
                <a:lnTo>
                  <a:pt x="6069005" y="6705596"/>
                </a:lnTo>
                <a:lnTo>
                  <a:pt x="6067418" y="6704008"/>
                </a:lnTo>
                <a:lnTo>
                  <a:pt x="6070593" y="6681783"/>
                </a:lnTo>
                <a:lnTo>
                  <a:pt x="6072180" y="6681783"/>
                </a:lnTo>
                <a:lnTo>
                  <a:pt x="6072180" y="6680196"/>
                </a:lnTo>
                <a:lnTo>
                  <a:pt x="6065830" y="6677021"/>
                </a:lnTo>
                <a:lnTo>
                  <a:pt x="6064243" y="6678608"/>
                </a:lnTo>
                <a:lnTo>
                  <a:pt x="6065830" y="6678608"/>
                </a:lnTo>
                <a:lnTo>
                  <a:pt x="6056306" y="6689721"/>
                </a:lnTo>
                <a:lnTo>
                  <a:pt x="6057893" y="6673846"/>
                </a:lnTo>
                <a:close/>
                <a:moveTo>
                  <a:pt x="6175023" y="6664321"/>
                </a:moveTo>
                <a:cubicBezTo>
                  <a:pt x="6154730" y="6675963"/>
                  <a:pt x="6154730" y="6675963"/>
                  <a:pt x="6154730" y="6675963"/>
                </a:cubicBezTo>
                <a:cubicBezTo>
                  <a:pt x="6155052" y="6677221"/>
                  <a:pt x="6155052" y="6677221"/>
                  <a:pt x="6155052" y="6677221"/>
                </a:cubicBezTo>
                <a:cubicBezTo>
                  <a:pt x="6156985" y="6677221"/>
                  <a:pt x="6156985" y="6677221"/>
                  <a:pt x="6156985" y="6677221"/>
                </a:cubicBezTo>
                <a:cubicBezTo>
                  <a:pt x="6166970" y="6696414"/>
                  <a:pt x="6166970" y="6696414"/>
                  <a:pt x="6166970" y="6696414"/>
                </a:cubicBezTo>
                <a:cubicBezTo>
                  <a:pt x="6166326" y="6697988"/>
                  <a:pt x="6166326" y="6697988"/>
                  <a:pt x="6166326" y="6697988"/>
                </a:cubicBezTo>
                <a:lnTo>
                  <a:pt x="6167292" y="6699246"/>
                </a:lnTo>
                <a:cubicBezTo>
                  <a:pt x="6174378" y="6695471"/>
                  <a:pt x="6174378" y="6695471"/>
                  <a:pt x="6174378" y="6695471"/>
                </a:cubicBezTo>
                <a:cubicBezTo>
                  <a:pt x="6173734" y="6694841"/>
                  <a:pt x="6173734" y="6694841"/>
                  <a:pt x="6173734" y="6694841"/>
                </a:cubicBezTo>
                <a:cubicBezTo>
                  <a:pt x="6171802" y="6694527"/>
                  <a:pt x="6171802" y="6694527"/>
                  <a:pt x="6171802" y="6694527"/>
                </a:cubicBezTo>
                <a:cubicBezTo>
                  <a:pt x="6166970" y="6684458"/>
                  <a:pt x="6166970" y="6684458"/>
                  <a:pt x="6166970" y="6684458"/>
                </a:cubicBezTo>
                <a:cubicBezTo>
                  <a:pt x="6166970" y="6684458"/>
                  <a:pt x="6170835" y="6681626"/>
                  <a:pt x="6173734" y="6680997"/>
                </a:cubicBezTo>
                <a:cubicBezTo>
                  <a:pt x="6175023" y="6680997"/>
                  <a:pt x="6176955" y="6680997"/>
                  <a:pt x="6176955" y="6680997"/>
                </a:cubicBezTo>
                <a:cubicBezTo>
                  <a:pt x="6174378" y="6675963"/>
                  <a:pt x="6174378" y="6675963"/>
                  <a:pt x="6174378" y="6675963"/>
                </a:cubicBezTo>
                <a:cubicBezTo>
                  <a:pt x="6174378" y="6675963"/>
                  <a:pt x="6173412" y="6677536"/>
                  <a:pt x="6172446" y="6678165"/>
                </a:cubicBezTo>
                <a:cubicBezTo>
                  <a:pt x="6170513" y="6680053"/>
                  <a:pt x="6165360" y="6681626"/>
                  <a:pt x="6165360" y="6681626"/>
                </a:cubicBezTo>
                <a:cubicBezTo>
                  <a:pt x="6161816" y="6674704"/>
                  <a:pt x="6161816" y="6674704"/>
                  <a:pt x="6161816" y="6674704"/>
                </a:cubicBezTo>
                <a:cubicBezTo>
                  <a:pt x="6161816" y="6674704"/>
                  <a:pt x="6166648" y="6671243"/>
                  <a:pt x="6169869" y="6670299"/>
                </a:cubicBezTo>
                <a:cubicBezTo>
                  <a:pt x="6170835" y="6669985"/>
                  <a:pt x="6173090" y="6669670"/>
                  <a:pt x="6173090" y="6669670"/>
                </a:cubicBezTo>
                <a:cubicBezTo>
                  <a:pt x="6173090" y="6669670"/>
                  <a:pt x="6173090" y="6668097"/>
                  <a:pt x="6173412" y="6667468"/>
                </a:cubicBezTo>
                <a:cubicBezTo>
                  <a:pt x="6173734" y="6666209"/>
                  <a:pt x="6175023" y="6664321"/>
                  <a:pt x="6175023" y="6664321"/>
                </a:cubicBezTo>
                <a:close/>
                <a:moveTo>
                  <a:pt x="6030390" y="6663090"/>
                </a:moveTo>
                <a:cubicBezTo>
                  <a:pt x="6032518" y="6661940"/>
                  <a:pt x="6034976" y="6661463"/>
                  <a:pt x="6037104" y="6663368"/>
                </a:cubicBezTo>
                <a:cubicBezTo>
                  <a:pt x="6037761" y="6664003"/>
                  <a:pt x="6037761" y="6664003"/>
                  <a:pt x="6037761" y="6664003"/>
                </a:cubicBezTo>
                <a:cubicBezTo>
                  <a:pt x="6042019" y="6668131"/>
                  <a:pt x="6036449" y="6675116"/>
                  <a:pt x="6035139" y="6676386"/>
                </a:cubicBezTo>
                <a:cubicBezTo>
                  <a:pt x="6034157" y="6677021"/>
                  <a:pt x="6030880" y="6680196"/>
                  <a:pt x="6027605" y="6680196"/>
                </a:cubicBezTo>
                <a:cubicBezTo>
                  <a:pt x="6025966" y="6680196"/>
                  <a:pt x="6024656" y="6679879"/>
                  <a:pt x="6023674" y="6678609"/>
                </a:cubicBezTo>
                <a:cubicBezTo>
                  <a:pt x="6023347" y="6678291"/>
                  <a:pt x="6023347" y="6678291"/>
                  <a:pt x="6023347" y="6678291"/>
                </a:cubicBezTo>
                <a:cubicBezTo>
                  <a:pt x="6022035" y="6677339"/>
                  <a:pt x="6021709" y="6676386"/>
                  <a:pt x="6021381" y="6675116"/>
                </a:cubicBezTo>
                <a:cubicBezTo>
                  <a:pt x="6021381" y="6672259"/>
                  <a:pt x="6024001" y="6668766"/>
                  <a:pt x="6025640" y="6666861"/>
                </a:cubicBezTo>
                <a:cubicBezTo>
                  <a:pt x="6026459" y="6666067"/>
                  <a:pt x="6028260" y="6664241"/>
                  <a:pt x="6030390" y="6663090"/>
                </a:cubicBezTo>
                <a:close/>
                <a:moveTo>
                  <a:pt x="6030111" y="6659872"/>
                </a:moveTo>
                <a:cubicBezTo>
                  <a:pt x="6026346" y="6660186"/>
                  <a:pt x="6022895" y="6662383"/>
                  <a:pt x="6020698" y="6665835"/>
                </a:cubicBezTo>
                <a:cubicBezTo>
                  <a:pt x="6016617" y="6670856"/>
                  <a:pt x="6016617" y="6677446"/>
                  <a:pt x="6021324" y="6682153"/>
                </a:cubicBezTo>
                <a:cubicBezTo>
                  <a:pt x="6021324" y="6682153"/>
                  <a:pt x="6021324" y="6682153"/>
                  <a:pt x="6021324" y="6682467"/>
                </a:cubicBezTo>
                <a:cubicBezTo>
                  <a:pt x="6021324" y="6682467"/>
                  <a:pt x="6021324" y="6682467"/>
                  <a:pt x="6021639" y="6682467"/>
                </a:cubicBezTo>
                <a:cubicBezTo>
                  <a:pt x="6026659" y="6686546"/>
                  <a:pt x="6033250" y="6686546"/>
                  <a:pt x="6038270" y="6682153"/>
                </a:cubicBezTo>
                <a:cubicBezTo>
                  <a:pt x="6041409" y="6679642"/>
                  <a:pt x="6042978" y="6676190"/>
                  <a:pt x="6043292" y="6672425"/>
                </a:cubicBezTo>
                <a:cubicBezTo>
                  <a:pt x="6043605" y="6668973"/>
                  <a:pt x="6042664" y="6665835"/>
                  <a:pt x="6040467" y="6663638"/>
                </a:cubicBezTo>
                <a:cubicBezTo>
                  <a:pt x="6040154" y="6663010"/>
                  <a:pt x="6040154" y="6663010"/>
                  <a:pt x="6040154" y="6663010"/>
                </a:cubicBezTo>
                <a:cubicBezTo>
                  <a:pt x="6039840" y="6662696"/>
                  <a:pt x="6039840" y="6662696"/>
                  <a:pt x="6039840" y="6662696"/>
                </a:cubicBezTo>
                <a:cubicBezTo>
                  <a:pt x="6039526" y="6662383"/>
                  <a:pt x="6039526" y="6662383"/>
                  <a:pt x="6039526" y="6662383"/>
                </a:cubicBezTo>
                <a:cubicBezTo>
                  <a:pt x="6037015" y="6660186"/>
                  <a:pt x="6033877" y="6659558"/>
                  <a:pt x="6030111" y="6659872"/>
                </a:cubicBezTo>
                <a:close/>
                <a:moveTo>
                  <a:pt x="6187938" y="6653208"/>
                </a:moveTo>
                <a:cubicBezTo>
                  <a:pt x="6186092" y="6654812"/>
                  <a:pt x="6184553" y="6655774"/>
                  <a:pt x="6183014" y="6657377"/>
                </a:cubicBezTo>
                <a:cubicBezTo>
                  <a:pt x="6177474" y="6662829"/>
                  <a:pt x="6173780" y="6669885"/>
                  <a:pt x="6180859" y="6677582"/>
                </a:cubicBezTo>
                <a:cubicBezTo>
                  <a:pt x="6187323" y="6684958"/>
                  <a:pt x="6194094" y="6683034"/>
                  <a:pt x="6199634" y="6677582"/>
                </a:cubicBezTo>
                <a:cubicBezTo>
                  <a:pt x="6202404" y="6675016"/>
                  <a:pt x="6203635" y="6672771"/>
                  <a:pt x="6203943" y="6668602"/>
                </a:cubicBezTo>
                <a:cubicBezTo>
                  <a:pt x="6203943" y="6668602"/>
                  <a:pt x="6203943" y="6668602"/>
                  <a:pt x="6200558" y="6664112"/>
                </a:cubicBezTo>
                <a:cubicBezTo>
                  <a:pt x="6200558" y="6664112"/>
                  <a:pt x="6200558" y="6664112"/>
                  <a:pt x="6199634" y="6664754"/>
                </a:cubicBezTo>
                <a:cubicBezTo>
                  <a:pt x="6201173" y="6668281"/>
                  <a:pt x="6199942" y="6673092"/>
                  <a:pt x="6197480" y="6675337"/>
                </a:cubicBezTo>
                <a:cubicBezTo>
                  <a:pt x="6194094" y="6678865"/>
                  <a:pt x="6188246" y="6677903"/>
                  <a:pt x="6186092" y="6673734"/>
                </a:cubicBezTo>
                <a:cubicBezTo>
                  <a:pt x="6186092" y="6673734"/>
                  <a:pt x="6186092" y="6673734"/>
                  <a:pt x="6195325" y="6664433"/>
                </a:cubicBezTo>
                <a:cubicBezTo>
                  <a:pt x="6195325" y="6664433"/>
                  <a:pt x="6195325" y="6664433"/>
                  <a:pt x="6196864" y="6664754"/>
                </a:cubicBezTo>
                <a:cubicBezTo>
                  <a:pt x="6196864" y="6664754"/>
                  <a:pt x="6196864" y="6664754"/>
                  <a:pt x="6197788" y="6663792"/>
                </a:cubicBezTo>
                <a:cubicBezTo>
                  <a:pt x="6197788" y="6663792"/>
                  <a:pt x="6197788" y="6663792"/>
                  <a:pt x="6193786" y="6659622"/>
                </a:cubicBezTo>
                <a:cubicBezTo>
                  <a:pt x="6193786" y="6659622"/>
                  <a:pt x="6193786" y="6659622"/>
                  <a:pt x="6193171" y="6660585"/>
                </a:cubicBezTo>
                <a:cubicBezTo>
                  <a:pt x="6193171" y="6660585"/>
                  <a:pt x="6193171" y="6660585"/>
                  <a:pt x="6193171" y="6663150"/>
                </a:cubicBezTo>
                <a:cubicBezTo>
                  <a:pt x="6193171" y="6663150"/>
                  <a:pt x="6193171" y="6663150"/>
                  <a:pt x="6183937" y="6671489"/>
                </a:cubicBezTo>
                <a:cubicBezTo>
                  <a:pt x="6180859" y="6668602"/>
                  <a:pt x="6180552" y="6663150"/>
                  <a:pt x="6183937" y="6660264"/>
                </a:cubicBezTo>
                <a:cubicBezTo>
                  <a:pt x="6185784" y="6658340"/>
                  <a:pt x="6188554" y="6657698"/>
                  <a:pt x="6191324" y="6658660"/>
                </a:cubicBezTo>
                <a:cubicBezTo>
                  <a:pt x="6191324" y="6658660"/>
                  <a:pt x="6191324" y="6658660"/>
                  <a:pt x="6191940" y="6657377"/>
                </a:cubicBezTo>
                <a:cubicBezTo>
                  <a:pt x="6191940" y="6657377"/>
                  <a:pt x="6191940" y="6657377"/>
                  <a:pt x="6187938" y="6653208"/>
                </a:cubicBezTo>
                <a:close/>
                <a:moveTo>
                  <a:pt x="6196845" y="6642096"/>
                </a:moveTo>
                <a:cubicBezTo>
                  <a:pt x="6191242" y="6649399"/>
                  <a:pt x="6191242" y="6649399"/>
                  <a:pt x="6191242" y="6649399"/>
                </a:cubicBezTo>
                <a:cubicBezTo>
                  <a:pt x="6192799" y="6650351"/>
                  <a:pt x="6192799" y="6650351"/>
                  <a:pt x="6192799" y="6650351"/>
                </a:cubicBezTo>
                <a:cubicBezTo>
                  <a:pt x="6194355" y="6649399"/>
                  <a:pt x="6194355" y="6649399"/>
                  <a:pt x="6194355" y="6649399"/>
                </a:cubicBezTo>
                <a:cubicBezTo>
                  <a:pt x="6210230" y="6662734"/>
                  <a:pt x="6210230" y="6662734"/>
                  <a:pt x="6210230" y="6662734"/>
                </a:cubicBezTo>
                <a:cubicBezTo>
                  <a:pt x="6209919" y="6664639"/>
                  <a:pt x="6209919" y="6664639"/>
                  <a:pt x="6209919" y="6664639"/>
                </a:cubicBezTo>
                <a:lnTo>
                  <a:pt x="6210541" y="6665909"/>
                </a:lnTo>
                <a:cubicBezTo>
                  <a:pt x="6222992" y="6651304"/>
                  <a:pt x="6222992" y="6651304"/>
                  <a:pt x="6222992" y="6651304"/>
                </a:cubicBezTo>
                <a:cubicBezTo>
                  <a:pt x="6220191" y="6644319"/>
                  <a:pt x="6220191" y="6644319"/>
                  <a:pt x="6220191" y="6644319"/>
                </a:cubicBezTo>
                <a:cubicBezTo>
                  <a:pt x="6218323" y="6646224"/>
                  <a:pt x="6218323" y="6646224"/>
                  <a:pt x="6218323" y="6646224"/>
                </a:cubicBezTo>
                <a:cubicBezTo>
                  <a:pt x="6218323" y="6646224"/>
                  <a:pt x="6218946" y="6649081"/>
                  <a:pt x="6218946" y="6650669"/>
                </a:cubicBezTo>
                <a:cubicBezTo>
                  <a:pt x="6218323" y="6654162"/>
                  <a:pt x="6213654" y="6658607"/>
                  <a:pt x="6213654" y="6658607"/>
                </a:cubicBezTo>
                <a:cubicBezTo>
                  <a:pt x="6197468" y="6644954"/>
                  <a:pt x="6197468" y="6644954"/>
                  <a:pt x="6197468" y="6644954"/>
                </a:cubicBezTo>
                <a:cubicBezTo>
                  <a:pt x="6198090" y="6643049"/>
                  <a:pt x="6198090" y="6643049"/>
                  <a:pt x="6198090" y="6643049"/>
                </a:cubicBezTo>
                <a:cubicBezTo>
                  <a:pt x="6196845" y="6642096"/>
                  <a:pt x="6196845" y="6642096"/>
                  <a:pt x="6196845" y="6642096"/>
                </a:cubicBezTo>
                <a:close/>
                <a:moveTo>
                  <a:pt x="6013443" y="6635746"/>
                </a:moveTo>
                <a:lnTo>
                  <a:pt x="6013443" y="6637334"/>
                </a:lnTo>
                <a:lnTo>
                  <a:pt x="5995980" y="6650034"/>
                </a:lnTo>
                <a:lnTo>
                  <a:pt x="5994393" y="6648446"/>
                </a:lnTo>
                <a:lnTo>
                  <a:pt x="5992806" y="6650034"/>
                </a:lnTo>
                <a:lnTo>
                  <a:pt x="5997568" y="6654797"/>
                </a:lnTo>
                <a:lnTo>
                  <a:pt x="5999156" y="6654797"/>
                </a:lnTo>
                <a:lnTo>
                  <a:pt x="5999156" y="6651621"/>
                </a:lnTo>
                <a:lnTo>
                  <a:pt x="6011855" y="6643684"/>
                </a:lnTo>
                <a:lnTo>
                  <a:pt x="6005506" y="6665909"/>
                </a:lnTo>
                <a:lnTo>
                  <a:pt x="6008680" y="6669084"/>
                </a:lnTo>
                <a:lnTo>
                  <a:pt x="6024555" y="6653209"/>
                </a:lnTo>
                <a:lnTo>
                  <a:pt x="6026143" y="6651621"/>
                </a:lnTo>
                <a:lnTo>
                  <a:pt x="6027731" y="6651621"/>
                </a:lnTo>
                <a:lnTo>
                  <a:pt x="6024555" y="6646859"/>
                </a:lnTo>
                <a:lnTo>
                  <a:pt x="6022968" y="6648446"/>
                </a:lnTo>
                <a:lnTo>
                  <a:pt x="6022968" y="6650034"/>
                </a:lnTo>
                <a:lnTo>
                  <a:pt x="6011855" y="6661147"/>
                </a:lnTo>
                <a:lnTo>
                  <a:pt x="6016618" y="6638921"/>
                </a:lnTo>
                <a:lnTo>
                  <a:pt x="6015031" y="6635746"/>
                </a:lnTo>
                <a:close/>
                <a:moveTo>
                  <a:pt x="5999458" y="6630479"/>
                </a:moveTo>
                <a:cubicBezTo>
                  <a:pt x="5998324" y="6631200"/>
                  <a:pt x="5997567" y="6633004"/>
                  <a:pt x="5998324" y="6634809"/>
                </a:cubicBezTo>
                <a:cubicBezTo>
                  <a:pt x="5999079" y="6636613"/>
                  <a:pt x="6001348" y="6637334"/>
                  <a:pt x="6003237" y="6636613"/>
                </a:cubicBezTo>
                <a:cubicBezTo>
                  <a:pt x="6004749" y="6635891"/>
                  <a:pt x="6005506" y="6633726"/>
                  <a:pt x="6004749" y="6632283"/>
                </a:cubicBezTo>
                <a:cubicBezTo>
                  <a:pt x="6003616" y="6630479"/>
                  <a:pt x="6001348" y="6629396"/>
                  <a:pt x="5999458" y="6630479"/>
                </a:cubicBezTo>
                <a:close/>
                <a:moveTo>
                  <a:pt x="6207117" y="6626221"/>
                </a:moveTo>
                <a:lnTo>
                  <a:pt x="6203942" y="6632571"/>
                </a:lnTo>
                <a:lnTo>
                  <a:pt x="6203942" y="6634159"/>
                </a:lnTo>
                <a:lnTo>
                  <a:pt x="6207117" y="6632571"/>
                </a:lnTo>
                <a:lnTo>
                  <a:pt x="6224580" y="6643684"/>
                </a:lnTo>
                <a:lnTo>
                  <a:pt x="6224580" y="6645271"/>
                </a:lnTo>
                <a:lnTo>
                  <a:pt x="6226168" y="6645271"/>
                </a:lnTo>
                <a:lnTo>
                  <a:pt x="6230930" y="6637334"/>
                </a:lnTo>
                <a:lnTo>
                  <a:pt x="6229343" y="6637334"/>
                </a:lnTo>
                <a:lnTo>
                  <a:pt x="6227755" y="6638921"/>
                </a:lnTo>
                <a:lnTo>
                  <a:pt x="6207117" y="6627809"/>
                </a:lnTo>
                <a:lnTo>
                  <a:pt x="6208705" y="6626221"/>
                </a:lnTo>
                <a:close/>
                <a:moveTo>
                  <a:pt x="6002331" y="6615108"/>
                </a:moveTo>
                <a:lnTo>
                  <a:pt x="6002331" y="6616696"/>
                </a:lnTo>
                <a:lnTo>
                  <a:pt x="5983280" y="6626221"/>
                </a:lnTo>
                <a:lnTo>
                  <a:pt x="5981693" y="6624634"/>
                </a:lnTo>
                <a:lnTo>
                  <a:pt x="5980106" y="6624634"/>
                </a:lnTo>
                <a:lnTo>
                  <a:pt x="5983280" y="6632571"/>
                </a:lnTo>
                <a:lnTo>
                  <a:pt x="5984868" y="6632571"/>
                </a:lnTo>
                <a:lnTo>
                  <a:pt x="5984868" y="6630984"/>
                </a:lnTo>
                <a:lnTo>
                  <a:pt x="6003918" y="6621458"/>
                </a:lnTo>
                <a:lnTo>
                  <a:pt x="6005507" y="6623046"/>
                </a:lnTo>
                <a:lnTo>
                  <a:pt x="6007094" y="6621458"/>
                </a:lnTo>
                <a:lnTo>
                  <a:pt x="6003918" y="6615108"/>
                </a:lnTo>
                <a:close/>
                <a:moveTo>
                  <a:pt x="6217912" y="6602408"/>
                </a:moveTo>
                <a:cubicBezTo>
                  <a:pt x="6216642" y="6604272"/>
                  <a:pt x="6215690" y="6605514"/>
                  <a:pt x="6214737" y="6607999"/>
                </a:cubicBezTo>
                <a:cubicBezTo>
                  <a:pt x="6211562" y="6615143"/>
                  <a:pt x="6210292" y="6622908"/>
                  <a:pt x="6219817" y="6626945"/>
                </a:cubicBezTo>
                <a:cubicBezTo>
                  <a:pt x="6229660" y="6630983"/>
                  <a:pt x="6235058" y="6626324"/>
                  <a:pt x="6238550" y="6619802"/>
                </a:cubicBezTo>
                <a:cubicBezTo>
                  <a:pt x="6240138" y="6616075"/>
                  <a:pt x="6240455" y="6613279"/>
                  <a:pt x="6239503" y="6609241"/>
                </a:cubicBezTo>
                <a:cubicBezTo>
                  <a:pt x="6239503" y="6609241"/>
                  <a:pt x="6239503" y="6609241"/>
                  <a:pt x="6234423" y="6607067"/>
                </a:cubicBezTo>
                <a:cubicBezTo>
                  <a:pt x="6234423" y="6607067"/>
                  <a:pt x="6234423" y="6607067"/>
                  <a:pt x="6233470" y="6607999"/>
                </a:cubicBezTo>
                <a:cubicBezTo>
                  <a:pt x="6236328" y="6610794"/>
                  <a:pt x="6236963" y="6614832"/>
                  <a:pt x="6235693" y="6617628"/>
                </a:cubicBezTo>
                <a:cubicBezTo>
                  <a:pt x="6233470" y="6621976"/>
                  <a:pt x="6225215" y="6622908"/>
                  <a:pt x="6221722" y="6620112"/>
                </a:cubicBezTo>
                <a:cubicBezTo>
                  <a:pt x="6217912" y="6617317"/>
                  <a:pt x="6214737" y="6613900"/>
                  <a:pt x="6216642" y="6609863"/>
                </a:cubicBezTo>
                <a:cubicBezTo>
                  <a:pt x="6217912" y="6607378"/>
                  <a:pt x="6220135" y="6605825"/>
                  <a:pt x="6222992" y="6605825"/>
                </a:cubicBezTo>
                <a:cubicBezTo>
                  <a:pt x="6222992" y="6605825"/>
                  <a:pt x="6222992" y="6605825"/>
                  <a:pt x="6223310" y="6604272"/>
                </a:cubicBezTo>
                <a:cubicBezTo>
                  <a:pt x="6223310" y="6604272"/>
                  <a:pt x="6223310" y="6604272"/>
                  <a:pt x="6217912" y="6602408"/>
                </a:cubicBezTo>
                <a:close/>
                <a:moveTo>
                  <a:pt x="6129330" y="6599233"/>
                </a:moveTo>
                <a:cubicBezTo>
                  <a:pt x="6133335" y="6599233"/>
                  <a:pt x="6143192" y="6599233"/>
                  <a:pt x="6149968" y="6599233"/>
                </a:cubicBezTo>
                <a:cubicBezTo>
                  <a:pt x="6142884" y="6614711"/>
                  <a:pt x="6135799" y="6628900"/>
                  <a:pt x="6129330" y="6640508"/>
                </a:cubicBezTo>
                <a:cubicBezTo>
                  <a:pt x="6129330" y="6625353"/>
                  <a:pt x="6129330" y="6604393"/>
                  <a:pt x="6129330" y="6599233"/>
                </a:cubicBezTo>
                <a:close/>
                <a:moveTo>
                  <a:pt x="6065830" y="6599233"/>
                </a:moveTo>
                <a:cubicBezTo>
                  <a:pt x="6073348" y="6599233"/>
                  <a:pt x="6083480" y="6599233"/>
                  <a:pt x="6088055" y="6599233"/>
                </a:cubicBezTo>
                <a:cubicBezTo>
                  <a:pt x="6088055" y="6604393"/>
                  <a:pt x="6088055" y="6625353"/>
                  <a:pt x="6088055" y="6640508"/>
                </a:cubicBezTo>
                <a:cubicBezTo>
                  <a:pt x="6080866" y="6628900"/>
                  <a:pt x="6073348" y="6614711"/>
                  <a:pt x="6065830" y="6599233"/>
                </a:cubicBezTo>
                <a:close/>
                <a:moveTo>
                  <a:pt x="5985060" y="6592919"/>
                </a:moveTo>
                <a:cubicBezTo>
                  <a:pt x="5975325" y="6595487"/>
                  <a:pt x="5973756" y="6602551"/>
                  <a:pt x="5975325" y="6609935"/>
                </a:cubicBezTo>
                <a:cubicBezTo>
                  <a:pt x="5976267" y="6613788"/>
                  <a:pt x="5977838" y="6616036"/>
                  <a:pt x="5980978" y="6618283"/>
                </a:cubicBezTo>
                <a:cubicBezTo>
                  <a:pt x="5980978" y="6618283"/>
                  <a:pt x="5980978" y="6618283"/>
                  <a:pt x="5986630" y="6616999"/>
                </a:cubicBezTo>
                <a:cubicBezTo>
                  <a:pt x="5986630" y="6616999"/>
                  <a:pt x="5986630" y="6616999"/>
                  <a:pt x="5986630" y="6616036"/>
                </a:cubicBezTo>
                <a:cubicBezTo>
                  <a:pt x="5982862" y="6615715"/>
                  <a:pt x="5979094" y="6612183"/>
                  <a:pt x="5978465" y="6609293"/>
                </a:cubicBezTo>
                <a:cubicBezTo>
                  <a:pt x="5977523" y="6604477"/>
                  <a:pt x="5980978" y="6599661"/>
                  <a:pt x="5985688" y="6599340"/>
                </a:cubicBezTo>
                <a:cubicBezTo>
                  <a:pt x="5985688" y="6599340"/>
                  <a:pt x="5985688" y="6599340"/>
                  <a:pt x="5988828" y="6611862"/>
                </a:cubicBezTo>
                <a:cubicBezTo>
                  <a:pt x="5988828" y="6611862"/>
                  <a:pt x="5988828" y="6611862"/>
                  <a:pt x="5987886" y="6613146"/>
                </a:cubicBezTo>
                <a:cubicBezTo>
                  <a:pt x="5987886" y="6613146"/>
                  <a:pt x="5987886" y="6613146"/>
                  <a:pt x="5988200" y="6614430"/>
                </a:cubicBezTo>
                <a:cubicBezTo>
                  <a:pt x="5988200" y="6614430"/>
                  <a:pt x="5988200" y="6614430"/>
                  <a:pt x="5994166" y="6612825"/>
                </a:cubicBezTo>
                <a:cubicBezTo>
                  <a:pt x="5994166" y="6612825"/>
                  <a:pt x="5994166" y="6612825"/>
                  <a:pt x="5993538" y="6611541"/>
                </a:cubicBezTo>
                <a:cubicBezTo>
                  <a:pt x="5993538" y="6611541"/>
                  <a:pt x="5993538" y="6611541"/>
                  <a:pt x="5991340" y="6610578"/>
                </a:cubicBezTo>
                <a:cubicBezTo>
                  <a:pt x="5991340" y="6610578"/>
                  <a:pt x="5991340" y="6610578"/>
                  <a:pt x="5988828" y="6598377"/>
                </a:cubicBezTo>
                <a:cubicBezTo>
                  <a:pt x="5992597" y="6596772"/>
                  <a:pt x="5997307" y="6599019"/>
                  <a:pt x="5998249" y="6603193"/>
                </a:cubicBezTo>
                <a:cubicBezTo>
                  <a:pt x="5998877" y="6606083"/>
                  <a:pt x="5998249" y="6608972"/>
                  <a:pt x="5996365" y="6610899"/>
                </a:cubicBezTo>
                <a:cubicBezTo>
                  <a:pt x="5996365" y="6610899"/>
                  <a:pt x="5996365" y="6610899"/>
                  <a:pt x="5996992" y="6611862"/>
                </a:cubicBezTo>
                <a:cubicBezTo>
                  <a:pt x="5996992" y="6611862"/>
                  <a:pt x="5996992" y="6611862"/>
                  <a:pt x="6002330" y="6610257"/>
                </a:cubicBezTo>
                <a:cubicBezTo>
                  <a:pt x="6002017" y="6608009"/>
                  <a:pt x="6002017" y="6606404"/>
                  <a:pt x="6001388" y="6603835"/>
                </a:cubicBezTo>
                <a:cubicBezTo>
                  <a:pt x="5999190" y="6596130"/>
                  <a:pt x="5994794" y="6589708"/>
                  <a:pt x="5985060" y="6592919"/>
                </a:cubicBezTo>
                <a:close/>
                <a:moveTo>
                  <a:pt x="6218230" y="6591296"/>
                </a:moveTo>
                <a:lnTo>
                  <a:pt x="6216642" y="6599234"/>
                </a:lnTo>
                <a:lnTo>
                  <a:pt x="6218230" y="6599234"/>
                </a:lnTo>
                <a:lnTo>
                  <a:pt x="6219817" y="6597646"/>
                </a:lnTo>
                <a:lnTo>
                  <a:pt x="6240455" y="6600821"/>
                </a:lnTo>
                <a:lnTo>
                  <a:pt x="6240455" y="6602409"/>
                </a:lnTo>
                <a:lnTo>
                  <a:pt x="6242043" y="6603996"/>
                </a:lnTo>
                <a:lnTo>
                  <a:pt x="6243630" y="6594471"/>
                </a:lnTo>
                <a:lnTo>
                  <a:pt x="6242043" y="6596059"/>
                </a:lnTo>
                <a:lnTo>
                  <a:pt x="6219817" y="6592884"/>
                </a:lnTo>
                <a:lnTo>
                  <a:pt x="6219817" y="6591296"/>
                </a:lnTo>
                <a:close/>
                <a:moveTo>
                  <a:pt x="4811421" y="6570659"/>
                </a:moveTo>
                <a:cubicBezTo>
                  <a:pt x="4812046" y="6570659"/>
                  <a:pt x="4812046" y="6570659"/>
                  <a:pt x="4812359" y="6570659"/>
                </a:cubicBezTo>
                <a:cubicBezTo>
                  <a:pt x="4813298" y="6570659"/>
                  <a:pt x="4813298" y="6570987"/>
                  <a:pt x="4813298" y="6572952"/>
                </a:cubicBezTo>
                <a:lnTo>
                  <a:pt x="4813298" y="6576883"/>
                </a:lnTo>
                <a:cubicBezTo>
                  <a:pt x="4813298" y="6581797"/>
                  <a:pt x="4812673" y="6584090"/>
                  <a:pt x="4810796" y="6586056"/>
                </a:cubicBezTo>
                <a:cubicBezTo>
                  <a:pt x="4807980" y="6589332"/>
                  <a:pt x="4803602" y="6591297"/>
                  <a:pt x="4800166" y="6591297"/>
                </a:cubicBezTo>
                <a:cubicBezTo>
                  <a:pt x="4795787" y="6591297"/>
                  <a:pt x="4792659" y="6588349"/>
                  <a:pt x="4792659" y="6583763"/>
                </a:cubicBezTo>
                <a:cubicBezTo>
                  <a:pt x="4792659" y="6579832"/>
                  <a:pt x="4794536" y="6577211"/>
                  <a:pt x="4797977" y="6574918"/>
                </a:cubicBezTo>
                <a:cubicBezTo>
                  <a:pt x="4800789" y="6573280"/>
                  <a:pt x="4802978" y="6572625"/>
                  <a:pt x="4810169" y="6570987"/>
                </a:cubicBezTo>
                <a:cubicBezTo>
                  <a:pt x="4810169" y="6570987"/>
                  <a:pt x="4810169" y="6570987"/>
                  <a:pt x="4811421" y="6570659"/>
                </a:cubicBezTo>
                <a:close/>
                <a:moveTo>
                  <a:pt x="5974078" y="6569071"/>
                </a:moveTo>
                <a:cubicBezTo>
                  <a:pt x="5994394" y="6569721"/>
                  <a:pt x="5994394" y="6569721"/>
                  <a:pt x="5994394" y="6569721"/>
                </a:cubicBezTo>
                <a:cubicBezTo>
                  <a:pt x="5994072" y="6571994"/>
                  <a:pt x="5994394" y="6573293"/>
                  <a:pt x="5993749" y="6575566"/>
                </a:cubicBezTo>
                <a:cubicBezTo>
                  <a:pt x="5993103" y="6578488"/>
                  <a:pt x="5989557" y="6582710"/>
                  <a:pt x="5985364" y="6583035"/>
                </a:cubicBezTo>
                <a:cubicBezTo>
                  <a:pt x="5979237" y="6583359"/>
                  <a:pt x="5974400" y="6578164"/>
                  <a:pt x="5974078" y="6574267"/>
                </a:cubicBezTo>
                <a:cubicBezTo>
                  <a:pt x="5973756" y="6570045"/>
                  <a:pt x="5974078" y="6569071"/>
                  <a:pt x="5974078" y="6569071"/>
                </a:cubicBezTo>
                <a:close/>
                <a:moveTo>
                  <a:pt x="5970895" y="6561133"/>
                </a:moveTo>
                <a:cubicBezTo>
                  <a:pt x="5970895" y="6574627"/>
                  <a:pt x="5970895" y="6574627"/>
                  <a:pt x="5970895" y="6574627"/>
                </a:cubicBezTo>
                <a:cubicBezTo>
                  <a:pt x="5970581" y="6580732"/>
                  <a:pt x="5976858" y="6588121"/>
                  <a:pt x="5985016" y="6588121"/>
                </a:cubicBezTo>
                <a:cubicBezTo>
                  <a:pt x="5992548" y="6587479"/>
                  <a:pt x="5996313" y="6580089"/>
                  <a:pt x="5996628" y="6573342"/>
                </a:cubicBezTo>
                <a:cubicBezTo>
                  <a:pt x="5997568" y="6561776"/>
                  <a:pt x="5997568" y="6561776"/>
                  <a:pt x="5997568" y="6561776"/>
                </a:cubicBezTo>
                <a:lnTo>
                  <a:pt x="5996000" y="6561776"/>
                </a:lnTo>
                <a:cubicBezTo>
                  <a:pt x="5995058" y="6563382"/>
                  <a:pt x="5995058" y="6563382"/>
                  <a:pt x="5995058" y="6563382"/>
                </a:cubicBezTo>
                <a:cubicBezTo>
                  <a:pt x="5973718" y="6563061"/>
                  <a:pt x="5973718" y="6563061"/>
                  <a:pt x="5973718" y="6563061"/>
                </a:cubicBezTo>
                <a:cubicBezTo>
                  <a:pt x="5972463" y="6561133"/>
                  <a:pt x="5972463" y="6561133"/>
                  <a:pt x="5972463" y="6561133"/>
                </a:cubicBezTo>
                <a:cubicBezTo>
                  <a:pt x="5970895" y="6561133"/>
                  <a:pt x="5970895" y="6561133"/>
                  <a:pt x="5970895" y="6561133"/>
                </a:cubicBezTo>
                <a:close/>
                <a:moveTo>
                  <a:pt x="6218230" y="6559546"/>
                </a:moveTo>
                <a:cubicBezTo>
                  <a:pt x="6218230" y="6559546"/>
                  <a:pt x="6218230" y="6559546"/>
                  <a:pt x="6220070" y="6564826"/>
                </a:cubicBezTo>
                <a:cubicBezTo>
                  <a:pt x="6220070" y="6564826"/>
                  <a:pt x="6220070" y="6564826"/>
                  <a:pt x="6219764" y="6584394"/>
                </a:cubicBezTo>
                <a:lnTo>
                  <a:pt x="6218537" y="6588121"/>
                </a:lnTo>
                <a:cubicBezTo>
                  <a:pt x="6218537" y="6588121"/>
                  <a:pt x="6218537" y="6588121"/>
                  <a:pt x="6224364" y="6584394"/>
                </a:cubicBezTo>
                <a:cubicBezTo>
                  <a:pt x="6223751" y="6584394"/>
                  <a:pt x="6223137" y="6584083"/>
                  <a:pt x="6223137" y="6583773"/>
                </a:cubicBezTo>
                <a:cubicBezTo>
                  <a:pt x="6222524" y="6583152"/>
                  <a:pt x="6222830" y="6579735"/>
                  <a:pt x="6222830" y="6577561"/>
                </a:cubicBezTo>
                <a:cubicBezTo>
                  <a:pt x="6222830" y="6577561"/>
                  <a:pt x="6222830" y="6577561"/>
                  <a:pt x="6243685" y="6577250"/>
                </a:cubicBezTo>
                <a:cubicBezTo>
                  <a:pt x="6243685" y="6577250"/>
                  <a:pt x="6243685" y="6577250"/>
                  <a:pt x="6244605" y="6578803"/>
                </a:cubicBezTo>
                <a:cubicBezTo>
                  <a:pt x="6244605" y="6578803"/>
                  <a:pt x="6244605" y="6578803"/>
                  <a:pt x="6245218" y="6579114"/>
                </a:cubicBezTo>
                <a:cubicBezTo>
                  <a:pt x="6245218" y="6579114"/>
                  <a:pt x="6245218" y="6579114"/>
                  <a:pt x="6245218" y="6571349"/>
                </a:cubicBezTo>
                <a:cubicBezTo>
                  <a:pt x="6245218" y="6571349"/>
                  <a:pt x="6245218" y="6571349"/>
                  <a:pt x="6243992" y="6571349"/>
                </a:cubicBezTo>
                <a:cubicBezTo>
                  <a:pt x="6243992" y="6571349"/>
                  <a:pt x="6243992" y="6571349"/>
                  <a:pt x="6243685" y="6572281"/>
                </a:cubicBezTo>
                <a:cubicBezTo>
                  <a:pt x="6243685" y="6572281"/>
                  <a:pt x="6243685" y="6572281"/>
                  <a:pt x="6222524" y="6572591"/>
                </a:cubicBezTo>
                <a:cubicBezTo>
                  <a:pt x="6222524" y="6568243"/>
                  <a:pt x="6222524" y="6565137"/>
                  <a:pt x="6223444" y="6564516"/>
                </a:cubicBezTo>
                <a:cubicBezTo>
                  <a:pt x="6223751" y="6564205"/>
                  <a:pt x="6224364" y="6563895"/>
                  <a:pt x="6224977" y="6563895"/>
                </a:cubicBezTo>
                <a:cubicBezTo>
                  <a:pt x="6224977" y="6563895"/>
                  <a:pt x="6224977" y="6563895"/>
                  <a:pt x="6218230" y="6559546"/>
                </a:cubicBezTo>
                <a:close/>
                <a:moveTo>
                  <a:pt x="5983809" y="6552364"/>
                </a:moveTo>
                <a:cubicBezTo>
                  <a:pt x="5982298" y="6553120"/>
                  <a:pt x="5981692" y="6555010"/>
                  <a:pt x="5982298" y="6556900"/>
                </a:cubicBezTo>
                <a:cubicBezTo>
                  <a:pt x="5982902" y="6558790"/>
                  <a:pt x="5984717" y="6559546"/>
                  <a:pt x="5985926" y="6558790"/>
                </a:cubicBezTo>
                <a:cubicBezTo>
                  <a:pt x="5987437" y="6557278"/>
                  <a:pt x="5988043" y="6555388"/>
                  <a:pt x="5987437" y="6553498"/>
                </a:cubicBezTo>
                <a:cubicBezTo>
                  <a:pt x="5986834" y="6551986"/>
                  <a:pt x="5985018" y="6551608"/>
                  <a:pt x="5983809" y="6552364"/>
                </a:cubicBezTo>
                <a:close/>
                <a:moveTo>
                  <a:pt x="5026508" y="6543672"/>
                </a:moveTo>
                <a:cubicBezTo>
                  <a:pt x="5036386" y="6543672"/>
                  <a:pt x="5043486" y="6554080"/>
                  <a:pt x="5043486" y="6568904"/>
                </a:cubicBezTo>
                <a:cubicBezTo>
                  <a:pt x="5043486" y="6581520"/>
                  <a:pt x="5036696" y="6591297"/>
                  <a:pt x="5027743" y="6591297"/>
                </a:cubicBezTo>
                <a:cubicBezTo>
                  <a:pt x="5017557" y="6591297"/>
                  <a:pt x="5010148" y="6580889"/>
                  <a:pt x="5010148" y="6566696"/>
                </a:cubicBezTo>
                <a:cubicBezTo>
                  <a:pt x="5010148" y="6553450"/>
                  <a:pt x="5017248" y="6543672"/>
                  <a:pt x="5026508" y="6543672"/>
                </a:cubicBezTo>
                <a:close/>
                <a:moveTo>
                  <a:pt x="4954742" y="6543672"/>
                </a:moveTo>
                <a:cubicBezTo>
                  <a:pt x="4963220" y="6543672"/>
                  <a:pt x="4968873" y="6552679"/>
                  <a:pt x="4968873" y="6566831"/>
                </a:cubicBezTo>
                <a:cubicBezTo>
                  <a:pt x="4968873" y="6581627"/>
                  <a:pt x="4961336" y="6592885"/>
                  <a:pt x="4951602" y="6592885"/>
                </a:cubicBezTo>
                <a:cubicBezTo>
                  <a:pt x="4947520" y="6592885"/>
                  <a:pt x="4943121" y="6590312"/>
                  <a:pt x="4941867" y="6587739"/>
                </a:cubicBezTo>
                <a:cubicBezTo>
                  <a:pt x="4940924" y="6585166"/>
                  <a:pt x="4940297" y="6581627"/>
                  <a:pt x="4940297" y="6571334"/>
                </a:cubicBezTo>
                <a:cubicBezTo>
                  <a:pt x="4940297" y="6562971"/>
                  <a:pt x="4940924" y="6557503"/>
                  <a:pt x="4942494" y="6553965"/>
                </a:cubicBezTo>
                <a:cubicBezTo>
                  <a:pt x="4944692" y="6547532"/>
                  <a:pt x="4949718" y="6543672"/>
                  <a:pt x="4954742" y="6543672"/>
                </a:cubicBezTo>
                <a:close/>
                <a:moveTo>
                  <a:pt x="5178611" y="6542084"/>
                </a:moveTo>
                <a:cubicBezTo>
                  <a:pt x="5183202" y="6542084"/>
                  <a:pt x="5187465" y="6544624"/>
                  <a:pt x="5189759" y="6548752"/>
                </a:cubicBezTo>
                <a:cubicBezTo>
                  <a:pt x="5191727" y="6552562"/>
                  <a:pt x="5192710" y="6557959"/>
                  <a:pt x="5192710" y="6566214"/>
                </a:cubicBezTo>
                <a:cubicBezTo>
                  <a:pt x="5192710" y="6582089"/>
                  <a:pt x="5188121" y="6589709"/>
                  <a:pt x="5178611" y="6589709"/>
                </a:cubicBezTo>
                <a:cubicBezTo>
                  <a:pt x="5169104" y="6589709"/>
                  <a:pt x="5162548" y="6579549"/>
                  <a:pt x="5162548" y="6564944"/>
                </a:cubicBezTo>
                <a:cubicBezTo>
                  <a:pt x="5162548" y="6551609"/>
                  <a:pt x="5169104" y="6542084"/>
                  <a:pt x="5178611" y="6542084"/>
                </a:cubicBezTo>
                <a:close/>
                <a:moveTo>
                  <a:pt x="4872968" y="6542084"/>
                </a:moveTo>
                <a:cubicBezTo>
                  <a:pt x="4877312" y="6542084"/>
                  <a:pt x="4881351" y="6544624"/>
                  <a:pt x="4883528" y="6548752"/>
                </a:cubicBezTo>
                <a:cubicBezTo>
                  <a:pt x="4885388" y="6552562"/>
                  <a:pt x="4886321" y="6557959"/>
                  <a:pt x="4886321" y="6566214"/>
                </a:cubicBezTo>
                <a:cubicBezTo>
                  <a:pt x="4886321" y="6582089"/>
                  <a:pt x="4881972" y="6589709"/>
                  <a:pt x="4872968" y="6589709"/>
                </a:cubicBezTo>
                <a:cubicBezTo>
                  <a:pt x="4863959" y="6589709"/>
                  <a:pt x="4857745" y="6579549"/>
                  <a:pt x="4857745" y="6564944"/>
                </a:cubicBezTo>
                <a:cubicBezTo>
                  <a:pt x="4857745" y="6551609"/>
                  <a:pt x="4863959" y="6542084"/>
                  <a:pt x="4872968" y="6542084"/>
                </a:cubicBezTo>
                <a:close/>
                <a:moveTo>
                  <a:pt x="5579869" y="6540496"/>
                </a:moveTo>
                <a:cubicBezTo>
                  <a:pt x="5583002" y="6540496"/>
                  <a:pt x="5585823" y="6541819"/>
                  <a:pt x="5587389" y="6544134"/>
                </a:cubicBezTo>
                <a:cubicBezTo>
                  <a:pt x="5588642" y="6546119"/>
                  <a:pt x="5589582" y="6549426"/>
                  <a:pt x="5589582" y="6551741"/>
                </a:cubicBezTo>
                <a:cubicBezTo>
                  <a:pt x="5589582" y="6553395"/>
                  <a:pt x="5588957" y="6554387"/>
                  <a:pt x="5587077" y="6554387"/>
                </a:cubicBezTo>
                <a:cubicBezTo>
                  <a:pt x="5584571" y="6554718"/>
                  <a:pt x="5578303" y="6555379"/>
                  <a:pt x="5576110" y="6555710"/>
                </a:cubicBezTo>
                <a:cubicBezTo>
                  <a:pt x="5576110" y="6555710"/>
                  <a:pt x="5576110" y="6555710"/>
                  <a:pt x="5570157" y="6556041"/>
                </a:cubicBezTo>
                <a:lnTo>
                  <a:pt x="5567337" y="6556371"/>
                </a:lnTo>
                <a:cubicBezTo>
                  <a:pt x="5566084" y="6556371"/>
                  <a:pt x="5565771" y="6555710"/>
                  <a:pt x="5565771" y="6554718"/>
                </a:cubicBezTo>
                <a:cubicBezTo>
                  <a:pt x="5565771" y="6552402"/>
                  <a:pt x="5567024" y="6548434"/>
                  <a:pt x="5569217" y="6545788"/>
                </a:cubicBezTo>
                <a:cubicBezTo>
                  <a:pt x="5571410" y="6542481"/>
                  <a:pt x="5575482" y="6540496"/>
                  <a:pt x="5579869" y="6540496"/>
                </a:cubicBezTo>
                <a:close/>
                <a:moveTo>
                  <a:pt x="6129330" y="6537321"/>
                </a:moveTo>
                <a:cubicBezTo>
                  <a:pt x="6173780" y="6537321"/>
                  <a:pt x="6173780" y="6537321"/>
                  <a:pt x="6173780" y="6537321"/>
                </a:cubicBezTo>
                <a:cubicBezTo>
                  <a:pt x="6171604" y="6544512"/>
                  <a:pt x="6169428" y="6552029"/>
                  <a:pt x="6166631" y="6559546"/>
                </a:cubicBezTo>
                <a:cubicBezTo>
                  <a:pt x="6158549" y="6559546"/>
                  <a:pt x="6135236" y="6559546"/>
                  <a:pt x="6129330" y="6559546"/>
                </a:cubicBezTo>
                <a:cubicBezTo>
                  <a:pt x="6129330" y="6554971"/>
                  <a:pt x="6129330" y="6543858"/>
                  <a:pt x="6129330" y="6537321"/>
                </a:cubicBezTo>
                <a:close/>
                <a:moveTo>
                  <a:pt x="6096878" y="6537321"/>
                </a:moveTo>
                <a:cubicBezTo>
                  <a:pt x="6108373" y="6537321"/>
                  <a:pt x="6108373" y="6537321"/>
                  <a:pt x="6108373" y="6537321"/>
                </a:cubicBezTo>
                <a:cubicBezTo>
                  <a:pt x="6119869" y="6537321"/>
                  <a:pt x="6119869" y="6537321"/>
                  <a:pt x="6119869" y="6537321"/>
                </a:cubicBezTo>
                <a:cubicBezTo>
                  <a:pt x="6119869" y="6568512"/>
                  <a:pt x="6119869" y="6568512"/>
                  <a:pt x="6119869" y="6568512"/>
                </a:cubicBezTo>
                <a:cubicBezTo>
                  <a:pt x="6164255" y="6568512"/>
                  <a:pt x="6164255" y="6568512"/>
                  <a:pt x="6164255" y="6568512"/>
                </a:cubicBezTo>
                <a:cubicBezTo>
                  <a:pt x="6163936" y="6569466"/>
                  <a:pt x="6163297" y="6570739"/>
                  <a:pt x="6162659" y="6572012"/>
                </a:cubicBezTo>
                <a:cubicBezTo>
                  <a:pt x="6160423" y="6578060"/>
                  <a:pt x="6157549" y="6584107"/>
                  <a:pt x="6154995" y="6590154"/>
                </a:cubicBezTo>
                <a:cubicBezTo>
                  <a:pt x="6124659" y="6590154"/>
                  <a:pt x="6124659" y="6590154"/>
                  <a:pt x="6124659" y="6590154"/>
                </a:cubicBezTo>
                <a:cubicBezTo>
                  <a:pt x="6119869" y="6590154"/>
                  <a:pt x="6119869" y="6590154"/>
                  <a:pt x="6119869" y="6590154"/>
                </a:cubicBezTo>
                <a:cubicBezTo>
                  <a:pt x="6119869" y="6655080"/>
                  <a:pt x="6119869" y="6655080"/>
                  <a:pt x="6119869" y="6655080"/>
                </a:cubicBezTo>
                <a:cubicBezTo>
                  <a:pt x="6116676" y="6659854"/>
                  <a:pt x="6113483" y="6663992"/>
                  <a:pt x="6110928" y="6666538"/>
                </a:cubicBezTo>
                <a:cubicBezTo>
                  <a:pt x="6110289" y="6667493"/>
                  <a:pt x="6109012" y="6668448"/>
                  <a:pt x="6108373" y="6669084"/>
                </a:cubicBezTo>
                <a:cubicBezTo>
                  <a:pt x="6107735" y="6668448"/>
                  <a:pt x="6106777" y="6667493"/>
                  <a:pt x="6105819" y="6666538"/>
                </a:cubicBezTo>
                <a:cubicBezTo>
                  <a:pt x="6103264" y="6663992"/>
                  <a:pt x="6100390" y="6659854"/>
                  <a:pt x="6096878" y="6655080"/>
                </a:cubicBezTo>
                <a:cubicBezTo>
                  <a:pt x="6096878" y="6590154"/>
                  <a:pt x="6096878" y="6590154"/>
                  <a:pt x="6096878" y="6590154"/>
                </a:cubicBezTo>
                <a:cubicBezTo>
                  <a:pt x="6092407" y="6590154"/>
                  <a:pt x="6092407" y="6590154"/>
                  <a:pt x="6092407" y="6590154"/>
                </a:cubicBezTo>
                <a:cubicBezTo>
                  <a:pt x="6062391" y="6590154"/>
                  <a:pt x="6062391" y="6590154"/>
                  <a:pt x="6062391" y="6590154"/>
                </a:cubicBezTo>
                <a:cubicBezTo>
                  <a:pt x="6059517" y="6584107"/>
                  <a:pt x="6056962" y="6578060"/>
                  <a:pt x="6054727" y="6572012"/>
                </a:cubicBezTo>
                <a:cubicBezTo>
                  <a:pt x="6054088" y="6570739"/>
                  <a:pt x="6053769" y="6569466"/>
                  <a:pt x="6053130" y="6568512"/>
                </a:cubicBezTo>
                <a:cubicBezTo>
                  <a:pt x="6096878" y="6568512"/>
                  <a:pt x="6096878" y="6568512"/>
                  <a:pt x="6096878" y="6568512"/>
                </a:cubicBezTo>
                <a:cubicBezTo>
                  <a:pt x="6096878" y="6537321"/>
                  <a:pt x="6096878" y="6537321"/>
                  <a:pt x="6096878" y="6537321"/>
                </a:cubicBezTo>
                <a:close/>
                <a:moveTo>
                  <a:pt x="6042017" y="6537321"/>
                </a:moveTo>
                <a:cubicBezTo>
                  <a:pt x="6088055" y="6537321"/>
                  <a:pt x="6088055" y="6537321"/>
                  <a:pt x="6088055" y="6537321"/>
                </a:cubicBezTo>
                <a:cubicBezTo>
                  <a:pt x="6088055" y="6543858"/>
                  <a:pt x="6088055" y="6554971"/>
                  <a:pt x="6088055" y="6559546"/>
                </a:cubicBezTo>
                <a:cubicBezTo>
                  <a:pt x="6081571" y="6559546"/>
                  <a:pt x="6057580" y="6559546"/>
                  <a:pt x="6049150" y="6559546"/>
                </a:cubicBezTo>
                <a:cubicBezTo>
                  <a:pt x="6046232" y="6552029"/>
                  <a:pt x="6043963" y="6544512"/>
                  <a:pt x="6042017" y="6537321"/>
                </a:cubicBezTo>
                <a:close/>
                <a:moveTo>
                  <a:pt x="5089323" y="6532559"/>
                </a:moveTo>
                <a:cubicBezTo>
                  <a:pt x="5089323" y="6532559"/>
                  <a:pt x="5088378" y="6532877"/>
                  <a:pt x="5087120" y="6532877"/>
                </a:cubicBezTo>
                <a:cubicBezTo>
                  <a:pt x="5087120" y="6532877"/>
                  <a:pt x="5087120" y="6532877"/>
                  <a:pt x="5067916" y="6534782"/>
                </a:cubicBezTo>
                <a:cubicBezTo>
                  <a:pt x="5066342" y="6535099"/>
                  <a:pt x="5065710" y="6535099"/>
                  <a:pt x="5065710" y="6536687"/>
                </a:cubicBezTo>
                <a:cubicBezTo>
                  <a:pt x="5065710" y="6536687"/>
                  <a:pt x="5065710" y="6536687"/>
                  <a:pt x="5065710" y="6538909"/>
                </a:cubicBezTo>
                <a:cubicBezTo>
                  <a:pt x="5065710" y="6540497"/>
                  <a:pt x="5066342" y="6540814"/>
                  <a:pt x="5069489" y="6541132"/>
                </a:cubicBezTo>
                <a:cubicBezTo>
                  <a:pt x="5074527" y="6541767"/>
                  <a:pt x="5074842" y="6543037"/>
                  <a:pt x="5074842" y="6558277"/>
                </a:cubicBezTo>
                <a:cubicBezTo>
                  <a:pt x="5074842" y="6558277"/>
                  <a:pt x="5074842" y="6558277"/>
                  <a:pt x="5074842" y="6570025"/>
                </a:cubicBezTo>
                <a:cubicBezTo>
                  <a:pt x="5074842" y="6570025"/>
                  <a:pt x="5074842" y="6570025"/>
                  <a:pt x="5074842" y="6577010"/>
                </a:cubicBezTo>
                <a:cubicBezTo>
                  <a:pt x="5074842" y="6579232"/>
                  <a:pt x="5074842" y="6581455"/>
                  <a:pt x="5074842" y="6582725"/>
                </a:cubicBezTo>
                <a:cubicBezTo>
                  <a:pt x="5074842" y="6589710"/>
                  <a:pt x="5076731" y="6594472"/>
                  <a:pt x="5080824" y="6597012"/>
                </a:cubicBezTo>
                <a:cubicBezTo>
                  <a:pt x="5084286" y="6599235"/>
                  <a:pt x="5089323" y="6600505"/>
                  <a:pt x="5094046" y="6600505"/>
                </a:cubicBezTo>
                <a:cubicBezTo>
                  <a:pt x="5100972" y="6600505"/>
                  <a:pt x="5103490" y="6598917"/>
                  <a:pt x="5112304" y="6590980"/>
                </a:cubicBezTo>
                <a:cubicBezTo>
                  <a:pt x="5113880" y="6589075"/>
                  <a:pt x="5114508" y="6588757"/>
                  <a:pt x="5115138" y="6588757"/>
                </a:cubicBezTo>
                <a:cubicBezTo>
                  <a:pt x="5115768" y="6588757"/>
                  <a:pt x="5116082" y="6589710"/>
                  <a:pt x="5116398" y="6591615"/>
                </a:cubicBezTo>
                <a:cubicBezTo>
                  <a:pt x="5117027" y="6600822"/>
                  <a:pt x="5117027" y="6600822"/>
                  <a:pt x="5118599" y="6600822"/>
                </a:cubicBezTo>
                <a:cubicBezTo>
                  <a:pt x="5118917" y="6600822"/>
                  <a:pt x="5119546" y="6600505"/>
                  <a:pt x="5120489" y="6600505"/>
                </a:cubicBezTo>
                <a:cubicBezTo>
                  <a:pt x="5120489" y="6600505"/>
                  <a:pt x="5120489" y="6600505"/>
                  <a:pt x="5138120" y="6597965"/>
                </a:cubicBezTo>
                <a:cubicBezTo>
                  <a:pt x="5139694" y="6597965"/>
                  <a:pt x="5140322" y="6597330"/>
                  <a:pt x="5140322" y="6595742"/>
                </a:cubicBezTo>
                <a:cubicBezTo>
                  <a:pt x="5140322" y="6595742"/>
                  <a:pt x="5140322" y="6595742"/>
                  <a:pt x="5140322" y="6594155"/>
                </a:cubicBezTo>
                <a:cubicBezTo>
                  <a:pt x="5140322" y="6592567"/>
                  <a:pt x="5139694" y="6592250"/>
                  <a:pt x="5137805" y="6591932"/>
                </a:cubicBezTo>
                <a:cubicBezTo>
                  <a:pt x="5132767" y="6591297"/>
                  <a:pt x="5131509" y="6590345"/>
                  <a:pt x="5131195" y="6586535"/>
                </a:cubicBezTo>
                <a:cubicBezTo>
                  <a:pt x="5130880" y="6584312"/>
                  <a:pt x="5130565" y="6577010"/>
                  <a:pt x="5130565" y="6564627"/>
                </a:cubicBezTo>
                <a:lnTo>
                  <a:pt x="5130565" y="6555419"/>
                </a:lnTo>
                <a:cubicBezTo>
                  <a:pt x="5130565" y="6552244"/>
                  <a:pt x="5130565" y="6549387"/>
                  <a:pt x="5130565" y="6546847"/>
                </a:cubicBezTo>
                <a:cubicBezTo>
                  <a:pt x="5130880" y="6541132"/>
                  <a:pt x="5130880" y="6541132"/>
                  <a:pt x="5130880" y="6537639"/>
                </a:cubicBezTo>
                <a:cubicBezTo>
                  <a:pt x="5130880" y="6537639"/>
                  <a:pt x="5130880" y="6537639"/>
                  <a:pt x="5131195" y="6534147"/>
                </a:cubicBezTo>
                <a:cubicBezTo>
                  <a:pt x="5131195" y="6532877"/>
                  <a:pt x="5130565" y="6532559"/>
                  <a:pt x="5129304" y="6532559"/>
                </a:cubicBezTo>
                <a:cubicBezTo>
                  <a:pt x="5128990" y="6532559"/>
                  <a:pt x="5128044" y="6532559"/>
                  <a:pt x="5127416" y="6532877"/>
                </a:cubicBezTo>
                <a:cubicBezTo>
                  <a:pt x="5127416" y="6532877"/>
                  <a:pt x="5127416" y="6532877"/>
                  <a:pt x="5108842" y="6534782"/>
                </a:cubicBezTo>
                <a:cubicBezTo>
                  <a:pt x="5106954" y="6534782"/>
                  <a:pt x="5106638" y="6535099"/>
                  <a:pt x="5106638" y="6536687"/>
                </a:cubicBezTo>
                <a:cubicBezTo>
                  <a:pt x="5106638" y="6536687"/>
                  <a:pt x="5106638" y="6536687"/>
                  <a:pt x="5106638" y="6538909"/>
                </a:cubicBezTo>
                <a:cubicBezTo>
                  <a:pt x="5106638" y="6540497"/>
                  <a:pt x="5107268" y="6540814"/>
                  <a:pt x="5110102" y="6541132"/>
                </a:cubicBezTo>
                <a:cubicBezTo>
                  <a:pt x="5113564" y="6541449"/>
                  <a:pt x="5114825" y="6542402"/>
                  <a:pt x="5115138" y="6544942"/>
                </a:cubicBezTo>
                <a:cubicBezTo>
                  <a:pt x="5115453" y="6546212"/>
                  <a:pt x="5115768" y="6553197"/>
                  <a:pt x="5115768" y="6558277"/>
                </a:cubicBezTo>
                <a:cubicBezTo>
                  <a:pt x="5115768" y="6558277"/>
                  <a:pt x="5115768" y="6558277"/>
                  <a:pt x="5115768" y="6564627"/>
                </a:cubicBezTo>
                <a:cubicBezTo>
                  <a:pt x="5115768" y="6575105"/>
                  <a:pt x="5115453" y="6578280"/>
                  <a:pt x="5113564" y="6581455"/>
                </a:cubicBezTo>
                <a:cubicBezTo>
                  <a:pt x="5111359" y="6585900"/>
                  <a:pt x="5106009" y="6588757"/>
                  <a:pt x="5100026" y="6588757"/>
                </a:cubicBezTo>
                <a:cubicBezTo>
                  <a:pt x="5096249" y="6588757"/>
                  <a:pt x="5093416" y="6587487"/>
                  <a:pt x="5091842" y="6585265"/>
                </a:cubicBezTo>
                <a:cubicBezTo>
                  <a:pt x="5089954" y="6582407"/>
                  <a:pt x="5089639" y="6580502"/>
                  <a:pt x="5089639" y="6568437"/>
                </a:cubicBezTo>
                <a:cubicBezTo>
                  <a:pt x="5089639" y="6568437"/>
                  <a:pt x="5089639" y="6568437"/>
                  <a:pt x="5089639" y="6557959"/>
                </a:cubicBezTo>
                <a:cubicBezTo>
                  <a:pt x="5089639" y="6551609"/>
                  <a:pt x="5089954" y="6543354"/>
                  <a:pt x="5090582" y="6537004"/>
                </a:cubicBezTo>
                <a:cubicBezTo>
                  <a:pt x="5090582" y="6535734"/>
                  <a:pt x="5090582" y="6534782"/>
                  <a:pt x="5090582" y="6534147"/>
                </a:cubicBezTo>
                <a:cubicBezTo>
                  <a:pt x="5090582" y="6533194"/>
                  <a:pt x="5090268" y="6532559"/>
                  <a:pt x="5089323" y="6532559"/>
                </a:cubicBezTo>
                <a:close/>
                <a:moveTo>
                  <a:pt x="5027612" y="6532559"/>
                </a:moveTo>
                <a:cubicBezTo>
                  <a:pt x="5017451" y="6532559"/>
                  <a:pt x="5009832" y="6535749"/>
                  <a:pt x="5003796" y="6542129"/>
                </a:cubicBezTo>
                <a:cubicBezTo>
                  <a:pt x="4997764" y="6548828"/>
                  <a:pt x="4994273" y="6558078"/>
                  <a:pt x="4994273" y="6568605"/>
                </a:cubicBezTo>
                <a:cubicBezTo>
                  <a:pt x="4994273" y="6588382"/>
                  <a:pt x="5006339" y="6600822"/>
                  <a:pt x="5025071" y="6600822"/>
                </a:cubicBezTo>
                <a:cubicBezTo>
                  <a:pt x="5036184" y="6600822"/>
                  <a:pt x="5045073" y="6596994"/>
                  <a:pt x="5051107" y="6589658"/>
                </a:cubicBezTo>
                <a:cubicBezTo>
                  <a:pt x="5056187" y="6583278"/>
                  <a:pt x="5059361" y="6574027"/>
                  <a:pt x="5059361" y="6565096"/>
                </a:cubicBezTo>
                <a:cubicBezTo>
                  <a:pt x="5059361" y="6558078"/>
                  <a:pt x="5057457" y="6551698"/>
                  <a:pt x="5054599" y="6546276"/>
                </a:cubicBezTo>
                <a:cubicBezTo>
                  <a:pt x="5049520" y="6537344"/>
                  <a:pt x="5039677" y="6532559"/>
                  <a:pt x="5027612" y="6532559"/>
                </a:cubicBezTo>
                <a:close/>
                <a:moveTo>
                  <a:pt x="4803177" y="6532559"/>
                </a:moveTo>
                <a:cubicBezTo>
                  <a:pt x="4798465" y="6532559"/>
                  <a:pt x="4791238" y="6533525"/>
                  <a:pt x="4786838" y="6534491"/>
                </a:cubicBezTo>
                <a:cubicBezTo>
                  <a:pt x="4782755" y="6535778"/>
                  <a:pt x="4781810" y="6536744"/>
                  <a:pt x="4781497" y="6540285"/>
                </a:cubicBezTo>
                <a:lnTo>
                  <a:pt x="4780556" y="6547366"/>
                </a:lnTo>
                <a:cubicBezTo>
                  <a:pt x="4780556" y="6547366"/>
                  <a:pt x="4780556" y="6547366"/>
                  <a:pt x="4780556" y="6548010"/>
                </a:cubicBezTo>
                <a:cubicBezTo>
                  <a:pt x="4780556" y="6549297"/>
                  <a:pt x="4780870" y="6549619"/>
                  <a:pt x="4781497" y="6549619"/>
                </a:cubicBezTo>
                <a:cubicBezTo>
                  <a:pt x="4781810" y="6549619"/>
                  <a:pt x="4782440" y="6549619"/>
                  <a:pt x="4783384" y="6548976"/>
                </a:cubicBezTo>
                <a:cubicBezTo>
                  <a:pt x="4788409" y="6546079"/>
                  <a:pt x="4795636" y="6543825"/>
                  <a:pt x="4801291" y="6543825"/>
                </a:cubicBezTo>
                <a:cubicBezTo>
                  <a:pt x="4809776" y="6543825"/>
                  <a:pt x="4812916" y="6547366"/>
                  <a:pt x="4812916" y="6556379"/>
                </a:cubicBezTo>
                <a:cubicBezTo>
                  <a:pt x="4812916" y="6556379"/>
                  <a:pt x="4812916" y="6556379"/>
                  <a:pt x="4812916" y="6558632"/>
                </a:cubicBezTo>
                <a:cubicBezTo>
                  <a:pt x="4812916" y="6562817"/>
                  <a:pt x="4812288" y="6563461"/>
                  <a:pt x="4804747" y="6565070"/>
                </a:cubicBezTo>
                <a:cubicBezTo>
                  <a:pt x="4804747" y="6565070"/>
                  <a:pt x="4804747" y="6565070"/>
                  <a:pt x="4787782" y="6568611"/>
                </a:cubicBezTo>
                <a:cubicBezTo>
                  <a:pt x="4781185" y="6569898"/>
                  <a:pt x="4780870" y="6569898"/>
                  <a:pt x="4779927" y="6571508"/>
                </a:cubicBezTo>
                <a:cubicBezTo>
                  <a:pt x="4778041" y="6574405"/>
                  <a:pt x="4776786" y="6579877"/>
                  <a:pt x="4776786" y="6584705"/>
                </a:cubicBezTo>
                <a:cubicBezTo>
                  <a:pt x="4776786" y="6594040"/>
                  <a:pt x="4783069" y="6601444"/>
                  <a:pt x="4791238" y="6601444"/>
                </a:cubicBezTo>
                <a:cubicBezTo>
                  <a:pt x="4795636" y="6601444"/>
                  <a:pt x="4800350" y="6600156"/>
                  <a:pt x="4804120" y="6597903"/>
                </a:cubicBezTo>
                <a:cubicBezTo>
                  <a:pt x="4805690" y="6596937"/>
                  <a:pt x="4811032" y="6593074"/>
                  <a:pt x="4811661" y="6592109"/>
                </a:cubicBezTo>
                <a:cubicBezTo>
                  <a:pt x="4812288" y="6592109"/>
                  <a:pt x="4812602" y="6591787"/>
                  <a:pt x="4812602" y="6591787"/>
                </a:cubicBezTo>
                <a:cubicBezTo>
                  <a:pt x="4813231" y="6591787"/>
                  <a:pt x="4813545" y="6592753"/>
                  <a:pt x="4813545" y="6595328"/>
                </a:cubicBezTo>
                <a:cubicBezTo>
                  <a:pt x="4813545" y="6596293"/>
                  <a:pt x="4813859" y="6599512"/>
                  <a:pt x="4814174" y="6600478"/>
                </a:cubicBezTo>
                <a:cubicBezTo>
                  <a:pt x="4814488" y="6602087"/>
                  <a:pt x="4815117" y="6602409"/>
                  <a:pt x="4816372" y="6602409"/>
                </a:cubicBezTo>
                <a:cubicBezTo>
                  <a:pt x="4817630" y="6602409"/>
                  <a:pt x="4818573" y="6602409"/>
                  <a:pt x="4819200" y="6602409"/>
                </a:cubicBezTo>
                <a:cubicBezTo>
                  <a:pt x="4819200" y="6602409"/>
                  <a:pt x="4819200" y="6602409"/>
                  <a:pt x="4834596" y="6599512"/>
                </a:cubicBezTo>
                <a:cubicBezTo>
                  <a:pt x="4836794" y="6598868"/>
                  <a:pt x="4837109" y="6598868"/>
                  <a:pt x="4837109" y="6597259"/>
                </a:cubicBezTo>
                <a:cubicBezTo>
                  <a:pt x="4837109" y="6597259"/>
                  <a:pt x="4837109" y="6597259"/>
                  <a:pt x="4837109" y="6595328"/>
                </a:cubicBezTo>
                <a:cubicBezTo>
                  <a:pt x="4837109" y="6593718"/>
                  <a:pt x="4836480" y="6593074"/>
                  <a:pt x="4833968" y="6593074"/>
                </a:cubicBezTo>
                <a:cubicBezTo>
                  <a:pt x="4830825" y="6592753"/>
                  <a:pt x="4829570" y="6592109"/>
                  <a:pt x="4828312" y="6591465"/>
                </a:cubicBezTo>
                <a:cubicBezTo>
                  <a:pt x="4826740" y="6589856"/>
                  <a:pt x="4826740" y="6589856"/>
                  <a:pt x="4826740" y="6576336"/>
                </a:cubicBezTo>
                <a:cubicBezTo>
                  <a:pt x="4826740" y="6576336"/>
                  <a:pt x="4826740" y="6576336"/>
                  <a:pt x="4827371" y="6551551"/>
                </a:cubicBezTo>
                <a:cubicBezTo>
                  <a:pt x="4827371" y="6538675"/>
                  <a:pt x="4819828" y="6532559"/>
                  <a:pt x="4803177" y="6532559"/>
                </a:cubicBezTo>
                <a:close/>
                <a:moveTo>
                  <a:pt x="6236007" y="6532558"/>
                </a:moveTo>
                <a:cubicBezTo>
                  <a:pt x="6236007" y="6532558"/>
                  <a:pt x="6236007" y="6532558"/>
                  <a:pt x="6230040" y="6533843"/>
                </a:cubicBezTo>
                <a:cubicBezTo>
                  <a:pt x="6230040" y="6533843"/>
                  <a:pt x="6230040" y="6533843"/>
                  <a:pt x="6230040" y="6534806"/>
                </a:cubicBezTo>
                <a:cubicBezTo>
                  <a:pt x="6234349" y="6535448"/>
                  <a:pt x="6237995" y="6538659"/>
                  <a:pt x="6238658" y="6541869"/>
                </a:cubicBezTo>
                <a:cubicBezTo>
                  <a:pt x="6239653" y="6546364"/>
                  <a:pt x="6236007" y="6551501"/>
                  <a:pt x="6231035" y="6551822"/>
                </a:cubicBezTo>
                <a:cubicBezTo>
                  <a:pt x="6231035" y="6551822"/>
                  <a:pt x="6231035" y="6551822"/>
                  <a:pt x="6227720" y="6538980"/>
                </a:cubicBezTo>
                <a:cubicBezTo>
                  <a:pt x="6227720" y="6538980"/>
                  <a:pt x="6227720" y="6538980"/>
                  <a:pt x="6228714" y="6537374"/>
                </a:cubicBezTo>
                <a:cubicBezTo>
                  <a:pt x="6228714" y="6537374"/>
                  <a:pt x="6228714" y="6537374"/>
                  <a:pt x="6228383" y="6536411"/>
                </a:cubicBezTo>
                <a:cubicBezTo>
                  <a:pt x="6228383" y="6536411"/>
                  <a:pt x="6228383" y="6536411"/>
                  <a:pt x="6222417" y="6538016"/>
                </a:cubicBezTo>
                <a:cubicBezTo>
                  <a:pt x="6222417" y="6538016"/>
                  <a:pt x="6222417" y="6538016"/>
                  <a:pt x="6222748" y="6539301"/>
                </a:cubicBezTo>
                <a:cubicBezTo>
                  <a:pt x="6222748" y="6539301"/>
                  <a:pt x="6222748" y="6539301"/>
                  <a:pt x="6225068" y="6540264"/>
                </a:cubicBezTo>
                <a:cubicBezTo>
                  <a:pt x="6225068" y="6540264"/>
                  <a:pt x="6225068" y="6540264"/>
                  <a:pt x="6227720" y="6552785"/>
                </a:cubicBezTo>
                <a:cubicBezTo>
                  <a:pt x="6223743" y="6554391"/>
                  <a:pt x="6218771" y="6551822"/>
                  <a:pt x="6217776" y="6547648"/>
                </a:cubicBezTo>
                <a:cubicBezTo>
                  <a:pt x="6217113" y="6544759"/>
                  <a:pt x="6217776" y="6541869"/>
                  <a:pt x="6220096" y="6539943"/>
                </a:cubicBezTo>
                <a:cubicBezTo>
                  <a:pt x="6220096" y="6539943"/>
                  <a:pt x="6220096" y="6539943"/>
                  <a:pt x="6219102" y="6538980"/>
                </a:cubicBezTo>
                <a:cubicBezTo>
                  <a:pt x="6219102" y="6538980"/>
                  <a:pt x="6219102" y="6538980"/>
                  <a:pt x="6213467" y="6540264"/>
                </a:cubicBezTo>
                <a:cubicBezTo>
                  <a:pt x="6213799" y="6542832"/>
                  <a:pt x="6214130" y="6544438"/>
                  <a:pt x="6214793" y="6547006"/>
                </a:cubicBezTo>
                <a:cubicBezTo>
                  <a:pt x="6216782" y="6554712"/>
                  <a:pt x="6221422" y="6561133"/>
                  <a:pt x="6231698" y="6558244"/>
                </a:cubicBezTo>
                <a:cubicBezTo>
                  <a:pt x="6241641" y="6555675"/>
                  <a:pt x="6243630" y="6548612"/>
                  <a:pt x="6241973" y="6541227"/>
                </a:cubicBezTo>
                <a:cubicBezTo>
                  <a:pt x="6240979" y="6537374"/>
                  <a:pt x="6239321" y="6535127"/>
                  <a:pt x="6236007" y="6532558"/>
                </a:cubicBezTo>
                <a:close/>
                <a:moveTo>
                  <a:pt x="5837231" y="6532558"/>
                </a:moveTo>
                <a:cubicBezTo>
                  <a:pt x="5836278" y="6532558"/>
                  <a:pt x="5835644" y="6533195"/>
                  <a:pt x="5835644" y="6534151"/>
                </a:cubicBezTo>
                <a:cubicBezTo>
                  <a:pt x="5835644" y="6534151"/>
                  <a:pt x="5835644" y="6534151"/>
                  <a:pt x="5835644" y="6536381"/>
                </a:cubicBezTo>
                <a:cubicBezTo>
                  <a:pt x="5835644" y="6537974"/>
                  <a:pt x="5835961" y="6538293"/>
                  <a:pt x="5836915" y="6538612"/>
                </a:cubicBezTo>
                <a:cubicBezTo>
                  <a:pt x="5839771" y="6539567"/>
                  <a:pt x="5840406" y="6539886"/>
                  <a:pt x="5841676" y="6543072"/>
                </a:cubicBezTo>
                <a:cubicBezTo>
                  <a:pt x="5843581" y="6547532"/>
                  <a:pt x="5845486" y="6552311"/>
                  <a:pt x="5847074" y="6555816"/>
                </a:cubicBezTo>
                <a:cubicBezTo>
                  <a:pt x="5851518" y="6566330"/>
                  <a:pt x="5855963" y="6576843"/>
                  <a:pt x="5860408" y="6587357"/>
                </a:cubicBezTo>
                <a:cubicBezTo>
                  <a:pt x="5863901" y="6596278"/>
                  <a:pt x="5863901" y="6596597"/>
                  <a:pt x="5865488" y="6597234"/>
                </a:cubicBezTo>
                <a:cubicBezTo>
                  <a:pt x="5865806" y="6597552"/>
                  <a:pt x="5866123" y="6597871"/>
                  <a:pt x="5866123" y="6598190"/>
                </a:cubicBezTo>
                <a:cubicBezTo>
                  <a:pt x="5865806" y="6598827"/>
                  <a:pt x="5865488" y="6599783"/>
                  <a:pt x="5865171" y="6600738"/>
                </a:cubicBezTo>
                <a:cubicBezTo>
                  <a:pt x="5863266" y="6607748"/>
                  <a:pt x="5858503" y="6611571"/>
                  <a:pt x="5851518" y="6611571"/>
                </a:cubicBezTo>
                <a:cubicBezTo>
                  <a:pt x="5848026" y="6611571"/>
                  <a:pt x="5845168" y="6610934"/>
                  <a:pt x="5841358" y="6609978"/>
                </a:cubicBezTo>
                <a:cubicBezTo>
                  <a:pt x="5841041" y="6609978"/>
                  <a:pt x="5840724" y="6609978"/>
                  <a:pt x="5840406" y="6609978"/>
                </a:cubicBezTo>
                <a:cubicBezTo>
                  <a:pt x="5839455" y="6609978"/>
                  <a:pt x="5839136" y="6610296"/>
                  <a:pt x="5839136" y="6611889"/>
                </a:cubicBezTo>
                <a:cubicBezTo>
                  <a:pt x="5839136" y="6611889"/>
                  <a:pt x="5839136" y="6611889"/>
                  <a:pt x="5839136" y="6614119"/>
                </a:cubicBezTo>
                <a:cubicBezTo>
                  <a:pt x="5838818" y="6615075"/>
                  <a:pt x="5838818" y="6616031"/>
                  <a:pt x="5838818" y="6617305"/>
                </a:cubicBezTo>
                <a:cubicBezTo>
                  <a:pt x="5838818" y="6623996"/>
                  <a:pt x="5840088" y="6624633"/>
                  <a:pt x="5850566" y="6624633"/>
                </a:cubicBezTo>
                <a:cubicBezTo>
                  <a:pt x="5855646" y="6624633"/>
                  <a:pt x="5861043" y="6622403"/>
                  <a:pt x="5864218" y="6618898"/>
                </a:cubicBezTo>
                <a:cubicBezTo>
                  <a:pt x="5867711" y="6615075"/>
                  <a:pt x="5868346" y="6613482"/>
                  <a:pt x="5874696" y="6596597"/>
                </a:cubicBezTo>
                <a:cubicBezTo>
                  <a:pt x="5877554" y="6589269"/>
                  <a:pt x="5880094" y="6582578"/>
                  <a:pt x="5882634" y="6575569"/>
                </a:cubicBezTo>
                <a:cubicBezTo>
                  <a:pt x="5882634" y="6575569"/>
                  <a:pt x="5882634" y="6575569"/>
                  <a:pt x="5889619" y="6558046"/>
                </a:cubicBezTo>
                <a:cubicBezTo>
                  <a:pt x="5890889" y="6554860"/>
                  <a:pt x="5892159" y="6551674"/>
                  <a:pt x="5893429" y="6548170"/>
                </a:cubicBezTo>
                <a:cubicBezTo>
                  <a:pt x="5896287" y="6540205"/>
                  <a:pt x="5896604" y="6539886"/>
                  <a:pt x="5899461" y="6538612"/>
                </a:cubicBezTo>
                <a:cubicBezTo>
                  <a:pt x="5900731" y="6537974"/>
                  <a:pt x="5900731" y="6537656"/>
                  <a:pt x="5900731" y="6536381"/>
                </a:cubicBezTo>
                <a:lnTo>
                  <a:pt x="5900731" y="6534151"/>
                </a:lnTo>
                <a:cubicBezTo>
                  <a:pt x="5900731" y="6533195"/>
                  <a:pt x="5900414" y="6532558"/>
                  <a:pt x="5899144" y="6532558"/>
                </a:cubicBezTo>
                <a:cubicBezTo>
                  <a:pt x="5898827" y="6532558"/>
                  <a:pt x="5898509" y="6532558"/>
                  <a:pt x="5897874" y="6532877"/>
                </a:cubicBezTo>
                <a:cubicBezTo>
                  <a:pt x="5895651" y="6532877"/>
                  <a:pt x="5893111" y="6532877"/>
                  <a:pt x="5890254" y="6532877"/>
                </a:cubicBezTo>
                <a:cubicBezTo>
                  <a:pt x="5886761" y="6532877"/>
                  <a:pt x="5883269" y="6532877"/>
                  <a:pt x="5880729" y="6532558"/>
                </a:cubicBezTo>
                <a:cubicBezTo>
                  <a:pt x="5880729" y="6532558"/>
                  <a:pt x="5880729" y="6532558"/>
                  <a:pt x="5879459" y="6532558"/>
                </a:cubicBezTo>
                <a:cubicBezTo>
                  <a:pt x="5878506" y="6532558"/>
                  <a:pt x="5878189" y="6532877"/>
                  <a:pt x="5878189" y="6534151"/>
                </a:cubicBezTo>
                <a:cubicBezTo>
                  <a:pt x="5878189" y="6534151"/>
                  <a:pt x="5878189" y="6534151"/>
                  <a:pt x="5878189" y="6536381"/>
                </a:cubicBezTo>
                <a:cubicBezTo>
                  <a:pt x="5878189" y="6538293"/>
                  <a:pt x="5878189" y="6538293"/>
                  <a:pt x="5881364" y="6538930"/>
                </a:cubicBezTo>
                <a:cubicBezTo>
                  <a:pt x="5883904" y="6539567"/>
                  <a:pt x="5885174" y="6540842"/>
                  <a:pt x="5885174" y="6542753"/>
                </a:cubicBezTo>
                <a:cubicBezTo>
                  <a:pt x="5885174" y="6545302"/>
                  <a:pt x="5874061" y="6580985"/>
                  <a:pt x="5873109" y="6580985"/>
                </a:cubicBezTo>
                <a:cubicBezTo>
                  <a:pt x="5873109" y="6580985"/>
                  <a:pt x="5872791" y="6580348"/>
                  <a:pt x="5871840" y="6578118"/>
                </a:cubicBezTo>
                <a:cubicBezTo>
                  <a:pt x="5870886" y="6575569"/>
                  <a:pt x="5869299" y="6571427"/>
                  <a:pt x="5868346" y="6569197"/>
                </a:cubicBezTo>
                <a:cubicBezTo>
                  <a:pt x="5868346" y="6569197"/>
                  <a:pt x="5868346" y="6569197"/>
                  <a:pt x="5866441" y="6563781"/>
                </a:cubicBezTo>
                <a:cubicBezTo>
                  <a:pt x="5866441" y="6563781"/>
                  <a:pt x="5866441" y="6563781"/>
                  <a:pt x="5862313" y="6552949"/>
                </a:cubicBezTo>
                <a:cubicBezTo>
                  <a:pt x="5861678" y="6550718"/>
                  <a:pt x="5860726" y="6548488"/>
                  <a:pt x="5860091" y="6546258"/>
                </a:cubicBezTo>
                <a:cubicBezTo>
                  <a:pt x="5859456" y="6545302"/>
                  <a:pt x="5859138" y="6544028"/>
                  <a:pt x="5859138" y="6543391"/>
                </a:cubicBezTo>
                <a:cubicBezTo>
                  <a:pt x="5859138" y="6541479"/>
                  <a:pt x="5860726" y="6540205"/>
                  <a:pt x="5863266" y="6539567"/>
                </a:cubicBezTo>
                <a:cubicBezTo>
                  <a:pt x="5868028" y="6538293"/>
                  <a:pt x="5868028" y="6538293"/>
                  <a:pt x="5868028" y="6536381"/>
                </a:cubicBezTo>
                <a:cubicBezTo>
                  <a:pt x="5868028" y="6536381"/>
                  <a:pt x="5868028" y="6536381"/>
                  <a:pt x="5868028" y="6534151"/>
                </a:cubicBezTo>
                <a:cubicBezTo>
                  <a:pt x="5868028" y="6533195"/>
                  <a:pt x="5867393" y="6532558"/>
                  <a:pt x="5866441" y="6532558"/>
                </a:cubicBezTo>
                <a:cubicBezTo>
                  <a:pt x="5866441" y="6532558"/>
                  <a:pt x="5866441" y="6532558"/>
                  <a:pt x="5865171" y="6532558"/>
                </a:cubicBezTo>
                <a:cubicBezTo>
                  <a:pt x="5862948" y="6532877"/>
                  <a:pt x="5856916" y="6532877"/>
                  <a:pt x="5853423" y="6532877"/>
                </a:cubicBezTo>
                <a:cubicBezTo>
                  <a:pt x="5850883" y="6532877"/>
                  <a:pt x="5839136" y="6532877"/>
                  <a:pt x="5838184" y="6532558"/>
                </a:cubicBezTo>
                <a:cubicBezTo>
                  <a:pt x="5838184" y="6532558"/>
                  <a:pt x="5838184" y="6532558"/>
                  <a:pt x="5837231" y="6532558"/>
                </a:cubicBezTo>
                <a:close/>
                <a:moveTo>
                  <a:pt x="5758711" y="6532558"/>
                </a:moveTo>
                <a:cubicBezTo>
                  <a:pt x="5758391" y="6532558"/>
                  <a:pt x="5758072" y="6532558"/>
                  <a:pt x="5757429" y="6532877"/>
                </a:cubicBezTo>
                <a:cubicBezTo>
                  <a:pt x="5757429" y="6532877"/>
                  <a:pt x="5757429" y="6532877"/>
                  <a:pt x="5756469" y="6532877"/>
                </a:cubicBezTo>
                <a:cubicBezTo>
                  <a:pt x="5756469" y="6532877"/>
                  <a:pt x="5756469" y="6532877"/>
                  <a:pt x="5737876" y="6534791"/>
                </a:cubicBezTo>
                <a:cubicBezTo>
                  <a:pt x="5735953" y="6535110"/>
                  <a:pt x="5735632" y="6535429"/>
                  <a:pt x="5735632" y="6536705"/>
                </a:cubicBezTo>
                <a:cubicBezTo>
                  <a:pt x="5735632" y="6536705"/>
                  <a:pt x="5735632" y="6536705"/>
                  <a:pt x="5735632" y="6539258"/>
                </a:cubicBezTo>
                <a:cubicBezTo>
                  <a:pt x="5735632" y="6540534"/>
                  <a:pt x="5736274" y="6540853"/>
                  <a:pt x="5739159" y="6541172"/>
                </a:cubicBezTo>
                <a:cubicBezTo>
                  <a:pt x="5744608" y="6541810"/>
                  <a:pt x="5744929" y="6542767"/>
                  <a:pt x="5744929" y="6558399"/>
                </a:cubicBezTo>
                <a:lnTo>
                  <a:pt x="5744929" y="6569245"/>
                </a:lnTo>
                <a:cubicBezTo>
                  <a:pt x="5744929" y="6578178"/>
                  <a:pt x="5744608" y="6584239"/>
                  <a:pt x="5744608" y="6587430"/>
                </a:cubicBezTo>
                <a:cubicBezTo>
                  <a:pt x="5744286" y="6590301"/>
                  <a:pt x="5743647" y="6590939"/>
                  <a:pt x="5739478" y="6592534"/>
                </a:cubicBezTo>
                <a:cubicBezTo>
                  <a:pt x="5735632" y="6593810"/>
                  <a:pt x="5735632" y="6593810"/>
                  <a:pt x="5735632" y="6595405"/>
                </a:cubicBezTo>
                <a:cubicBezTo>
                  <a:pt x="5735632" y="6595405"/>
                  <a:pt x="5735632" y="6595405"/>
                  <a:pt x="5735632" y="6597638"/>
                </a:cubicBezTo>
                <a:cubicBezTo>
                  <a:pt x="5735632" y="6598914"/>
                  <a:pt x="5735632" y="6599233"/>
                  <a:pt x="5736913" y="6599233"/>
                </a:cubicBezTo>
                <a:cubicBezTo>
                  <a:pt x="5736913" y="6599233"/>
                  <a:pt x="5736913" y="6599233"/>
                  <a:pt x="5737876" y="6599233"/>
                </a:cubicBezTo>
                <a:cubicBezTo>
                  <a:pt x="5741081" y="6599233"/>
                  <a:pt x="5747493" y="6598914"/>
                  <a:pt x="5752302" y="6598914"/>
                </a:cubicBezTo>
                <a:cubicBezTo>
                  <a:pt x="5757429" y="6598914"/>
                  <a:pt x="5763199" y="6599233"/>
                  <a:pt x="5766726" y="6599233"/>
                </a:cubicBezTo>
                <a:cubicBezTo>
                  <a:pt x="5766726" y="6599233"/>
                  <a:pt x="5766726" y="6599233"/>
                  <a:pt x="5767687" y="6599233"/>
                </a:cubicBezTo>
                <a:cubicBezTo>
                  <a:pt x="5768649" y="6599233"/>
                  <a:pt x="5768969" y="6598914"/>
                  <a:pt x="5768969" y="6597638"/>
                </a:cubicBezTo>
                <a:cubicBezTo>
                  <a:pt x="5768969" y="6597638"/>
                  <a:pt x="5768969" y="6597638"/>
                  <a:pt x="5768969" y="6595405"/>
                </a:cubicBezTo>
                <a:cubicBezTo>
                  <a:pt x="5768969" y="6593810"/>
                  <a:pt x="5768969" y="6593491"/>
                  <a:pt x="5765124" y="6592534"/>
                </a:cubicBezTo>
                <a:cubicBezTo>
                  <a:pt x="5761276" y="6591258"/>
                  <a:pt x="5760314" y="6590301"/>
                  <a:pt x="5759994" y="6587430"/>
                </a:cubicBezTo>
                <a:cubicBezTo>
                  <a:pt x="5759994" y="6584239"/>
                  <a:pt x="5759994" y="6577221"/>
                  <a:pt x="5759994" y="6569245"/>
                </a:cubicBezTo>
                <a:cubicBezTo>
                  <a:pt x="5759994" y="6569245"/>
                  <a:pt x="5759994" y="6569245"/>
                  <a:pt x="5759994" y="6562865"/>
                </a:cubicBezTo>
                <a:cubicBezTo>
                  <a:pt x="5759994" y="6555528"/>
                  <a:pt x="5759994" y="6542448"/>
                  <a:pt x="5759994" y="6540215"/>
                </a:cubicBezTo>
                <a:cubicBezTo>
                  <a:pt x="5760314" y="6535429"/>
                  <a:pt x="5760314" y="6535429"/>
                  <a:pt x="5760314" y="6535110"/>
                </a:cubicBezTo>
                <a:cubicBezTo>
                  <a:pt x="5760314" y="6533515"/>
                  <a:pt x="5759675" y="6532558"/>
                  <a:pt x="5758711" y="6532558"/>
                </a:cubicBezTo>
                <a:close/>
                <a:moveTo>
                  <a:pt x="5705788" y="6532558"/>
                </a:moveTo>
                <a:cubicBezTo>
                  <a:pt x="5689595" y="6532558"/>
                  <a:pt x="5680070" y="6540214"/>
                  <a:pt x="5680070" y="6553292"/>
                </a:cubicBezTo>
                <a:cubicBezTo>
                  <a:pt x="5680070" y="6563181"/>
                  <a:pt x="5684197" y="6567647"/>
                  <a:pt x="5701025" y="6575621"/>
                </a:cubicBezTo>
                <a:cubicBezTo>
                  <a:pt x="5708327" y="6578811"/>
                  <a:pt x="5710233" y="6581044"/>
                  <a:pt x="5710233" y="6584872"/>
                </a:cubicBezTo>
                <a:cubicBezTo>
                  <a:pt x="5710233" y="6589976"/>
                  <a:pt x="5705470" y="6593804"/>
                  <a:pt x="5699119" y="6593804"/>
                </a:cubicBezTo>
                <a:cubicBezTo>
                  <a:pt x="5692770" y="6593804"/>
                  <a:pt x="5687055" y="6590295"/>
                  <a:pt x="5686102" y="6585829"/>
                </a:cubicBezTo>
                <a:cubicBezTo>
                  <a:pt x="5685150" y="6582320"/>
                  <a:pt x="5685150" y="6582320"/>
                  <a:pt x="5683880" y="6582320"/>
                </a:cubicBezTo>
                <a:cubicBezTo>
                  <a:pt x="5683880" y="6582320"/>
                  <a:pt x="5683880" y="6582320"/>
                  <a:pt x="5681657" y="6582320"/>
                </a:cubicBezTo>
                <a:cubicBezTo>
                  <a:pt x="5680070" y="6582320"/>
                  <a:pt x="5679434" y="6582958"/>
                  <a:pt x="5679434" y="6584553"/>
                </a:cubicBezTo>
                <a:cubicBezTo>
                  <a:pt x="5679434" y="6584553"/>
                  <a:pt x="5679434" y="6584553"/>
                  <a:pt x="5678483" y="6593485"/>
                </a:cubicBezTo>
                <a:cubicBezTo>
                  <a:pt x="5678483" y="6595717"/>
                  <a:pt x="5678800" y="6596355"/>
                  <a:pt x="5680705" y="6597312"/>
                </a:cubicBezTo>
                <a:cubicBezTo>
                  <a:pt x="5684832" y="6599545"/>
                  <a:pt x="5691500" y="6600821"/>
                  <a:pt x="5697533" y="6600821"/>
                </a:cubicBezTo>
                <a:cubicBezTo>
                  <a:pt x="5714043" y="6600821"/>
                  <a:pt x="5724521" y="6592847"/>
                  <a:pt x="5724521" y="6580725"/>
                </a:cubicBezTo>
                <a:cubicBezTo>
                  <a:pt x="5724521" y="6573388"/>
                  <a:pt x="5719757" y="6567009"/>
                  <a:pt x="5711185" y="6562862"/>
                </a:cubicBezTo>
                <a:cubicBezTo>
                  <a:pt x="5702613" y="6559034"/>
                  <a:pt x="5702613" y="6559034"/>
                  <a:pt x="5699755" y="6557439"/>
                </a:cubicBezTo>
                <a:cubicBezTo>
                  <a:pt x="5694675" y="6554249"/>
                  <a:pt x="5692770" y="6552016"/>
                  <a:pt x="5692770" y="6548508"/>
                </a:cubicBezTo>
                <a:cubicBezTo>
                  <a:pt x="5692770" y="6543085"/>
                  <a:pt x="5696897" y="6539895"/>
                  <a:pt x="5703248" y="6539895"/>
                </a:cubicBezTo>
                <a:cubicBezTo>
                  <a:pt x="5708963" y="6539895"/>
                  <a:pt x="5712773" y="6541809"/>
                  <a:pt x="5714360" y="6545318"/>
                </a:cubicBezTo>
                <a:cubicBezTo>
                  <a:pt x="5715630" y="6548827"/>
                  <a:pt x="5715630" y="6548827"/>
                  <a:pt x="5716901" y="6548827"/>
                </a:cubicBezTo>
                <a:cubicBezTo>
                  <a:pt x="5716901" y="6548827"/>
                  <a:pt x="5716901" y="6548827"/>
                  <a:pt x="5719123" y="6548827"/>
                </a:cubicBezTo>
                <a:cubicBezTo>
                  <a:pt x="5720393" y="6548827"/>
                  <a:pt x="5720710" y="6548508"/>
                  <a:pt x="5720710" y="6546275"/>
                </a:cubicBezTo>
                <a:lnTo>
                  <a:pt x="5721663" y="6538300"/>
                </a:lnTo>
                <a:cubicBezTo>
                  <a:pt x="5721663" y="6538300"/>
                  <a:pt x="5721663" y="6538300"/>
                  <a:pt x="5721663" y="6537981"/>
                </a:cubicBezTo>
                <a:cubicBezTo>
                  <a:pt x="5721663" y="6536386"/>
                  <a:pt x="5721027" y="6535748"/>
                  <a:pt x="5719123" y="6534791"/>
                </a:cubicBezTo>
                <a:cubicBezTo>
                  <a:pt x="5715947" y="6533515"/>
                  <a:pt x="5710550" y="6532558"/>
                  <a:pt x="5705788" y="6532558"/>
                </a:cubicBezTo>
                <a:close/>
                <a:moveTo>
                  <a:pt x="5638758" y="6532558"/>
                </a:moveTo>
                <a:cubicBezTo>
                  <a:pt x="5638436" y="6532558"/>
                  <a:pt x="5638114" y="6532558"/>
                  <a:pt x="5637794" y="6532877"/>
                </a:cubicBezTo>
                <a:cubicBezTo>
                  <a:pt x="5637794" y="6532877"/>
                  <a:pt x="5637794" y="6532877"/>
                  <a:pt x="5636508" y="6532877"/>
                </a:cubicBezTo>
                <a:cubicBezTo>
                  <a:pt x="5636508" y="6532877"/>
                  <a:pt x="5636508" y="6532877"/>
                  <a:pt x="5617231" y="6535748"/>
                </a:cubicBezTo>
                <a:cubicBezTo>
                  <a:pt x="5615304" y="6536067"/>
                  <a:pt x="5614983" y="6536386"/>
                  <a:pt x="5614983" y="6538301"/>
                </a:cubicBezTo>
                <a:lnTo>
                  <a:pt x="5614983" y="6540853"/>
                </a:lnTo>
                <a:cubicBezTo>
                  <a:pt x="5614983" y="6542129"/>
                  <a:pt x="5615304" y="6542448"/>
                  <a:pt x="5618196" y="6542448"/>
                </a:cubicBezTo>
                <a:cubicBezTo>
                  <a:pt x="5622371" y="6542767"/>
                  <a:pt x="5624300" y="6543724"/>
                  <a:pt x="5625585" y="6547233"/>
                </a:cubicBezTo>
                <a:cubicBezTo>
                  <a:pt x="5626870" y="6550742"/>
                  <a:pt x="5627833" y="6558399"/>
                  <a:pt x="5627833" y="6565098"/>
                </a:cubicBezTo>
                <a:cubicBezTo>
                  <a:pt x="5627833" y="6565098"/>
                  <a:pt x="5627833" y="6565098"/>
                  <a:pt x="5627833" y="6569245"/>
                </a:cubicBezTo>
                <a:cubicBezTo>
                  <a:pt x="5627833" y="6578178"/>
                  <a:pt x="5627833" y="6584239"/>
                  <a:pt x="5627512" y="6587430"/>
                </a:cubicBezTo>
                <a:cubicBezTo>
                  <a:pt x="5627191" y="6590301"/>
                  <a:pt x="5626548" y="6590939"/>
                  <a:pt x="5622693" y="6592534"/>
                </a:cubicBezTo>
                <a:cubicBezTo>
                  <a:pt x="5618516" y="6593810"/>
                  <a:pt x="5618516" y="6593810"/>
                  <a:pt x="5618516" y="6595405"/>
                </a:cubicBezTo>
                <a:cubicBezTo>
                  <a:pt x="5618516" y="6595405"/>
                  <a:pt x="5618516" y="6595405"/>
                  <a:pt x="5618516" y="6597638"/>
                </a:cubicBezTo>
                <a:cubicBezTo>
                  <a:pt x="5618516" y="6598914"/>
                  <a:pt x="5618838" y="6599233"/>
                  <a:pt x="5620123" y="6599233"/>
                </a:cubicBezTo>
                <a:cubicBezTo>
                  <a:pt x="5620123" y="6599233"/>
                  <a:pt x="5620123" y="6599233"/>
                  <a:pt x="5620765" y="6599233"/>
                </a:cubicBezTo>
                <a:cubicBezTo>
                  <a:pt x="5624300" y="6599233"/>
                  <a:pt x="5630404" y="6598914"/>
                  <a:pt x="5634581" y="6598914"/>
                </a:cubicBezTo>
                <a:cubicBezTo>
                  <a:pt x="5639721" y="6598914"/>
                  <a:pt x="5650323" y="6599233"/>
                  <a:pt x="5654178" y="6599233"/>
                </a:cubicBezTo>
                <a:cubicBezTo>
                  <a:pt x="5654178" y="6599233"/>
                  <a:pt x="5654178" y="6599233"/>
                  <a:pt x="5654821" y="6599233"/>
                </a:cubicBezTo>
                <a:cubicBezTo>
                  <a:pt x="5655785" y="6599233"/>
                  <a:pt x="5656427" y="6598595"/>
                  <a:pt x="5656427" y="6597319"/>
                </a:cubicBezTo>
                <a:cubicBezTo>
                  <a:pt x="5656427" y="6597319"/>
                  <a:pt x="5656427" y="6597319"/>
                  <a:pt x="5656427" y="6595405"/>
                </a:cubicBezTo>
                <a:cubicBezTo>
                  <a:pt x="5656427" y="6593491"/>
                  <a:pt x="5656427" y="6593491"/>
                  <a:pt x="5652251" y="6592534"/>
                </a:cubicBezTo>
                <a:cubicBezTo>
                  <a:pt x="5646468" y="6591258"/>
                  <a:pt x="5646468" y="6591258"/>
                  <a:pt x="5645504" y="6590939"/>
                </a:cubicBezTo>
                <a:cubicBezTo>
                  <a:pt x="5643576" y="6589982"/>
                  <a:pt x="5643255" y="6588706"/>
                  <a:pt x="5643255" y="6584239"/>
                </a:cubicBezTo>
                <a:cubicBezTo>
                  <a:pt x="5643255" y="6584239"/>
                  <a:pt x="5643255" y="6584239"/>
                  <a:pt x="5642934" y="6575945"/>
                </a:cubicBezTo>
                <a:cubicBezTo>
                  <a:pt x="5642934" y="6575945"/>
                  <a:pt x="5642934" y="6575945"/>
                  <a:pt x="5642934" y="6569883"/>
                </a:cubicBezTo>
                <a:cubicBezTo>
                  <a:pt x="5642934" y="6556804"/>
                  <a:pt x="5643576" y="6553933"/>
                  <a:pt x="5646468" y="6551061"/>
                </a:cubicBezTo>
                <a:cubicBezTo>
                  <a:pt x="5649038" y="6548828"/>
                  <a:pt x="5652894" y="6547233"/>
                  <a:pt x="5657712" y="6547233"/>
                </a:cubicBezTo>
                <a:cubicBezTo>
                  <a:pt x="5660604" y="6547233"/>
                  <a:pt x="5663496" y="6547552"/>
                  <a:pt x="5665102" y="6548190"/>
                </a:cubicBezTo>
                <a:cubicBezTo>
                  <a:pt x="5665744" y="6548190"/>
                  <a:pt x="5666066" y="6548509"/>
                  <a:pt x="5666387" y="6548509"/>
                </a:cubicBezTo>
                <a:cubicBezTo>
                  <a:pt x="5667352" y="6548509"/>
                  <a:pt x="5667994" y="6547552"/>
                  <a:pt x="5668315" y="6545000"/>
                </a:cubicBezTo>
                <a:cubicBezTo>
                  <a:pt x="5668315" y="6545000"/>
                  <a:pt x="5668315" y="6545000"/>
                  <a:pt x="5668636" y="6535748"/>
                </a:cubicBezTo>
                <a:cubicBezTo>
                  <a:pt x="5668636" y="6535748"/>
                  <a:pt x="5668636" y="6535748"/>
                  <a:pt x="5668636" y="6535429"/>
                </a:cubicBezTo>
                <a:cubicBezTo>
                  <a:pt x="5668958" y="6533515"/>
                  <a:pt x="5667352" y="6532558"/>
                  <a:pt x="5664138" y="6532558"/>
                </a:cubicBezTo>
                <a:cubicBezTo>
                  <a:pt x="5661567" y="6532558"/>
                  <a:pt x="5659640" y="6532877"/>
                  <a:pt x="5657712" y="6533515"/>
                </a:cubicBezTo>
                <a:cubicBezTo>
                  <a:pt x="5653858" y="6534153"/>
                  <a:pt x="5652571" y="6535110"/>
                  <a:pt x="5649038" y="6539258"/>
                </a:cubicBezTo>
                <a:cubicBezTo>
                  <a:pt x="5645825" y="6543086"/>
                  <a:pt x="5645825" y="6543086"/>
                  <a:pt x="5643898" y="6545319"/>
                </a:cubicBezTo>
                <a:cubicBezTo>
                  <a:pt x="5642934" y="6546276"/>
                  <a:pt x="5641649" y="6547233"/>
                  <a:pt x="5641327" y="6547233"/>
                </a:cubicBezTo>
                <a:cubicBezTo>
                  <a:pt x="5640364" y="6547233"/>
                  <a:pt x="5640042" y="6546276"/>
                  <a:pt x="5640042" y="6540853"/>
                </a:cubicBezTo>
                <a:cubicBezTo>
                  <a:pt x="5640042" y="6540853"/>
                  <a:pt x="5640042" y="6540853"/>
                  <a:pt x="5640364" y="6534791"/>
                </a:cubicBezTo>
                <a:cubicBezTo>
                  <a:pt x="5640364" y="6533515"/>
                  <a:pt x="5639721" y="6532558"/>
                  <a:pt x="5638758" y="6532558"/>
                </a:cubicBezTo>
                <a:close/>
                <a:moveTo>
                  <a:pt x="5580642" y="6532558"/>
                </a:moveTo>
                <a:cubicBezTo>
                  <a:pt x="5562120" y="6532558"/>
                  <a:pt x="5548308" y="6547870"/>
                  <a:pt x="5548308" y="6568604"/>
                </a:cubicBezTo>
                <a:cubicBezTo>
                  <a:pt x="5548308" y="6587743"/>
                  <a:pt x="5561180" y="6600821"/>
                  <a:pt x="5580013" y="6600821"/>
                </a:cubicBezTo>
                <a:cubicBezTo>
                  <a:pt x="5585350" y="6600821"/>
                  <a:pt x="5591315" y="6599545"/>
                  <a:pt x="5596022" y="6597631"/>
                </a:cubicBezTo>
                <a:cubicBezTo>
                  <a:pt x="5599475" y="6596355"/>
                  <a:pt x="5601047" y="6595398"/>
                  <a:pt x="5601360" y="6594761"/>
                </a:cubicBezTo>
                <a:cubicBezTo>
                  <a:pt x="5601673" y="6593804"/>
                  <a:pt x="5602929" y="6585191"/>
                  <a:pt x="5602929" y="6582958"/>
                </a:cubicBezTo>
                <a:cubicBezTo>
                  <a:pt x="5602929" y="6582320"/>
                  <a:pt x="5602302" y="6582001"/>
                  <a:pt x="5601987" y="6582001"/>
                </a:cubicBezTo>
                <a:cubicBezTo>
                  <a:pt x="5601987" y="6582001"/>
                  <a:pt x="5601673" y="6582001"/>
                  <a:pt x="5601360" y="6582320"/>
                </a:cubicBezTo>
                <a:cubicBezTo>
                  <a:pt x="5597278" y="6585829"/>
                  <a:pt x="5588174" y="6589019"/>
                  <a:pt x="5581583" y="6589019"/>
                </a:cubicBezTo>
                <a:cubicBezTo>
                  <a:pt x="5570596" y="6589019"/>
                  <a:pt x="5562748" y="6579449"/>
                  <a:pt x="5562748" y="6566690"/>
                </a:cubicBezTo>
                <a:cubicBezTo>
                  <a:pt x="5562748" y="6562224"/>
                  <a:pt x="5563062" y="6561905"/>
                  <a:pt x="5567770" y="6561905"/>
                </a:cubicBezTo>
                <a:lnTo>
                  <a:pt x="5597592" y="6561905"/>
                </a:lnTo>
                <a:cubicBezTo>
                  <a:pt x="5602616" y="6561905"/>
                  <a:pt x="5603870" y="6560629"/>
                  <a:pt x="5603870" y="6557120"/>
                </a:cubicBezTo>
                <a:cubicBezTo>
                  <a:pt x="5603870" y="6541490"/>
                  <a:pt x="5595709" y="6532558"/>
                  <a:pt x="5580642" y="6532558"/>
                </a:cubicBezTo>
                <a:close/>
                <a:moveTo>
                  <a:pt x="5480669" y="6532558"/>
                </a:moveTo>
                <a:cubicBezTo>
                  <a:pt x="5479091" y="6532558"/>
                  <a:pt x="5478458" y="6532874"/>
                  <a:pt x="5478458" y="6534138"/>
                </a:cubicBezTo>
                <a:cubicBezTo>
                  <a:pt x="5478458" y="6534138"/>
                  <a:pt x="5478458" y="6534138"/>
                  <a:pt x="5478458" y="6536666"/>
                </a:cubicBezTo>
                <a:cubicBezTo>
                  <a:pt x="5478458" y="6537614"/>
                  <a:pt x="5478775" y="6538562"/>
                  <a:pt x="5479722" y="6538878"/>
                </a:cubicBezTo>
                <a:cubicBezTo>
                  <a:pt x="5482566" y="6539826"/>
                  <a:pt x="5482882" y="6539826"/>
                  <a:pt x="5483831" y="6542038"/>
                </a:cubicBezTo>
                <a:cubicBezTo>
                  <a:pt x="5486042" y="6547410"/>
                  <a:pt x="5488570" y="6554046"/>
                  <a:pt x="5494572" y="6571110"/>
                </a:cubicBezTo>
                <a:cubicBezTo>
                  <a:pt x="5500576" y="6587541"/>
                  <a:pt x="5501839" y="6590385"/>
                  <a:pt x="5503420" y="6594809"/>
                </a:cubicBezTo>
                <a:cubicBezTo>
                  <a:pt x="5504998" y="6599233"/>
                  <a:pt x="5504998" y="6599233"/>
                  <a:pt x="5506262" y="6599233"/>
                </a:cubicBezTo>
                <a:cubicBezTo>
                  <a:pt x="5506578" y="6599233"/>
                  <a:pt x="5507211" y="6599233"/>
                  <a:pt x="5507842" y="6599233"/>
                </a:cubicBezTo>
                <a:cubicBezTo>
                  <a:pt x="5512266" y="6598285"/>
                  <a:pt x="5512582" y="6598285"/>
                  <a:pt x="5513845" y="6598285"/>
                </a:cubicBezTo>
                <a:cubicBezTo>
                  <a:pt x="5515426" y="6597969"/>
                  <a:pt x="5516057" y="6597653"/>
                  <a:pt x="5516373" y="6597021"/>
                </a:cubicBezTo>
                <a:cubicBezTo>
                  <a:pt x="5517006" y="6596073"/>
                  <a:pt x="5517006" y="6596073"/>
                  <a:pt x="5518269" y="6592913"/>
                </a:cubicBezTo>
                <a:cubicBezTo>
                  <a:pt x="5518900" y="6590385"/>
                  <a:pt x="5519849" y="6588173"/>
                  <a:pt x="5523957" y="6577746"/>
                </a:cubicBezTo>
                <a:cubicBezTo>
                  <a:pt x="5535015" y="6550570"/>
                  <a:pt x="5535015" y="6550570"/>
                  <a:pt x="5536595" y="6546778"/>
                </a:cubicBezTo>
                <a:cubicBezTo>
                  <a:pt x="5538808" y="6541090"/>
                  <a:pt x="5539438" y="6539826"/>
                  <a:pt x="5541019" y="6539194"/>
                </a:cubicBezTo>
                <a:cubicBezTo>
                  <a:pt x="5543547" y="6538562"/>
                  <a:pt x="5543547" y="6538562"/>
                  <a:pt x="5543547" y="6536666"/>
                </a:cubicBezTo>
                <a:lnTo>
                  <a:pt x="5543547" y="6534138"/>
                </a:lnTo>
                <a:cubicBezTo>
                  <a:pt x="5543547" y="6532874"/>
                  <a:pt x="5543230" y="6532558"/>
                  <a:pt x="5542282" y="6532558"/>
                </a:cubicBezTo>
                <a:cubicBezTo>
                  <a:pt x="5542282" y="6532558"/>
                  <a:pt x="5542282" y="6532558"/>
                  <a:pt x="5541019" y="6532558"/>
                </a:cubicBezTo>
                <a:cubicBezTo>
                  <a:pt x="5538174" y="6532874"/>
                  <a:pt x="5535331" y="6532874"/>
                  <a:pt x="5533119" y="6532874"/>
                </a:cubicBezTo>
                <a:cubicBezTo>
                  <a:pt x="5530277" y="6532874"/>
                  <a:pt x="5525222" y="6532874"/>
                  <a:pt x="5523640" y="6532874"/>
                </a:cubicBezTo>
                <a:cubicBezTo>
                  <a:pt x="5523010" y="6532558"/>
                  <a:pt x="5522692" y="6532558"/>
                  <a:pt x="5522060" y="6532558"/>
                </a:cubicBezTo>
                <a:cubicBezTo>
                  <a:pt x="5521113" y="6532558"/>
                  <a:pt x="5520482" y="6533190"/>
                  <a:pt x="5520482" y="6534138"/>
                </a:cubicBezTo>
                <a:cubicBezTo>
                  <a:pt x="5520482" y="6534138"/>
                  <a:pt x="5520482" y="6534138"/>
                  <a:pt x="5520482" y="6536666"/>
                </a:cubicBezTo>
                <a:cubicBezTo>
                  <a:pt x="5520482" y="6537930"/>
                  <a:pt x="5521113" y="6538246"/>
                  <a:pt x="5522692" y="6538562"/>
                </a:cubicBezTo>
                <a:cubicBezTo>
                  <a:pt x="5525852" y="6539194"/>
                  <a:pt x="5527748" y="6540774"/>
                  <a:pt x="5527748" y="6542354"/>
                </a:cubicBezTo>
                <a:cubicBezTo>
                  <a:pt x="5527748" y="6543618"/>
                  <a:pt x="5526800" y="6547410"/>
                  <a:pt x="5522692" y="6558786"/>
                </a:cubicBezTo>
                <a:cubicBezTo>
                  <a:pt x="5522692" y="6558786"/>
                  <a:pt x="5522692" y="6558786"/>
                  <a:pt x="5518900" y="6568898"/>
                </a:cubicBezTo>
                <a:cubicBezTo>
                  <a:pt x="5518269" y="6572058"/>
                  <a:pt x="5517321" y="6574270"/>
                  <a:pt x="5516690" y="6576482"/>
                </a:cubicBezTo>
                <a:cubicBezTo>
                  <a:pt x="5516690" y="6576482"/>
                  <a:pt x="5516690" y="6576482"/>
                  <a:pt x="5515426" y="6579958"/>
                </a:cubicBezTo>
                <a:cubicBezTo>
                  <a:pt x="5515426" y="6579958"/>
                  <a:pt x="5515426" y="6579958"/>
                  <a:pt x="5515109" y="6581854"/>
                </a:cubicBezTo>
                <a:cubicBezTo>
                  <a:pt x="5514793" y="6582801"/>
                  <a:pt x="5514793" y="6583433"/>
                  <a:pt x="5514478" y="6583433"/>
                </a:cubicBezTo>
                <a:cubicBezTo>
                  <a:pt x="5514162" y="6583433"/>
                  <a:pt x="5511634" y="6575218"/>
                  <a:pt x="5507526" y="6561946"/>
                </a:cubicBezTo>
                <a:cubicBezTo>
                  <a:pt x="5507526" y="6561946"/>
                  <a:pt x="5507526" y="6561946"/>
                  <a:pt x="5504367" y="6551518"/>
                </a:cubicBezTo>
                <a:cubicBezTo>
                  <a:pt x="5503735" y="6549622"/>
                  <a:pt x="5503104" y="6547726"/>
                  <a:pt x="5502471" y="6545514"/>
                </a:cubicBezTo>
                <a:cubicBezTo>
                  <a:pt x="5502156" y="6544566"/>
                  <a:pt x="5502156" y="6543618"/>
                  <a:pt x="5502156" y="6542986"/>
                </a:cubicBezTo>
                <a:cubicBezTo>
                  <a:pt x="5502156" y="6541090"/>
                  <a:pt x="5503420" y="6540142"/>
                  <a:pt x="5507211" y="6539194"/>
                </a:cubicBezTo>
                <a:cubicBezTo>
                  <a:pt x="5510686" y="6538246"/>
                  <a:pt x="5510686" y="6538246"/>
                  <a:pt x="5510686" y="6536666"/>
                </a:cubicBezTo>
                <a:cubicBezTo>
                  <a:pt x="5510686" y="6536666"/>
                  <a:pt x="5510686" y="6536666"/>
                  <a:pt x="5510686" y="6534138"/>
                </a:cubicBezTo>
                <a:cubicBezTo>
                  <a:pt x="5510686" y="6532874"/>
                  <a:pt x="5510371" y="6532558"/>
                  <a:pt x="5509106" y="6532558"/>
                </a:cubicBezTo>
                <a:cubicBezTo>
                  <a:pt x="5509106" y="6532558"/>
                  <a:pt x="5509106" y="6532558"/>
                  <a:pt x="5507526" y="6532558"/>
                </a:cubicBezTo>
                <a:cubicBezTo>
                  <a:pt x="5503735" y="6532874"/>
                  <a:pt x="5499944" y="6532874"/>
                  <a:pt x="5493624" y="6532874"/>
                </a:cubicBezTo>
                <a:cubicBezTo>
                  <a:pt x="5490781" y="6532874"/>
                  <a:pt x="5488253" y="6532874"/>
                  <a:pt x="5486989" y="6532874"/>
                </a:cubicBezTo>
                <a:cubicBezTo>
                  <a:pt x="5480986" y="6532558"/>
                  <a:pt x="5480986" y="6532558"/>
                  <a:pt x="5480669" y="6532558"/>
                </a:cubicBezTo>
                <a:close/>
                <a:moveTo>
                  <a:pt x="5463439" y="6532558"/>
                </a:moveTo>
                <a:cubicBezTo>
                  <a:pt x="5463117" y="6532558"/>
                  <a:pt x="5462797" y="6532558"/>
                  <a:pt x="5462477" y="6532877"/>
                </a:cubicBezTo>
                <a:cubicBezTo>
                  <a:pt x="5462477" y="6532877"/>
                  <a:pt x="5462477" y="6532877"/>
                  <a:pt x="5461194" y="6532877"/>
                </a:cubicBezTo>
                <a:cubicBezTo>
                  <a:pt x="5461194" y="6532877"/>
                  <a:pt x="5461194" y="6532877"/>
                  <a:pt x="5442603" y="6534791"/>
                </a:cubicBezTo>
                <a:cubicBezTo>
                  <a:pt x="5440679" y="6535110"/>
                  <a:pt x="5440359" y="6535429"/>
                  <a:pt x="5440359" y="6536705"/>
                </a:cubicBezTo>
                <a:cubicBezTo>
                  <a:pt x="5440359" y="6536705"/>
                  <a:pt x="5440359" y="6536705"/>
                  <a:pt x="5440359" y="6539258"/>
                </a:cubicBezTo>
                <a:cubicBezTo>
                  <a:pt x="5440359" y="6540534"/>
                  <a:pt x="5440999" y="6540853"/>
                  <a:pt x="5444205" y="6541172"/>
                </a:cubicBezTo>
                <a:cubicBezTo>
                  <a:pt x="5449334" y="6541810"/>
                  <a:pt x="5449654" y="6542767"/>
                  <a:pt x="5449654" y="6558399"/>
                </a:cubicBezTo>
                <a:lnTo>
                  <a:pt x="5449654" y="6569245"/>
                </a:lnTo>
                <a:cubicBezTo>
                  <a:pt x="5449654" y="6578178"/>
                  <a:pt x="5449654" y="6584239"/>
                  <a:pt x="5449334" y="6587430"/>
                </a:cubicBezTo>
                <a:cubicBezTo>
                  <a:pt x="5449334" y="6590301"/>
                  <a:pt x="5448373" y="6590939"/>
                  <a:pt x="5444526" y="6592534"/>
                </a:cubicBezTo>
                <a:cubicBezTo>
                  <a:pt x="5440359" y="6593810"/>
                  <a:pt x="5440359" y="6593810"/>
                  <a:pt x="5440359" y="6595405"/>
                </a:cubicBezTo>
                <a:cubicBezTo>
                  <a:pt x="5440359" y="6595405"/>
                  <a:pt x="5440359" y="6595405"/>
                  <a:pt x="5440359" y="6597638"/>
                </a:cubicBezTo>
                <a:cubicBezTo>
                  <a:pt x="5440359" y="6598914"/>
                  <a:pt x="5440679" y="6599233"/>
                  <a:pt x="5441961" y="6599233"/>
                </a:cubicBezTo>
                <a:cubicBezTo>
                  <a:pt x="5441961" y="6599233"/>
                  <a:pt x="5441961" y="6599233"/>
                  <a:pt x="5442923" y="6599233"/>
                </a:cubicBezTo>
                <a:cubicBezTo>
                  <a:pt x="5446128" y="6599233"/>
                  <a:pt x="5452220" y="6598914"/>
                  <a:pt x="5457348" y="6598914"/>
                </a:cubicBezTo>
                <a:cubicBezTo>
                  <a:pt x="5462157" y="6598914"/>
                  <a:pt x="5468247" y="6599233"/>
                  <a:pt x="5471452" y="6599233"/>
                </a:cubicBezTo>
                <a:cubicBezTo>
                  <a:pt x="5471452" y="6599233"/>
                  <a:pt x="5471452" y="6599233"/>
                  <a:pt x="5472414" y="6599233"/>
                </a:cubicBezTo>
                <a:cubicBezTo>
                  <a:pt x="5473376" y="6599233"/>
                  <a:pt x="5473697" y="6598914"/>
                  <a:pt x="5473697" y="6597638"/>
                </a:cubicBezTo>
                <a:cubicBezTo>
                  <a:pt x="5473697" y="6597638"/>
                  <a:pt x="5473697" y="6597638"/>
                  <a:pt x="5473697" y="6595405"/>
                </a:cubicBezTo>
                <a:cubicBezTo>
                  <a:pt x="5473697" y="6593810"/>
                  <a:pt x="5473697" y="6593491"/>
                  <a:pt x="5469850" y="6592534"/>
                </a:cubicBezTo>
                <a:cubicBezTo>
                  <a:pt x="5466002" y="6591258"/>
                  <a:pt x="5465362" y="6590301"/>
                  <a:pt x="5465042" y="6587430"/>
                </a:cubicBezTo>
                <a:cubicBezTo>
                  <a:pt x="5464721" y="6584239"/>
                  <a:pt x="5464721" y="6577221"/>
                  <a:pt x="5464721" y="6569245"/>
                </a:cubicBezTo>
                <a:cubicBezTo>
                  <a:pt x="5464721" y="6569245"/>
                  <a:pt x="5464721" y="6569245"/>
                  <a:pt x="5464721" y="6562865"/>
                </a:cubicBezTo>
                <a:cubicBezTo>
                  <a:pt x="5464721" y="6555528"/>
                  <a:pt x="5464721" y="6542448"/>
                  <a:pt x="5465042" y="6540215"/>
                </a:cubicBezTo>
                <a:cubicBezTo>
                  <a:pt x="5465042" y="6535429"/>
                  <a:pt x="5465042" y="6535429"/>
                  <a:pt x="5465042" y="6535110"/>
                </a:cubicBezTo>
                <a:cubicBezTo>
                  <a:pt x="5465042" y="6533515"/>
                  <a:pt x="5464721" y="6532558"/>
                  <a:pt x="5463439" y="6532558"/>
                </a:cubicBezTo>
                <a:close/>
                <a:moveTo>
                  <a:pt x="5375310" y="6532558"/>
                </a:moveTo>
                <a:cubicBezTo>
                  <a:pt x="5374996" y="6532558"/>
                  <a:pt x="5374056" y="6532877"/>
                  <a:pt x="5373115" y="6532877"/>
                </a:cubicBezTo>
                <a:cubicBezTo>
                  <a:pt x="5373115" y="6532877"/>
                  <a:pt x="5373115" y="6532877"/>
                  <a:pt x="5354928" y="6535110"/>
                </a:cubicBezTo>
                <a:cubicBezTo>
                  <a:pt x="5353046" y="6535429"/>
                  <a:pt x="5353046" y="6535748"/>
                  <a:pt x="5353046" y="6537663"/>
                </a:cubicBezTo>
                <a:lnTo>
                  <a:pt x="5353046" y="6540534"/>
                </a:lnTo>
                <a:cubicBezTo>
                  <a:pt x="5353046" y="6541491"/>
                  <a:pt x="5353674" y="6541810"/>
                  <a:pt x="5356496" y="6542129"/>
                </a:cubicBezTo>
                <a:cubicBezTo>
                  <a:pt x="5360573" y="6542448"/>
                  <a:pt x="5361827" y="6543086"/>
                  <a:pt x="5362453" y="6545638"/>
                </a:cubicBezTo>
                <a:cubicBezTo>
                  <a:pt x="5363394" y="6547871"/>
                  <a:pt x="5364021" y="6558080"/>
                  <a:pt x="5364021" y="6564779"/>
                </a:cubicBezTo>
                <a:cubicBezTo>
                  <a:pt x="5364021" y="6564779"/>
                  <a:pt x="5364021" y="6564779"/>
                  <a:pt x="5364021" y="6569245"/>
                </a:cubicBezTo>
                <a:cubicBezTo>
                  <a:pt x="5364021" y="6577540"/>
                  <a:pt x="5364021" y="6584877"/>
                  <a:pt x="5363707" y="6587430"/>
                </a:cubicBezTo>
                <a:cubicBezTo>
                  <a:pt x="5363707" y="6590301"/>
                  <a:pt x="5362768" y="6591258"/>
                  <a:pt x="5359004" y="6592534"/>
                </a:cubicBezTo>
                <a:cubicBezTo>
                  <a:pt x="5355241" y="6593491"/>
                  <a:pt x="5354928" y="6593810"/>
                  <a:pt x="5354928" y="6595405"/>
                </a:cubicBezTo>
                <a:cubicBezTo>
                  <a:pt x="5354928" y="6595405"/>
                  <a:pt x="5354928" y="6595405"/>
                  <a:pt x="5354928" y="6597638"/>
                </a:cubicBezTo>
                <a:cubicBezTo>
                  <a:pt x="5354928" y="6598914"/>
                  <a:pt x="5355241" y="6599233"/>
                  <a:pt x="5356496" y="6599233"/>
                </a:cubicBezTo>
                <a:cubicBezTo>
                  <a:pt x="5356496" y="6599233"/>
                  <a:pt x="5356496" y="6599233"/>
                  <a:pt x="5357436" y="6599233"/>
                </a:cubicBezTo>
                <a:cubicBezTo>
                  <a:pt x="5360258" y="6599233"/>
                  <a:pt x="5366530" y="6598914"/>
                  <a:pt x="5371547" y="6598914"/>
                </a:cubicBezTo>
                <a:cubicBezTo>
                  <a:pt x="5376251" y="6598914"/>
                  <a:pt x="5382209" y="6599233"/>
                  <a:pt x="5385344" y="6599233"/>
                </a:cubicBezTo>
                <a:cubicBezTo>
                  <a:pt x="5385344" y="6599233"/>
                  <a:pt x="5385344" y="6599233"/>
                  <a:pt x="5386286" y="6599233"/>
                </a:cubicBezTo>
                <a:cubicBezTo>
                  <a:pt x="5387227" y="6599233"/>
                  <a:pt x="5387854" y="6598914"/>
                  <a:pt x="5387854" y="6597638"/>
                </a:cubicBezTo>
                <a:cubicBezTo>
                  <a:pt x="5387854" y="6597638"/>
                  <a:pt x="5387854" y="6597638"/>
                  <a:pt x="5387854" y="6595405"/>
                </a:cubicBezTo>
                <a:cubicBezTo>
                  <a:pt x="5387854" y="6593810"/>
                  <a:pt x="5387539" y="6593810"/>
                  <a:pt x="5383777" y="6592534"/>
                </a:cubicBezTo>
                <a:cubicBezTo>
                  <a:pt x="5380014" y="6591258"/>
                  <a:pt x="5379387" y="6590301"/>
                  <a:pt x="5379073" y="6587430"/>
                </a:cubicBezTo>
                <a:cubicBezTo>
                  <a:pt x="5379073" y="6584558"/>
                  <a:pt x="5378760" y="6577540"/>
                  <a:pt x="5378760" y="6569245"/>
                </a:cubicBezTo>
                <a:cubicBezTo>
                  <a:pt x="5378760" y="6569245"/>
                  <a:pt x="5378760" y="6569245"/>
                  <a:pt x="5378760" y="6566055"/>
                </a:cubicBezTo>
                <a:cubicBezTo>
                  <a:pt x="5378760" y="6557442"/>
                  <a:pt x="5379387" y="6554571"/>
                  <a:pt x="5381582" y="6551380"/>
                </a:cubicBezTo>
                <a:cubicBezTo>
                  <a:pt x="5384404" y="6547233"/>
                  <a:pt x="5389422" y="6544681"/>
                  <a:pt x="5394439" y="6544681"/>
                </a:cubicBezTo>
                <a:cubicBezTo>
                  <a:pt x="5399143" y="6544681"/>
                  <a:pt x="5402592" y="6546595"/>
                  <a:pt x="5404159" y="6550104"/>
                </a:cubicBezTo>
                <a:cubicBezTo>
                  <a:pt x="5405100" y="6552975"/>
                  <a:pt x="5405414" y="6556485"/>
                  <a:pt x="5405414" y="6565098"/>
                </a:cubicBezTo>
                <a:cubicBezTo>
                  <a:pt x="5405414" y="6565098"/>
                  <a:pt x="5405414" y="6565098"/>
                  <a:pt x="5405414" y="6569245"/>
                </a:cubicBezTo>
                <a:cubicBezTo>
                  <a:pt x="5405414" y="6577221"/>
                  <a:pt x="5405414" y="6584558"/>
                  <a:pt x="5405100" y="6587430"/>
                </a:cubicBezTo>
                <a:cubicBezTo>
                  <a:pt x="5405100" y="6590301"/>
                  <a:pt x="5404159" y="6591258"/>
                  <a:pt x="5400397" y="6592534"/>
                </a:cubicBezTo>
                <a:cubicBezTo>
                  <a:pt x="5396634" y="6593491"/>
                  <a:pt x="5396321" y="6593810"/>
                  <a:pt x="5396321" y="6595405"/>
                </a:cubicBezTo>
                <a:cubicBezTo>
                  <a:pt x="5396321" y="6595405"/>
                  <a:pt x="5396321" y="6595405"/>
                  <a:pt x="5396321" y="6597638"/>
                </a:cubicBezTo>
                <a:cubicBezTo>
                  <a:pt x="5396321" y="6598914"/>
                  <a:pt x="5396947" y="6599233"/>
                  <a:pt x="5397888" y="6599233"/>
                </a:cubicBezTo>
                <a:cubicBezTo>
                  <a:pt x="5397888" y="6599233"/>
                  <a:pt x="5397888" y="6599233"/>
                  <a:pt x="5398829" y="6599233"/>
                </a:cubicBezTo>
                <a:cubicBezTo>
                  <a:pt x="5401964" y="6599233"/>
                  <a:pt x="5407922" y="6598914"/>
                  <a:pt x="5412940" y="6598914"/>
                </a:cubicBezTo>
                <a:cubicBezTo>
                  <a:pt x="5417644" y="6598914"/>
                  <a:pt x="5423602" y="6599233"/>
                  <a:pt x="5427050" y="6599233"/>
                </a:cubicBezTo>
                <a:cubicBezTo>
                  <a:pt x="5427050" y="6599233"/>
                  <a:pt x="5427050" y="6599233"/>
                  <a:pt x="5427991" y="6599233"/>
                </a:cubicBezTo>
                <a:cubicBezTo>
                  <a:pt x="5428932" y="6599233"/>
                  <a:pt x="5429245" y="6598914"/>
                  <a:pt x="5429245" y="6597638"/>
                </a:cubicBezTo>
                <a:cubicBezTo>
                  <a:pt x="5429245" y="6597638"/>
                  <a:pt x="5429245" y="6597638"/>
                  <a:pt x="5429245" y="6595405"/>
                </a:cubicBezTo>
                <a:cubicBezTo>
                  <a:pt x="5429245" y="6593810"/>
                  <a:pt x="5429245" y="6593491"/>
                  <a:pt x="5425169" y="6592534"/>
                </a:cubicBezTo>
                <a:cubicBezTo>
                  <a:pt x="5421407" y="6591258"/>
                  <a:pt x="5420779" y="6590301"/>
                  <a:pt x="5420466" y="6587430"/>
                </a:cubicBezTo>
                <a:cubicBezTo>
                  <a:pt x="5420466" y="6584877"/>
                  <a:pt x="5420151" y="6577221"/>
                  <a:pt x="5420151" y="6569245"/>
                </a:cubicBezTo>
                <a:cubicBezTo>
                  <a:pt x="5420151" y="6569245"/>
                  <a:pt x="5420151" y="6569245"/>
                  <a:pt x="5420151" y="6565098"/>
                </a:cubicBezTo>
                <a:cubicBezTo>
                  <a:pt x="5420151" y="6545638"/>
                  <a:pt x="5420151" y="6545638"/>
                  <a:pt x="5418897" y="6542448"/>
                </a:cubicBezTo>
                <a:cubicBezTo>
                  <a:pt x="5416390" y="6536067"/>
                  <a:pt x="5409804" y="6532558"/>
                  <a:pt x="5400397" y="6532558"/>
                </a:cubicBezTo>
                <a:cubicBezTo>
                  <a:pt x="5393184" y="6532558"/>
                  <a:pt x="5390049" y="6534153"/>
                  <a:pt x="5383777" y="6540853"/>
                </a:cubicBezTo>
                <a:cubicBezTo>
                  <a:pt x="5383777" y="6540853"/>
                  <a:pt x="5383777" y="6540853"/>
                  <a:pt x="5381268" y="6543405"/>
                </a:cubicBezTo>
                <a:cubicBezTo>
                  <a:pt x="5381268" y="6543405"/>
                  <a:pt x="5381268" y="6543405"/>
                  <a:pt x="5380014" y="6545000"/>
                </a:cubicBezTo>
                <a:cubicBezTo>
                  <a:pt x="5379701" y="6545638"/>
                  <a:pt x="5379073" y="6545957"/>
                  <a:pt x="5378760" y="6545957"/>
                </a:cubicBezTo>
                <a:cubicBezTo>
                  <a:pt x="5378132" y="6545957"/>
                  <a:pt x="5377506" y="6544681"/>
                  <a:pt x="5377506" y="6543086"/>
                </a:cubicBezTo>
                <a:cubicBezTo>
                  <a:pt x="5377506" y="6542448"/>
                  <a:pt x="5377192" y="6536067"/>
                  <a:pt x="5376878" y="6535110"/>
                </a:cubicBezTo>
                <a:cubicBezTo>
                  <a:pt x="5376878" y="6533515"/>
                  <a:pt x="5376251" y="6532558"/>
                  <a:pt x="5375310" y="6532558"/>
                </a:cubicBezTo>
                <a:close/>
                <a:moveTo>
                  <a:pt x="5981693" y="6519858"/>
                </a:moveTo>
                <a:lnTo>
                  <a:pt x="5980106" y="6526208"/>
                </a:lnTo>
                <a:lnTo>
                  <a:pt x="5981693" y="6527796"/>
                </a:lnTo>
                <a:lnTo>
                  <a:pt x="5983280" y="6526208"/>
                </a:lnTo>
                <a:lnTo>
                  <a:pt x="5995980" y="6530971"/>
                </a:lnTo>
                <a:lnTo>
                  <a:pt x="5975343" y="6540496"/>
                </a:lnTo>
                <a:lnTo>
                  <a:pt x="5973755" y="6543671"/>
                </a:lnTo>
                <a:lnTo>
                  <a:pt x="5995980" y="6548434"/>
                </a:lnTo>
                <a:lnTo>
                  <a:pt x="5997568" y="6550021"/>
                </a:lnTo>
                <a:lnTo>
                  <a:pt x="5999156" y="6550021"/>
                </a:lnTo>
                <a:lnTo>
                  <a:pt x="5999156" y="6545259"/>
                </a:lnTo>
                <a:lnTo>
                  <a:pt x="5999156" y="6543671"/>
                </a:lnTo>
                <a:lnTo>
                  <a:pt x="5997568" y="6545259"/>
                </a:lnTo>
                <a:lnTo>
                  <a:pt x="5983280" y="6542084"/>
                </a:lnTo>
                <a:lnTo>
                  <a:pt x="6003918" y="6534146"/>
                </a:lnTo>
                <a:lnTo>
                  <a:pt x="6005506" y="6529383"/>
                </a:lnTo>
                <a:lnTo>
                  <a:pt x="6003918" y="6529383"/>
                </a:lnTo>
                <a:lnTo>
                  <a:pt x="6002330" y="6529383"/>
                </a:lnTo>
                <a:lnTo>
                  <a:pt x="5983280" y="6521446"/>
                </a:lnTo>
                <a:lnTo>
                  <a:pt x="5983280" y="6519858"/>
                </a:lnTo>
                <a:close/>
                <a:moveTo>
                  <a:pt x="6113455" y="6516683"/>
                </a:moveTo>
                <a:lnTo>
                  <a:pt x="6121393" y="6527796"/>
                </a:lnTo>
                <a:lnTo>
                  <a:pt x="6113455" y="6527796"/>
                </a:lnTo>
                <a:close/>
                <a:moveTo>
                  <a:pt x="6103930" y="6516683"/>
                </a:moveTo>
                <a:lnTo>
                  <a:pt x="6103930" y="6527796"/>
                </a:lnTo>
                <a:lnTo>
                  <a:pt x="6095992" y="6527796"/>
                </a:lnTo>
                <a:close/>
                <a:moveTo>
                  <a:pt x="4716822" y="6515097"/>
                </a:moveTo>
                <a:cubicBezTo>
                  <a:pt x="4721967" y="6515097"/>
                  <a:pt x="4725503" y="6515412"/>
                  <a:pt x="4728076" y="6516040"/>
                </a:cubicBezTo>
                <a:cubicBezTo>
                  <a:pt x="4734507" y="6517612"/>
                  <a:pt x="4738685" y="6523271"/>
                  <a:pt x="4738685" y="6530501"/>
                </a:cubicBezTo>
                <a:cubicBezTo>
                  <a:pt x="4738685" y="6535530"/>
                  <a:pt x="4736437" y="6540560"/>
                  <a:pt x="4732898" y="6543389"/>
                </a:cubicBezTo>
                <a:cubicBezTo>
                  <a:pt x="4729683" y="6545904"/>
                  <a:pt x="4724858" y="6546847"/>
                  <a:pt x="4716180" y="6546847"/>
                </a:cubicBezTo>
                <a:cubicBezTo>
                  <a:pt x="4713927" y="6546847"/>
                  <a:pt x="4713285" y="6546533"/>
                  <a:pt x="4713607" y="6543704"/>
                </a:cubicBezTo>
                <a:cubicBezTo>
                  <a:pt x="4713607" y="6543704"/>
                  <a:pt x="4713607" y="6543704"/>
                  <a:pt x="4713285" y="6540246"/>
                </a:cubicBezTo>
                <a:cubicBezTo>
                  <a:pt x="4713285" y="6540246"/>
                  <a:pt x="4713285" y="6540246"/>
                  <a:pt x="4713285" y="6535530"/>
                </a:cubicBezTo>
                <a:cubicBezTo>
                  <a:pt x="4713285" y="6535530"/>
                  <a:pt x="4713285" y="6535530"/>
                  <a:pt x="4713607" y="6519813"/>
                </a:cubicBezTo>
                <a:lnTo>
                  <a:pt x="4713607" y="6517298"/>
                </a:lnTo>
                <a:cubicBezTo>
                  <a:pt x="4713607" y="6515412"/>
                  <a:pt x="4713927" y="6515097"/>
                  <a:pt x="4716822" y="6515097"/>
                </a:cubicBezTo>
                <a:close/>
                <a:moveTo>
                  <a:pt x="6214308" y="6515096"/>
                </a:moveTo>
                <a:cubicBezTo>
                  <a:pt x="6220129" y="6513508"/>
                  <a:pt x="6223895" y="6518906"/>
                  <a:pt x="6224580" y="6523033"/>
                </a:cubicBezTo>
                <a:lnTo>
                  <a:pt x="6211226" y="6529383"/>
                </a:lnTo>
                <a:cubicBezTo>
                  <a:pt x="6208829" y="6524303"/>
                  <a:pt x="6207117" y="6516683"/>
                  <a:pt x="6214308" y="6515096"/>
                </a:cubicBezTo>
                <a:close/>
                <a:moveTo>
                  <a:pt x="6121392" y="6513508"/>
                </a:moveTo>
                <a:lnTo>
                  <a:pt x="6153142" y="6527796"/>
                </a:lnTo>
                <a:lnTo>
                  <a:pt x="6132505" y="6527796"/>
                </a:lnTo>
                <a:close/>
                <a:moveTo>
                  <a:pt x="6094405" y="6513508"/>
                </a:moveTo>
                <a:lnTo>
                  <a:pt x="6084881" y="6527796"/>
                </a:lnTo>
                <a:lnTo>
                  <a:pt x="6062656" y="6527796"/>
                </a:lnTo>
                <a:close/>
                <a:moveTo>
                  <a:pt x="5802498" y="6508746"/>
                </a:moveTo>
                <a:cubicBezTo>
                  <a:pt x="5802174" y="6508746"/>
                  <a:pt x="5802174" y="6508746"/>
                  <a:pt x="5799587" y="6509699"/>
                </a:cubicBezTo>
                <a:cubicBezTo>
                  <a:pt x="5799587" y="6509699"/>
                  <a:pt x="5799587" y="6509699"/>
                  <a:pt x="5791174" y="6512874"/>
                </a:cubicBezTo>
                <a:cubicBezTo>
                  <a:pt x="5788262" y="6513826"/>
                  <a:pt x="5787614" y="6514779"/>
                  <a:pt x="5787614" y="6517636"/>
                </a:cubicBezTo>
                <a:cubicBezTo>
                  <a:pt x="5787614" y="6519224"/>
                  <a:pt x="5787614" y="6521129"/>
                  <a:pt x="5787614" y="6523351"/>
                </a:cubicBezTo>
                <a:cubicBezTo>
                  <a:pt x="5787938" y="6527161"/>
                  <a:pt x="5788262" y="6531289"/>
                  <a:pt x="5788262" y="6531924"/>
                </a:cubicBezTo>
                <a:cubicBezTo>
                  <a:pt x="5788262" y="6533829"/>
                  <a:pt x="5787290" y="6534781"/>
                  <a:pt x="5784703" y="6534781"/>
                </a:cubicBezTo>
                <a:cubicBezTo>
                  <a:pt x="5784379" y="6534781"/>
                  <a:pt x="5783731" y="6534781"/>
                  <a:pt x="5783085" y="6534464"/>
                </a:cubicBezTo>
                <a:cubicBezTo>
                  <a:pt x="5781790" y="6534464"/>
                  <a:pt x="5780495" y="6534464"/>
                  <a:pt x="5780172" y="6534464"/>
                </a:cubicBezTo>
                <a:cubicBezTo>
                  <a:pt x="5778877" y="6534464"/>
                  <a:pt x="5778554" y="6534464"/>
                  <a:pt x="5777584" y="6537639"/>
                </a:cubicBezTo>
                <a:cubicBezTo>
                  <a:pt x="5777584" y="6537639"/>
                  <a:pt x="5777584" y="6537639"/>
                  <a:pt x="5775966" y="6541766"/>
                </a:cubicBezTo>
                <a:cubicBezTo>
                  <a:pt x="5775318" y="6542719"/>
                  <a:pt x="5775318" y="6543354"/>
                  <a:pt x="5775318" y="6543671"/>
                </a:cubicBezTo>
                <a:cubicBezTo>
                  <a:pt x="5775318" y="6543989"/>
                  <a:pt x="5775966" y="6544306"/>
                  <a:pt x="5776613" y="6544306"/>
                </a:cubicBezTo>
                <a:cubicBezTo>
                  <a:pt x="5776936" y="6544306"/>
                  <a:pt x="5777584" y="6544306"/>
                  <a:pt x="5778554" y="6544306"/>
                </a:cubicBezTo>
                <a:cubicBezTo>
                  <a:pt x="5778554" y="6544306"/>
                  <a:pt x="5778554" y="6544306"/>
                  <a:pt x="5782113" y="6544306"/>
                </a:cubicBezTo>
                <a:cubicBezTo>
                  <a:pt x="5784055" y="6543989"/>
                  <a:pt x="5784055" y="6543989"/>
                  <a:pt x="5784379" y="6543989"/>
                </a:cubicBezTo>
                <a:cubicBezTo>
                  <a:pt x="5787614" y="6543989"/>
                  <a:pt x="5787614" y="6544306"/>
                  <a:pt x="5787614" y="6551926"/>
                </a:cubicBezTo>
                <a:lnTo>
                  <a:pt x="5787614" y="6569706"/>
                </a:lnTo>
                <a:cubicBezTo>
                  <a:pt x="5787614" y="6571611"/>
                  <a:pt x="5787614" y="6574151"/>
                  <a:pt x="5787614" y="6577326"/>
                </a:cubicBezTo>
                <a:cubicBezTo>
                  <a:pt x="5787614" y="6577326"/>
                  <a:pt x="5787614" y="6577326"/>
                  <a:pt x="5787290" y="6584946"/>
                </a:cubicBezTo>
                <a:cubicBezTo>
                  <a:pt x="5787290" y="6596376"/>
                  <a:pt x="5793116" y="6600821"/>
                  <a:pt x="5808000" y="6600821"/>
                </a:cubicBezTo>
                <a:cubicBezTo>
                  <a:pt x="5814146" y="6600821"/>
                  <a:pt x="5823208" y="6599234"/>
                  <a:pt x="5824500" y="6597646"/>
                </a:cubicBezTo>
                <a:cubicBezTo>
                  <a:pt x="5824825" y="6597329"/>
                  <a:pt x="5825795" y="6590979"/>
                  <a:pt x="5825795" y="6589074"/>
                </a:cubicBezTo>
                <a:cubicBezTo>
                  <a:pt x="5825795" y="6588439"/>
                  <a:pt x="5825795" y="6588121"/>
                  <a:pt x="5825148" y="6588121"/>
                </a:cubicBezTo>
                <a:cubicBezTo>
                  <a:pt x="5824825" y="6588121"/>
                  <a:pt x="5824177" y="6588121"/>
                  <a:pt x="5823208" y="6588439"/>
                </a:cubicBezTo>
                <a:cubicBezTo>
                  <a:pt x="5818354" y="6589709"/>
                  <a:pt x="5815117" y="6590026"/>
                  <a:pt x="5812205" y="6590026"/>
                </a:cubicBezTo>
                <a:cubicBezTo>
                  <a:pt x="5808324" y="6590026"/>
                  <a:pt x="5805734" y="6588756"/>
                  <a:pt x="5804439" y="6586216"/>
                </a:cubicBezTo>
                <a:cubicBezTo>
                  <a:pt x="5803147" y="6583676"/>
                  <a:pt x="5802821" y="6580501"/>
                  <a:pt x="5802821" y="6569706"/>
                </a:cubicBezTo>
                <a:cubicBezTo>
                  <a:pt x="5802821" y="6569706"/>
                  <a:pt x="5802821" y="6569706"/>
                  <a:pt x="5802821" y="6549386"/>
                </a:cubicBezTo>
                <a:cubicBezTo>
                  <a:pt x="5802821" y="6543671"/>
                  <a:pt x="5802821" y="6543671"/>
                  <a:pt x="5807028" y="6543671"/>
                </a:cubicBezTo>
                <a:cubicBezTo>
                  <a:pt x="5808324" y="6543671"/>
                  <a:pt x="5809293" y="6543671"/>
                  <a:pt x="5812205" y="6543989"/>
                </a:cubicBezTo>
                <a:cubicBezTo>
                  <a:pt x="5814470" y="6543989"/>
                  <a:pt x="5816088" y="6543989"/>
                  <a:pt x="5817058" y="6543989"/>
                </a:cubicBezTo>
                <a:cubicBezTo>
                  <a:pt x="5820618" y="6544306"/>
                  <a:pt x="5820618" y="6544306"/>
                  <a:pt x="5820941" y="6544306"/>
                </a:cubicBezTo>
                <a:cubicBezTo>
                  <a:pt x="5823208" y="6544306"/>
                  <a:pt x="5823853" y="6543989"/>
                  <a:pt x="5824500" y="6541131"/>
                </a:cubicBezTo>
                <a:cubicBezTo>
                  <a:pt x="5825795" y="6537004"/>
                  <a:pt x="5826118" y="6535734"/>
                  <a:pt x="5826118" y="6535099"/>
                </a:cubicBezTo>
                <a:cubicBezTo>
                  <a:pt x="5826118" y="6534464"/>
                  <a:pt x="5825795" y="6533829"/>
                  <a:pt x="5825148" y="6533829"/>
                </a:cubicBezTo>
                <a:cubicBezTo>
                  <a:pt x="5825148" y="6533829"/>
                  <a:pt x="5825148" y="6533829"/>
                  <a:pt x="5824500" y="6533829"/>
                </a:cubicBezTo>
                <a:cubicBezTo>
                  <a:pt x="5822235" y="6534146"/>
                  <a:pt x="5820618" y="6534464"/>
                  <a:pt x="5817382" y="6534464"/>
                </a:cubicBezTo>
                <a:cubicBezTo>
                  <a:pt x="5817382" y="6534464"/>
                  <a:pt x="5817382" y="6534464"/>
                  <a:pt x="5806706" y="6534464"/>
                </a:cubicBezTo>
                <a:cubicBezTo>
                  <a:pt x="5802821" y="6534464"/>
                  <a:pt x="5802174" y="6533829"/>
                  <a:pt x="5802174" y="6531606"/>
                </a:cubicBezTo>
                <a:cubicBezTo>
                  <a:pt x="5802174" y="6529066"/>
                  <a:pt x="5803147" y="6517954"/>
                  <a:pt x="5803469" y="6514779"/>
                </a:cubicBezTo>
                <a:cubicBezTo>
                  <a:pt x="5803792" y="6513191"/>
                  <a:pt x="5803792" y="6511604"/>
                  <a:pt x="5803792" y="6510969"/>
                </a:cubicBezTo>
                <a:cubicBezTo>
                  <a:pt x="5803792" y="6509699"/>
                  <a:pt x="5803469" y="6508746"/>
                  <a:pt x="5802498" y="6508746"/>
                </a:cubicBezTo>
                <a:close/>
                <a:moveTo>
                  <a:pt x="5988043" y="6507158"/>
                </a:moveTo>
                <a:lnTo>
                  <a:pt x="5983280" y="6516683"/>
                </a:lnTo>
                <a:lnTo>
                  <a:pt x="5984868" y="6516683"/>
                </a:lnTo>
                <a:lnTo>
                  <a:pt x="5986456" y="6515096"/>
                </a:lnTo>
                <a:lnTo>
                  <a:pt x="6005506" y="6524621"/>
                </a:lnTo>
                <a:lnTo>
                  <a:pt x="6005506" y="6526209"/>
                </a:lnTo>
                <a:lnTo>
                  <a:pt x="6007094" y="6527796"/>
                </a:lnTo>
                <a:lnTo>
                  <a:pt x="6010268" y="6519859"/>
                </a:lnTo>
                <a:lnTo>
                  <a:pt x="6008681" y="6518271"/>
                </a:lnTo>
                <a:lnTo>
                  <a:pt x="6007094" y="6519859"/>
                </a:lnTo>
                <a:lnTo>
                  <a:pt x="5989630" y="6510333"/>
                </a:lnTo>
                <a:lnTo>
                  <a:pt x="5989630" y="6508746"/>
                </a:lnTo>
                <a:close/>
                <a:moveTo>
                  <a:pt x="4689454" y="6505572"/>
                </a:moveTo>
                <a:cubicBezTo>
                  <a:pt x="4688199" y="6505572"/>
                  <a:pt x="4687884" y="6506209"/>
                  <a:pt x="4687884" y="6507802"/>
                </a:cubicBezTo>
                <a:cubicBezTo>
                  <a:pt x="4687884" y="6507802"/>
                  <a:pt x="4687884" y="6507802"/>
                  <a:pt x="4687884" y="6510351"/>
                </a:cubicBezTo>
                <a:cubicBezTo>
                  <a:pt x="4687884" y="6512262"/>
                  <a:pt x="4688513" y="6512581"/>
                  <a:pt x="4691335" y="6513218"/>
                </a:cubicBezTo>
                <a:cubicBezTo>
                  <a:pt x="4695415" y="6514493"/>
                  <a:pt x="4696355" y="6515448"/>
                  <a:pt x="4696669" y="6518634"/>
                </a:cubicBezTo>
                <a:cubicBezTo>
                  <a:pt x="4696669" y="6524050"/>
                  <a:pt x="4696984" y="6533607"/>
                  <a:pt x="4696984" y="6541572"/>
                </a:cubicBezTo>
                <a:cubicBezTo>
                  <a:pt x="4696984" y="6541572"/>
                  <a:pt x="4696984" y="6541572"/>
                  <a:pt x="4696984" y="6563236"/>
                </a:cubicBezTo>
                <a:cubicBezTo>
                  <a:pt x="4696984" y="6571519"/>
                  <a:pt x="4696669" y="6581076"/>
                  <a:pt x="4696669" y="6586173"/>
                </a:cubicBezTo>
                <a:cubicBezTo>
                  <a:pt x="4696355" y="6589359"/>
                  <a:pt x="4695415" y="6590634"/>
                  <a:pt x="4691335" y="6591589"/>
                </a:cubicBezTo>
                <a:cubicBezTo>
                  <a:pt x="4688513" y="6592226"/>
                  <a:pt x="4687884" y="6592545"/>
                  <a:pt x="4687884" y="6594775"/>
                </a:cubicBezTo>
                <a:cubicBezTo>
                  <a:pt x="4687884" y="6594775"/>
                  <a:pt x="4687884" y="6594775"/>
                  <a:pt x="4687884" y="6597324"/>
                </a:cubicBezTo>
                <a:cubicBezTo>
                  <a:pt x="4687884" y="6598917"/>
                  <a:pt x="4688199" y="6599235"/>
                  <a:pt x="4689768" y="6599235"/>
                </a:cubicBezTo>
                <a:cubicBezTo>
                  <a:pt x="4690395" y="6599235"/>
                  <a:pt x="4692590" y="6599235"/>
                  <a:pt x="4694788" y="6599235"/>
                </a:cubicBezTo>
                <a:cubicBezTo>
                  <a:pt x="4697295" y="6598917"/>
                  <a:pt x="4700433" y="6598917"/>
                  <a:pt x="4705139" y="6598917"/>
                </a:cubicBezTo>
                <a:cubicBezTo>
                  <a:pt x="4709218" y="6598917"/>
                  <a:pt x="4712670" y="6598917"/>
                  <a:pt x="4715179" y="6599235"/>
                </a:cubicBezTo>
                <a:cubicBezTo>
                  <a:pt x="4717374" y="6599235"/>
                  <a:pt x="4719572" y="6599235"/>
                  <a:pt x="4720199" y="6599235"/>
                </a:cubicBezTo>
                <a:cubicBezTo>
                  <a:pt x="4721455" y="6599235"/>
                  <a:pt x="4722082" y="6598917"/>
                  <a:pt x="4722082" y="6597324"/>
                </a:cubicBezTo>
                <a:cubicBezTo>
                  <a:pt x="4722082" y="6597324"/>
                  <a:pt x="4722082" y="6597324"/>
                  <a:pt x="4722082" y="6594775"/>
                </a:cubicBezTo>
                <a:cubicBezTo>
                  <a:pt x="4722082" y="6592545"/>
                  <a:pt x="4721455" y="6592226"/>
                  <a:pt x="4718630" y="6591589"/>
                </a:cubicBezTo>
                <a:cubicBezTo>
                  <a:pt x="4714552" y="6590634"/>
                  <a:pt x="4713299" y="6589359"/>
                  <a:pt x="4713299" y="6586173"/>
                </a:cubicBezTo>
                <a:cubicBezTo>
                  <a:pt x="4713299" y="6582032"/>
                  <a:pt x="4712983" y="6570244"/>
                  <a:pt x="4712983" y="6563236"/>
                </a:cubicBezTo>
                <a:lnTo>
                  <a:pt x="4712983" y="6556864"/>
                </a:lnTo>
                <a:cubicBezTo>
                  <a:pt x="4712983" y="6555271"/>
                  <a:pt x="4713612" y="6554315"/>
                  <a:pt x="4714552" y="6554315"/>
                </a:cubicBezTo>
                <a:cubicBezTo>
                  <a:pt x="4714552" y="6554315"/>
                  <a:pt x="4714552" y="6554315"/>
                  <a:pt x="4716434" y="6554634"/>
                </a:cubicBezTo>
                <a:cubicBezTo>
                  <a:pt x="4716434" y="6554634"/>
                  <a:pt x="4716750" y="6554634"/>
                  <a:pt x="4717374" y="6554315"/>
                </a:cubicBezTo>
                <a:cubicBezTo>
                  <a:pt x="4717374" y="6554315"/>
                  <a:pt x="4717374" y="6554315"/>
                  <a:pt x="4718317" y="6554315"/>
                </a:cubicBezTo>
                <a:cubicBezTo>
                  <a:pt x="4721455" y="6554315"/>
                  <a:pt x="4721770" y="6554952"/>
                  <a:pt x="4723964" y="6559731"/>
                </a:cubicBezTo>
                <a:cubicBezTo>
                  <a:pt x="4728671" y="6569289"/>
                  <a:pt x="4737456" y="6588403"/>
                  <a:pt x="4738398" y="6591271"/>
                </a:cubicBezTo>
                <a:cubicBezTo>
                  <a:pt x="4741536" y="6599235"/>
                  <a:pt x="4741536" y="6599235"/>
                  <a:pt x="4744045" y="6599235"/>
                </a:cubicBezTo>
                <a:cubicBezTo>
                  <a:pt x="4744045" y="6599235"/>
                  <a:pt x="4744045" y="6599235"/>
                  <a:pt x="4746241" y="6599235"/>
                </a:cubicBezTo>
                <a:cubicBezTo>
                  <a:pt x="4749062" y="6599235"/>
                  <a:pt x="4751886" y="6599235"/>
                  <a:pt x="4753771" y="6599235"/>
                </a:cubicBezTo>
                <a:cubicBezTo>
                  <a:pt x="4756906" y="6599235"/>
                  <a:pt x="4761299" y="6599235"/>
                  <a:pt x="4764125" y="6599235"/>
                </a:cubicBezTo>
                <a:cubicBezTo>
                  <a:pt x="4764125" y="6599235"/>
                  <a:pt x="4764125" y="6599235"/>
                  <a:pt x="4765065" y="6599235"/>
                </a:cubicBezTo>
                <a:cubicBezTo>
                  <a:pt x="4766633" y="6599235"/>
                  <a:pt x="4767260" y="6598598"/>
                  <a:pt x="4767260" y="6597642"/>
                </a:cubicBezTo>
                <a:cubicBezTo>
                  <a:pt x="4767260" y="6597642"/>
                  <a:pt x="4767260" y="6597642"/>
                  <a:pt x="4767260" y="6595094"/>
                </a:cubicBezTo>
                <a:cubicBezTo>
                  <a:pt x="4767260" y="6593182"/>
                  <a:pt x="4767260" y="6592864"/>
                  <a:pt x="4764748" y="6592226"/>
                </a:cubicBezTo>
                <a:cubicBezTo>
                  <a:pt x="4760986" y="6591271"/>
                  <a:pt x="4759101" y="6589996"/>
                  <a:pt x="4755652" y="6584899"/>
                </a:cubicBezTo>
                <a:cubicBezTo>
                  <a:pt x="4751259" y="6578527"/>
                  <a:pt x="4742476" y="6562917"/>
                  <a:pt x="4739653" y="6556864"/>
                </a:cubicBezTo>
                <a:cubicBezTo>
                  <a:pt x="4739338" y="6555590"/>
                  <a:pt x="4738711" y="6554315"/>
                  <a:pt x="4737769" y="6552722"/>
                </a:cubicBezTo>
                <a:cubicBezTo>
                  <a:pt x="4737456" y="6552404"/>
                  <a:pt x="4737144" y="6552085"/>
                  <a:pt x="4737144" y="6551767"/>
                </a:cubicBezTo>
                <a:cubicBezTo>
                  <a:pt x="4737144" y="6551129"/>
                  <a:pt x="4737456" y="6551129"/>
                  <a:pt x="4740280" y="6550174"/>
                </a:cubicBezTo>
                <a:cubicBezTo>
                  <a:pt x="4748749" y="6547944"/>
                  <a:pt x="4755026" y="6538386"/>
                  <a:pt x="4755026" y="6528510"/>
                </a:cubicBezTo>
                <a:cubicBezTo>
                  <a:pt x="4755026" y="6522457"/>
                  <a:pt x="4752514" y="6516404"/>
                  <a:pt x="4748749" y="6512262"/>
                </a:cubicBezTo>
                <a:cubicBezTo>
                  <a:pt x="4744357" y="6507484"/>
                  <a:pt x="4738398" y="6505572"/>
                  <a:pt x="4729300" y="6505572"/>
                </a:cubicBezTo>
                <a:cubicBezTo>
                  <a:pt x="4727102" y="6505572"/>
                  <a:pt x="4724908" y="6505572"/>
                  <a:pt x="4722397" y="6505572"/>
                </a:cubicBezTo>
                <a:cubicBezTo>
                  <a:pt x="4710472" y="6506209"/>
                  <a:pt x="4710472" y="6506209"/>
                  <a:pt x="4704198" y="6506209"/>
                </a:cubicBezTo>
                <a:cubicBezTo>
                  <a:pt x="4700122" y="6506209"/>
                  <a:pt x="4696984" y="6505891"/>
                  <a:pt x="4694788" y="6505891"/>
                </a:cubicBezTo>
                <a:cubicBezTo>
                  <a:pt x="4692590" y="6505572"/>
                  <a:pt x="4690708" y="6505572"/>
                  <a:pt x="4689454" y="6505572"/>
                </a:cubicBezTo>
                <a:close/>
                <a:moveTo>
                  <a:pt x="6126155" y="6505571"/>
                </a:moveTo>
                <a:cubicBezTo>
                  <a:pt x="6143721" y="6508311"/>
                  <a:pt x="6169591" y="6512269"/>
                  <a:pt x="6180130" y="6513791"/>
                </a:cubicBezTo>
                <a:cubicBezTo>
                  <a:pt x="6179172" y="6518358"/>
                  <a:pt x="6177895" y="6522925"/>
                  <a:pt x="6176617" y="6527796"/>
                </a:cubicBezTo>
                <a:cubicBezTo>
                  <a:pt x="6126155" y="6505571"/>
                  <a:pt x="6126155" y="6505571"/>
                  <a:pt x="6126155" y="6505571"/>
                </a:cubicBezTo>
                <a:close/>
                <a:moveTo>
                  <a:pt x="6089642" y="6505571"/>
                </a:moveTo>
                <a:cubicBezTo>
                  <a:pt x="6039201" y="6527796"/>
                  <a:pt x="6039201" y="6527796"/>
                  <a:pt x="6039201" y="6527796"/>
                </a:cubicBezTo>
                <a:cubicBezTo>
                  <a:pt x="6037916" y="6522925"/>
                  <a:pt x="6036631" y="6518358"/>
                  <a:pt x="6035667" y="6513791"/>
                </a:cubicBezTo>
                <a:cubicBezTo>
                  <a:pt x="6046269" y="6512269"/>
                  <a:pt x="6071973" y="6508311"/>
                  <a:pt x="6089642" y="6505571"/>
                </a:cubicBezTo>
                <a:close/>
                <a:moveTo>
                  <a:pt x="5258126" y="6505571"/>
                </a:moveTo>
                <a:cubicBezTo>
                  <a:pt x="5256850" y="6505571"/>
                  <a:pt x="5256209" y="6506208"/>
                  <a:pt x="5256209" y="6507801"/>
                </a:cubicBezTo>
                <a:cubicBezTo>
                  <a:pt x="5256209" y="6507801"/>
                  <a:pt x="5256209" y="6507801"/>
                  <a:pt x="5256209" y="6510350"/>
                </a:cubicBezTo>
                <a:cubicBezTo>
                  <a:pt x="5256209" y="6512261"/>
                  <a:pt x="5256850" y="6512580"/>
                  <a:pt x="5259726" y="6513217"/>
                </a:cubicBezTo>
                <a:cubicBezTo>
                  <a:pt x="5264202" y="6514491"/>
                  <a:pt x="5265161" y="6515447"/>
                  <a:pt x="5265481" y="6518632"/>
                </a:cubicBezTo>
                <a:cubicBezTo>
                  <a:pt x="5265481" y="6524048"/>
                  <a:pt x="5265481" y="6533605"/>
                  <a:pt x="5265481" y="6541569"/>
                </a:cubicBezTo>
                <a:lnTo>
                  <a:pt x="5265481" y="6554948"/>
                </a:lnTo>
                <a:cubicBezTo>
                  <a:pt x="5265481" y="6574381"/>
                  <a:pt x="5266439" y="6580433"/>
                  <a:pt x="5268996" y="6586167"/>
                </a:cubicBezTo>
                <a:cubicBezTo>
                  <a:pt x="5273792" y="6595724"/>
                  <a:pt x="5285301" y="6600821"/>
                  <a:pt x="5301288" y="6600821"/>
                </a:cubicBezTo>
                <a:cubicBezTo>
                  <a:pt x="5322069" y="6600821"/>
                  <a:pt x="5334538" y="6593176"/>
                  <a:pt x="5337734" y="6578840"/>
                </a:cubicBezTo>
                <a:cubicBezTo>
                  <a:pt x="5339012" y="6574062"/>
                  <a:pt x="5339012" y="6570239"/>
                  <a:pt x="5339012" y="6554630"/>
                </a:cubicBezTo>
                <a:cubicBezTo>
                  <a:pt x="5339012" y="6554630"/>
                  <a:pt x="5339012" y="6554630"/>
                  <a:pt x="5339012" y="6541569"/>
                </a:cubicBezTo>
                <a:cubicBezTo>
                  <a:pt x="5339012" y="6534242"/>
                  <a:pt x="5339333" y="6523092"/>
                  <a:pt x="5339333" y="6518632"/>
                </a:cubicBezTo>
                <a:cubicBezTo>
                  <a:pt x="5339652" y="6515447"/>
                  <a:pt x="5340291" y="6514491"/>
                  <a:pt x="5344768" y="6513217"/>
                </a:cubicBezTo>
                <a:cubicBezTo>
                  <a:pt x="5347645" y="6512580"/>
                  <a:pt x="5348284" y="6512261"/>
                  <a:pt x="5348284" y="6510350"/>
                </a:cubicBezTo>
                <a:cubicBezTo>
                  <a:pt x="5348284" y="6510350"/>
                  <a:pt x="5348284" y="6510350"/>
                  <a:pt x="5348284" y="6507801"/>
                </a:cubicBezTo>
                <a:cubicBezTo>
                  <a:pt x="5348284" y="6506208"/>
                  <a:pt x="5347965" y="6505571"/>
                  <a:pt x="5346686" y="6505571"/>
                </a:cubicBezTo>
                <a:cubicBezTo>
                  <a:pt x="5345727" y="6505571"/>
                  <a:pt x="5343489" y="6505571"/>
                  <a:pt x="5341251" y="6505890"/>
                </a:cubicBezTo>
                <a:cubicBezTo>
                  <a:pt x="5338694" y="6505890"/>
                  <a:pt x="5336456" y="6506208"/>
                  <a:pt x="5333578" y="6506208"/>
                </a:cubicBezTo>
                <a:cubicBezTo>
                  <a:pt x="5331021" y="6506208"/>
                  <a:pt x="5328463" y="6505890"/>
                  <a:pt x="5326225" y="6505890"/>
                </a:cubicBezTo>
                <a:cubicBezTo>
                  <a:pt x="5323987" y="6505571"/>
                  <a:pt x="5321749" y="6505571"/>
                  <a:pt x="5320789" y="6505571"/>
                </a:cubicBezTo>
                <a:cubicBezTo>
                  <a:pt x="5319511" y="6505571"/>
                  <a:pt x="5319193" y="6506208"/>
                  <a:pt x="5319193" y="6507801"/>
                </a:cubicBezTo>
                <a:cubicBezTo>
                  <a:pt x="5319193" y="6507801"/>
                  <a:pt x="5319193" y="6507801"/>
                  <a:pt x="5319193" y="6510350"/>
                </a:cubicBezTo>
                <a:cubicBezTo>
                  <a:pt x="5319193" y="6512261"/>
                  <a:pt x="5319511" y="6512580"/>
                  <a:pt x="5322708" y="6513217"/>
                </a:cubicBezTo>
                <a:cubicBezTo>
                  <a:pt x="5326864" y="6514491"/>
                  <a:pt x="5327824" y="6515447"/>
                  <a:pt x="5328143" y="6518632"/>
                </a:cubicBezTo>
                <a:cubicBezTo>
                  <a:pt x="5328143" y="6523729"/>
                  <a:pt x="5328143" y="6533923"/>
                  <a:pt x="5328143" y="6541569"/>
                </a:cubicBezTo>
                <a:cubicBezTo>
                  <a:pt x="5328143" y="6541569"/>
                  <a:pt x="5328143" y="6541569"/>
                  <a:pt x="5328143" y="6554948"/>
                </a:cubicBezTo>
                <a:cubicBezTo>
                  <a:pt x="5328143" y="6571832"/>
                  <a:pt x="5328143" y="6573743"/>
                  <a:pt x="5326545" y="6578840"/>
                </a:cubicBezTo>
                <a:cubicBezTo>
                  <a:pt x="5323667" y="6586805"/>
                  <a:pt x="5315993" y="6591264"/>
                  <a:pt x="5304804" y="6591264"/>
                </a:cubicBezTo>
                <a:cubicBezTo>
                  <a:pt x="5295852" y="6591264"/>
                  <a:pt x="5288500" y="6587442"/>
                  <a:pt x="5284983" y="6581070"/>
                </a:cubicBezTo>
                <a:cubicBezTo>
                  <a:pt x="5282745" y="6576929"/>
                  <a:pt x="5282105" y="6570876"/>
                  <a:pt x="5282105" y="6555585"/>
                </a:cubicBezTo>
                <a:cubicBezTo>
                  <a:pt x="5282105" y="6555585"/>
                  <a:pt x="5282105" y="6555585"/>
                  <a:pt x="5282105" y="6541569"/>
                </a:cubicBezTo>
                <a:cubicBezTo>
                  <a:pt x="5282105" y="6534879"/>
                  <a:pt x="5282105" y="6523092"/>
                  <a:pt x="5282105" y="6518632"/>
                </a:cubicBezTo>
                <a:cubicBezTo>
                  <a:pt x="5282426" y="6515447"/>
                  <a:pt x="5283384" y="6514491"/>
                  <a:pt x="5287862" y="6513217"/>
                </a:cubicBezTo>
                <a:cubicBezTo>
                  <a:pt x="5290417" y="6512580"/>
                  <a:pt x="5291057" y="6512261"/>
                  <a:pt x="5291057" y="6510350"/>
                </a:cubicBezTo>
                <a:cubicBezTo>
                  <a:pt x="5291057" y="6510350"/>
                  <a:pt x="5291057" y="6510350"/>
                  <a:pt x="5291057" y="6507801"/>
                </a:cubicBezTo>
                <a:cubicBezTo>
                  <a:pt x="5291057" y="6506208"/>
                  <a:pt x="5290739" y="6505571"/>
                  <a:pt x="5289458" y="6505571"/>
                </a:cubicBezTo>
                <a:cubicBezTo>
                  <a:pt x="5288500" y="6505571"/>
                  <a:pt x="5286261" y="6505571"/>
                  <a:pt x="5284344" y="6505890"/>
                </a:cubicBezTo>
                <a:cubicBezTo>
                  <a:pt x="5281466" y="6505890"/>
                  <a:pt x="5278270" y="6506208"/>
                  <a:pt x="5273472" y="6506208"/>
                </a:cubicBezTo>
                <a:cubicBezTo>
                  <a:pt x="5269638" y="6506208"/>
                  <a:pt x="5265801" y="6505890"/>
                  <a:pt x="5263242" y="6505890"/>
                </a:cubicBezTo>
                <a:cubicBezTo>
                  <a:pt x="5261005" y="6505571"/>
                  <a:pt x="5258767" y="6505571"/>
                  <a:pt x="5258126" y="6505571"/>
                </a:cubicBezTo>
                <a:close/>
                <a:moveTo>
                  <a:pt x="5751804" y="6503983"/>
                </a:moveTo>
                <a:cubicBezTo>
                  <a:pt x="5745852" y="6503983"/>
                  <a:pt x="5741981" y="6507793"/>
                  <a:pt x="5741981" y="6513508"/>
                </a:cubicBezTo>
                <a:cubicBezTo>
                  <a:pt x="5741981" y="6518906"/>
                  <a:pt x="5746148" y="6523033"/>
                  <a:pt x="5751209" y="6523033"/>
                </a:cubicBezTo>
                <a:cubicBezTo>
                  <a:pt x="5756568" y="6523033"/>
                  <a:pt x="5761031" y="6518906"/>
                  <a:pt x="5761031" y="6513191"/>
                </a:cubicBezTo>
                <a:cubicBezTo>
                  <a:pt x="5761031" y="6507793"/>
                  <a:pt x="5757163" y="6503983"/>
                  <a:pt x="5751804" y="6503983"/>
                </a:cubicBezTo>
                <a:close/>
                <a:moveTo>
                  <a:pt x="5456085" y="6503983"/>
                </a:moveTo>
                <a:cubicBezTo>
                  <a:pt x="5449634" y="6503983"/>
                  <a:pt x="5445121" y="6507793"/>
                  <a:pt x="5445121" y="6513508"/>
                </a:cubicBezTo>
                <a:cubicBezTo>
                  <a:pt x="5445121" y="6518906"/>
                  <a:pt x="5449634" y="6523033"/>
                  <a:pt x="5455439" y="6523033"/>
                </a:cubicBezTo>
                <a:cubicBezTo>
                  <a:pt x="5461244" y="6523033"/>
                  <a:pt x="5465759" y="6518906"/>
                  <a:pt x="5465759" y="6513191"/>
                </a:cubicBezTo>
                <a:cubicBezTo>
                  <a:pt x="5465759" y="6507793"/>
                  <a:pt x="5461889" y="6503983"/>
                  <a:pt x="5456085" y="6503983"/>
                </a:cubicBezTo>
                <a:close/>
                <a:moveTo>
                  <a:pt x="6221722" y="6500808"/>
                </a:moveTo>
                <a:cubicBezTo>
                  <a:pt x="6221087" y="6501761"/>
                  <a:pt x="6221087" y="6501761"/>
                  <a:pt x="6221087" y="6501761"/>
                </a:cubicBezTo>
                <a:cubicBezTo>
                  <a:pt x="6221722" y="6503348"/>
                  <a:pt x="6222357" y="6503348"/>
                  <a:pt x="6222992" y="6505571"/>
                </a:cubicBezTo>
                <a:cubicBezTo>
                  <a:pt x="6223627" y="6509063"/>
                  <a:pt x="6223627" y="6511286"/>
                  <a:pt x="6222675" y="6514778"/>
                </a:cubicBezTo>
                <a:cubicBezTo>
                  <a:pt x="6221087" y="6511286"/>
                  <a:pt x="6216960" y="6509698"/>
                  <a:pt x="6212515" y="6510968"/>
                </a:cubicBezTo>
                <a:cubicBezTo>
                  <a:pt x="6207117" y="6512556"/>
                  <a:pt x="6203942" y="6518271"/>
                  <a:pt x="6206482" y="6523351"/>
                </a:cubicBezTo>
                <a:cubicBezTo>
                  <a:pt x="6211880" y="6535733"/>
                  <a:pt x="6211880" y="6535733"/>
                  <a:pt x="6211880" y="6535733"/>
                </a:cubicBezTo>
                <a:cubicBezTo>
                  <a:pt x="6213467" y="6534781"/>
                  <a:pt x="6213467" y="6534781"/>
                  <a:pt x="6213467" y="6534781"/>
                </a:cubicBezTo>
                <a:cubicBezTo>
                  <a:pt x="6214102" y="6533511"/>
                  <a:pt x="6214102" y="6533511"/>
                  <a:pt x="6214102" y="6533511"/>
                </a:cubicBezTo>
                <a:cubicBezTo>
                  <a:pt x="6233152" y="6523668"/>
                  <a:pt x="6233152" y="6523668"/>
                  <a:pt x="6233152" y="6523668"/>
                </a:cubicBezTo>
                <a:cubicBezTo>
                  <a:pt x="6234740" y="6524621"/>
                  <a:pt x="6234740" y="6524621"/>
                  <a:pt x="6234740" y="6524621"/>
                </a:cubicBezTo>
                <a:cubicBezTo>
                  <a:pt x="6235692" y="6524303"/>
                  <a:pt x="6235692" y="6524303"/>
                  <a:pt x="6235692" y="6524303"/>
                </a:cubicBezTo>
                <a:lnTo>
                  <a:pt x="6232835" y="6518588"/>
                </a:lnTo>
                <a:cubicBezTo>
                  <a:pt x="6226485" y="6521763"/>
                  <a:pt x="6226485" y="6521763"/>
                  <a:pt x="6226485" y="6521763"/>
                </a:cubicBezTo>
                <a:cubicBezTo>
                  <a:pt x="6226485" y="6517001"/>
                  <a:pt x="6227755" y="6511603"/>
                  <a:pt x="6227120" y="6508746"/>
                </a:cubicBezTo>
                <a:cubicBezTo>
                  <a:pt x="6226167" y="6504618"/>
                  <a:pt x="6225215" y="6503666"/>
                  <a:pt x="6221722" y="6500808"/>
                </a:cubicBezTo>
                <a:close/>
                <a:moveTo>
                  <a:pt x="5203940" y="6499222"/>
                </a:moveTo>
                <a:lnTo>
                  <a:pt x="5185064" y="6501778"/>
                </a:lnTo>
                <a:cubicBezTo>
                  <a:pt x="5183179" y="6502097"/>
                  <a:pt x="5182549" y="6502417"/>
                  <a:pt x="5182549" y="6503695"/>
                </a:cubicBezTo>
                <a:cubicBezTo>
                  <a:pt x="5182549" y="6503695"/>
                  <a:pt x="5182549" y="6503695"/>
                  <a:pt x="5182549" y="6506251"/>
                </a:cubicBezTo>
                <a:cubicBezTo>
                  <a:pt x="5182549" y="6508167"/>
                  <a:pt x="5183179" y="6508487"/>
                  <a:pt x="5185379" y="6508806"/>
                </a:cubicBezTo>
                <a:cubicBezTo>
                  <a:pt x="5191041" y="6509765"/>
                  <a:pt x="5191357" y="6510084"/>
                  <a:pt x="5191357" y="6517112"/>
                </a:cubicBezTo>
                <a:cubicBezTo>
                  <a:pt x="5191357" y="6517112"/>
                  <a:pt x="5191357" y="6517112"/>
                  <a:pt x="5191671" y="6531488"/>
                </a:cubicBezTo>
                <a:cubicBezTo>
                  <a:pt x="5191671" y="6533725"/>
                  <a:pt x="5191671" y="6533725"/>
                  <a:pt x="5191671" y="6533725"/>
                </a:cubicBezTo>
                <a:cubicBezTo>
                  <a:pt x="5191671" y="6534683"/>
                  <a:pt x="5191357" y="6535961"/>
                  <a:pt x="5190728" y="6535961"/>
                </a:cubicBezTo>
                <a:cubicBezTo>
                  <a:pt x="5190728" y="6535961"/>
                  <a:pt x="5190099" y="6535642"/>
                  <a:pt x="5189785" y="6535322"/>
                </a:cubicBezTo>
                <a:cubicBezTo>
                  <a:pt x="5188209" y="6534364"/>
                  <a:pt x="5181291" y="6532766"/>
                  <a:pt x="5177830" y="6532766"/>
                </a:cubicBezTo>
                <a:cubicBezTo>
                  <a:pt x="5160529" y="6532766"/>
                  <a:pt x="5148260" y="6547462"/>
                  <a:pt x="5148260" y="6569186"/>
                </a:cubicBezTo>
                <a:cubicBezTo>
                  <a:pt x="5148260" y="6587715"/>
                  <a:pt x="5158640" y="6601132"/>
                  <a:pt x="5172483" y="6601132"/>
                </a:cubicBezTo>
                <a:cubicBezTo>
                  <a:pt x="5176885" y="6601132"/>
                  <a:pt x="5180345" y="6600174"/>
                  <a:pt x="5184122" y="6597299"/>
                </a:cubicBezTo>
                <a:cubicBezTo>
                  <a:pt x="5186322" y="6595701"/>
                  <a:pt x="5189785" y="6592826"/>
                  <a:pt x="5190728" y="6591868"/>
                </a:cubicBezTo>
                <a:cubicBezTo>
                  <a:pt x="5191357" y="6591229"/>
                  <a:pt x="5191988" y="6591229"/>
                  <a:pt x="5191988" y="6591229"/>
                </a:cubicBezTo>
                <a:cubicBezTo>
                  <a:pt x="5192930" y="6591229"/>
                  <a:pt x="5192930" y="6591229"/>
                  <a:pt x="5193245" y="6594424"/>
                </a:cubicBezTo>
                <a:cubicBezTo>
                  <a:pt x="5193245" y="6594424"/>
                  <a:pt x="5193245" y="6594424"/>
                  <a:pt x="5193560" y="6600174"/>
                </a:cubicBezTo>
                <a:cubicBezTo>
                  <a:pt x="5193560" y="6601771"/>
                  <a:pt x="5194187" y="6602410"/>
                  <a:pt x="5195133" y="6602410"/>
                </a:cubicBezTo>
                <a:cubicBezTo>
                  <a:pt x="5195446" y="6602410"/>
                  <a:pt x="5196390" y="6602410"/>
                  <a:pt x="5197333" y="6602091"/>
                </a:cubicBezTo>
                <a:cubicBezTo>
                  <a:pt x="5197333" y="6602091"/>
                  <a:pt x="5197333" y="6602091"/>
                  <a:pt x="5214008" y="6598896"/>
                </a:cubicBezTo>
                <a:cubicBezTo>
                  <a:pt x="5216208" y="6598577"/>
                  <a:pt x="5216522" y="6597938"/>
                  <a:pt x="5216522" y="6596660"/>
                </a:cubicBezTo>
                <a:cubicBezTo>
                  <a:pt x="5216522" y="6596660"/>
                  <a:pt x="5216522" y="6596660"/>
                  <a:pt x="5216522" y="6594424"/>
                </a:cubicBezTo>
                <a:cubicBezTo>
                  <a:pt x="5216522" y="6593465"/>
                  <a:pt x="5215895" y="6592826"/>
                  <a:pt x="5214636" y="6592826"/>
                </a:cubicBezTo>
                <a:cubicBezTo>
                  <a:pt x="5209287" y="6592187"/>
                  <a:pt x="5208346" y="6591868"/>
                  <a:pt x="5207399" y="6589312"/>
                </a:cubicBezTo>
                <a:cubicBezTo>
                  <a:pt x="5206459" y="6587395"/>
                  <a:pt x="5206141" y="6583242"/>
                  <a:pt x="5206141" y="6565671"/>
                </a:cubicBezTo>
                <a:cubicBezTo>
                  <a:pt x="5206141" y="6565671"/>
                  <a:pt x="5206141" y="6565671"/>
                  <a:pt x="5206141" y="6542031"/>
                </a:cubicBezTo>
                <a:cubicBezTo>
                  <a:pt x="5206141" y="6542031"/>
                  <a:pt x="5206141" y="6542031"/>
                  <a:pt x="5207085" y="6501459"/>
                </a:cubicBezTo>
                <a:cubicBezTo>
                  <a:pt x="5207085" y="6499861"/>
                  <a:pt x="5206459" y="6499222"/>
                  <a:pt x="5205512" y="6499222"/>
                </a:cubicBezTo>
                <a:cubicBezTo>
                  <a:pt x="5205201" y="6499222"/>
                  <a:pt x="5204568" y="6499222"/>
                  <a:pt x="5203940" y="6499222"/>
                </a:cubicBezTo>
                <a:close/>
                <a:moveTo>
                  <a:pt x="4939540" y="6499222"/>
                </a:moveTo>
                <a:cubicBezTo>
                  <a:pt x="4939540" y="6499222"/>
                  <a:pt x="4939540" y="6499222"/>
                  <a:pt x="4937048" y="6499540"/>
                </a:cubicBezTo>
                <a:cubicBezTo>
                  <a:pt x="4937048" y="6499540"/>
                  <a:pt x="4937048" y="6499540"/>
                  <a:pt x="4918664" y="6502397"/>
                </a:cubicBezTo>
                <a:cubicBezTo>
                  <a:pt x="4916795" y="6502715"/>
                  <a:pt x="4916484" y="6503032"/>
                  <a:pt x="4916484" y="6504302"/>
                </a:cubicBezTo>
                <a:cubicBezTo>
                  <a:pt x="4916484" y="6504302"/>
                  <a:pt x="4916484" y="6504302"/>
                  <a:pt x="4916484" y="6506525"/>
                </a:cubicBezTo>
                <a:cubicBezTo>
                  <a:pt x="4916484" y="6508112"/>
                  <a:pt x="4917107" y="6508747"/>
                  <a:pt x="4920222" y="6508747"/>
                </a:cubicBezTo>
                <a:cubicBezTo>
                  <a:pt x="4923960" y="6509382"/>
                  <a:pt x="4925208" y="6510335"/>
                  <a:pt x="4925520" y="6513510"/>
                </a:cubicBezTo>
                <a:cubicBezTo>
                  <a:pt x="4925831" y="6516050"/>
                  <a:pt x="4925831" y="6529067"/>
                  <a:pt x="4925831" y="6540497"/>
                </a:cubicBezTo>
                <a:lnTo>
                  <a:pt x="4925831" y="6547800"/>
                </a:lnTo>
                <a:cubicBezTo>
                  <a:pt x="4925831" y="6563992"/>
                  <a:pt x="4925520" y="6577962"/>
                  <a:pt x="4925520" y="6589392"/>
                </a:cubicBezTo>
                <a:cubicBezTo>
                  <a:pt x="4925520" y="6589392"/>
                  <a:pt x="4925520" y="6589392"/>
                  <a:pt x="4925520" y="6590980"/>
                </a:cubicBezTo>
                <a:cubicBezTo>
                  <a:pt x="4925520" y="6593202"/>
                  <a:pt x="4926143" y="6594155"/>
                  <a:pt x="4927700" y="6595107"/>
                </a:cubicBezTo>
                <a:cubicBezTo>
                  <a:pt x="4932996" y="6598282"/>
                  <a:pt x="4942344" y="6600822"/>
                  <a:pt x="4949199" y="6600822"/>
                </a:cubicBezTo>
                <a:cubicBezTo>
                  <a:pt x="4969452" y="6600822"/>
                  <a:pt x="4983161" y="6585900"/>
                  <a:pt x="4983161" y="6563675"/>
                </a:cubicBezTo>
                <a:cubicBezTo>
                  <a:pt x="4983161" y="6544625"/>
                  <a:pt x="4973811" y="6532877"/>
                  <a:pt x="4959168" y="6532877"/>
                </a:cubicBezTo>
                <a:cubicBezTo>
                  <a:pt x="4952937" y="6532877"/>
                  <a:pt x="4949822" y="6534147"/>
                  <a:pt x="4945770" y="6538592"/>
                </a:cubicBezTo>
                <a:cubicBezTo>
                  <a:pt x="4942967" y="6541767"/>
                  <a:pt x="4941409" y="6543355"/>
                  <a:pt x="4940786" y="6543355"/>
                </a:cubicBezTo>
                <a:cubicBezTo>
                  <a:pt x="4940475" y="6543355"/>
                  <a:pt x="4940163" y="6543037"/>
                  <a:pt x="4940163" y="6542402"/>
                </a:cubicBezTo>
                <a:cubicBezTo>
                  <a:pt x="4940163" y="6542402"/>
                  <a:pt x="4940163" y="6542402"/>
                  <a:pt x="4940163" y="6541767"/>
                </a:cubicBezTo>
                <a:cubicBezTo>
                  <a:pt x="4940163" y="6541767"/>
                  <a:pt x="4940163" y="6541767"/>
                  <a:pt x="4940163" y="6539227"/>
                </a:cubicBezTo>
                <a:cubicBezTo>
                  <a:pt x="4940475" y="6535417"/>
                  <a:pt x="4940475" y="6529385"/>
                  <a:pt x="4940475" y="6521130"/>
                </a:cubicBezTo>
                <a:cubicBezTo>
                  <a:pt x="4940475" y="6510335"/>
                  <a:pt x="4940786" y="6506525"/>
                  <a:pt x="4940786" y="6503350"/>
                </a:cubicBezTo>
                <a:cubicBezTo>
                  <a:pt x="4941098" y="6502397"/>
                  <a:pt x="4941098" y="6501762"/>
                  <a:pt x="4941098" y="6501445"/>
                </a:cubicBezTo>
                <a:cubicBezTo>
                  <a:pt x="4941098" y="6500175"/>
                  <a:pt x="4940475" y="6499222"/>
                  <a:pt x="4939540" y="6499222"/>
                </a:cubicBezTo>
                <a:close/>
                <a:moveTo>
                  <a:pt x="4898522" y="6499222"/>
                </a:moveTo>
                <a:lnTo>
                  <a:pt x="4879530" y="6501778"/>
                </a:lnTo>
                <a:cubicBezTo>
                  <a:pt x="4877603" y="6502097"/>
                  <a:pt x="4876959" y="6502417"/>
                  <a:pt x="4876959" y="6503695"/>
                </a:cubicBezTo>
                <a:cubicBezTo>
                  <a:pt x="4876959" y="6503695"/>
                  <a:pt x="4876959" y="6503695"/>
                  <a:pt x="4876959" y="6506251"/>
                </a:cubicBezTo>
                <a:cubicBezTo>
                  <a:pt x="4876959" y="6508167"/>
                  <a:pt x="4877603" y="6508487"/>
                  <a:pt x="4879852" y="6508806"/>
                </a:cubicBezTo>
                <a:cubicBezTo>
                  <a:pt x="4885650" y="6509765"/>
                  <a:pt x="4885972" y="6510084"/>
                  <a:pt x="4885972" y="6517112"/>
                </a:cubicBezTo>
                <a:cubicBezTo>
                  <a:pt x="4885972" y="6517112"/>
                  <a:pt x="4885972" y="6517112"/>
                  <a:pt x="4886292" y="6531488"/>
                </a:cubicBezTo>
                <a:cubicBezTo>
                  <a:pt x="4886292" y="6533725"/>
                  <a:pt x="4886292" y="6533725"/>
                  <a:pt x="4886292" y="6533725"/>
                </a:cubicBezTo>
                <a:cubicBezTo>
                  <a:pt x="4886292" y="6534683"/>
                  <a:pt x="4885972" y="6535961"/>
                  <a:pt x="4885328" y="6535961"/>
                </a:cubicBezTo>
                <a:cubicBezTo>
                  <a:pt x="4885328" y="6535961"/>
                  <a:pt x="4884684" y="6535642"/>
                  <a:pt x="4884360" y="6535322"/>
                </a:cubicBezTo>
                <a:cubicBezTo>
                  <a:pt x="4882750" y="6534364"/>
                  <a:pt x="4875669" y="6532766"/>
                  <a:pt x="4872127" y="6532766"/>
                </a:cubicBezTo>
                <a:cubicBezTo>
                  <a:pt x="4854423" y="6532766"/>
                  <a:pt x="4841871" y="6547462"/>
                  <a:pt x="4841871" y="6569186"/>
                </a:cubicBezTo>
                <a:cubicBezTo>
                  <a:pt x="4841871" y="6587715"/>
                  <a:pt x="4852493" y="6601132"/>
                  <a:pt x="4866980" y="6601132"/>
                </a:cubicBezTo>
                <a:cubicBezTo>
                  <a:pt x="4871161" y="6601132"/>
                  <a:pt x="4874703" y="6600174"/>
                  <a:pt x="4878566" y="6597299"/>
                </a:cubicBezTo>
                <a:cubicBezTo>
                  <a:pt x="4880818" y="6595701"/>
                  <a:pt x="4884360" y="6592826"/>
                  <a:pt x="4885328" y="6591868"/>
                </a:cubicBezTo>
                <a:cubicBezTo>
                  <a:pt x="4885972" y="6591229"/>
                  <a:pt x="4886614" y="6591229"/>
                  <a:pt x="4886614" y="6591229"/>
                </a:cubicBezTo>
                <a:cubicBezTo>
                  <a:pt x="4887580" y="6591229"/>
                  <a:pt x="4887580" y="6591229"/>
                  <a:pt x="4887899" y="6594424"/>
                </a:cubicBezTo>
                <a:cubicBezTo>
                  <a:pt x="4887899" y="6594424"/>
                  <a:pt x="4887899" y="6594424"/>
                  <a:pt x="4888221" y="6600174"/>
                </a:cubicBezTo>
                <a:cubicBezTo>
                  <a:pt x="4888221" y="6601771"/>
                  <a:pt x="4888865" y="6602410"/>
                  <a:pt x="4889831" y="6602410"/>
                </a:cubicBezTo>
                <a:cubicBezTo>
                  <a:pt x="4890153" y="6602410"/>
                  <a:pt x="4891119" y="6602410"/>
                  <a:pt x="4892085" y="6602091"/>
                </a:cubicBezTo>
                <a:cubicBezTo>
                  <a:pt x="4892085" y="6602091"/>
                  <a:pt x="4892085" y="6602091"/>
                  <a:pt x="4909145" y="6598896"/>
                </a:cubicBezTo>
                <a:cubicBezTo>
                  <a:pt x="4911399" y="6598577"/>
                  <a:pt x="4911721" y="6597938"/>
                  <a:pt x="4911721" y="6596660"/>
                </a:cubicBezTo>
                <a:cubicBezTo>
                  <a:pt x="4911721" y="6596660"/>
                  <a:pt x="4911721" y="6596660"/>
                  <a:pt x="4911721" y="6594424"/>
                </a:cubicBezTo>
                <a:cubicBezTo>
                  <a:pt x="4911721" y="6593465"/>
                  <a:pt x="4911077" y="6592826"/>
                  <a:pt x="4910113" y="6592826"/>
                </a:cubicBezTo>
                <a:cubicBezTo>
                  <a:pt x="4904318" y="6592187"/>
                  <a:pt x="4903352" y="6591868"/>
                  <a:pt x="4902066" y="6589312"/>
                </a:cubicBezTo>
                <a:cubicBezTo>
                  <a:pt x="4901420" y="6587395"/>
                  <a:pt x="4901098" y="6583242"/>
                  <a:pt x="4901098" y="6565671"/>
                </a:cubicBezTo>
                <a:cubicBezTo>
                  <a:pt x="4901098" y="6565671"/>
                  <a:pt x="4901098" y="6565671"/>
                  <a:pt x="4901098" y="6542031"/>
                </a:cubicBezTo>
                <a:cubicBezTo>
                  <a:pt x="4901098" y="6542031"/>
                  <a:pt x="4901098" y="6542031"/>
                  <a:pt x="4902066" y="6501459"/>
                </a:cubicBezTo>
                <a:cubicBezTo>
                  <a:pt x="4902066" y="6499861"/>
                  <a:pt x="4901420" y="6499222"/>
                  <a:pt x="4900132" y="6499222"/>
                </a:cubicBezTo>
                <a:cubicBezTo>
                  <a:pt x="4900132" y="6499222"/>
                  <a:pt x="4899166" y="6499222"/>
                  <a:pt x="4898522" y="6499222"/>
                </a:cubicBezTo>
                <a:close/>
                <a:moveTo>
                  <a:pt x="6032809" y="6467471"/>
                </a:moveTo>
                <a:cubicBezTo>
                  <a:pt x="6068221" y="6467471"/>
                  <a:pt x="6068221" y="6467471"/>
                  <a:pt x="6068221" y="6467471"/>
                </a:cubicBezTo>
                <a:cubicBezTo>
                  <a:pt x="6077706" y="6467471"/>
                  <a:pt x="6078655" y="6468758"/>
                  <a:pt x="6078971" y="6469080"/>
                </a:cubicBezTo>
                <a:cubicBezTo>
                  <a:pt x="6079920" y="6469723"/>
                  <a:pt x="6079920" y="6471331"/>
                  <a:pt x="6078971" y="6471974"/>
                </a:cubicBezTo>
                <a:cubicBezTo>
                  <a:pt x="6077074" y="6473261"/>
                  <a:pt x="6073597" y="6474869"/>
                  <a:pt x="6073597" y="6479694"/>
                </a:cubicBezTo>
                <a:cubicBezTo>
                  <a:pt x="6073597" y="6479694"/>
                  <a:pt x="6073597" y="6480016"/>
                  <a:pt x="6073597" y="6480016"/>
                </a:cubicBezTo>
                <a:cubicBezTo>
                  <a:pt x="6073597" y="6483876"/>
                  <a:pt x="6077074" y="6485162"/>
                  <a:pt x="6084979" y="6488700"/>
                </a:cubicBezTo>
                <a:cubicBezTo>
                  <a:pt x="6087508" y="6489344"/>
                  <a:pt x="6095413" y="6492560"/>
                  <a:pt x="6095413" y="6492560"/>
                </a:cubicBezTo>
                <a:cubicBezTo>
                  <a:pt x="6097310" y="6491595"/>
                  <a:pt x="6097310" y="6491595"/>
                  <a:pt x="6097310" y="6491595"/>
                </a:cubicBezTo>
                <a:cubicBezTo>
                  <a:pt x="6099839" y="6490309"/>
                  <a:pt x="6106163" y="6486127"/>
                  <a:pt x="6106163" y="6479051"/>
                </a:cubicBezTo>
                <a:cubicBezTo>
                  <a:pt x="6106163" y="6478086"/>
                  <a:pt x="6105847" y="6477443"/>
                  <a:pt x="6105847" y="6476799"/>
                </a:cubicBezTo>
                <a:cubicBezTo>
                  <a:pt x="6105530" y="6475834"/>
                  <a:pt x="6105214" y="6475191"/>
                  <a:pt x="6104898" y="6474548"/>
                </a:cubicBezTo>
                <a:cubicBezTo>
                  <a:pt x="6104898" y="6474226"/>
                  <a:pt x="6104898" y="6474226"/>
                  <a:pt x="6104898" y="6474226"/>
                </a:cubicBezTo>
                <a:cubicBezTo>
                  <a:pt x="6103633" y="6471974"/>
                  <a:pt x="6102052" y="6471331"/>
                  <a:pt x="6102052" y="6471331"/>
                </a:cubicBezTo>
                <a:cubicBezTo>
                  <a:pt x="6102052" y="6471331"/>
                  <a:pt x="6102685" y="6467793"/>
                  <a:pt x="6107428" y="6467471"/>
                </a:cubicBezTo>
                <a:cubicBezTo>
                  <a:pt x="6107744" y="6467471"/>
                  <a:pt x="6107744" y="6467471"/>
                  <a:pt x="6108060" y="6467471"/>
                </a:cubicBezTo>
                <a:cubicBezTo>
                  <a:pt x="6108060" y="6467471"/>
                  <a:pt x="6108376" y="6467471"/>
                  <a:pt x="6108376" y="6467471"/>
                </a:cubicBezTo>
                <a:cubicBezTo>
                  <a:pt x="6110906" y="6467471"/>
                  <a:pt x="6112486" y="6469401"/>
                  <a:pt x="6112486" y="6471653"/>
                </a:cubicBezTo>
                <a:cubicBezTo>
                  <a:pt x="6112486" y="6474548"/>
                  <a:pt x="6110589" y="6475191"/>
                  <a:pt x="6110589" y="6479051"/>
                </a:cubicBezTo>
                <a:cubicBezTo>
                  <a:pt x="6110589" y="6486127"/>
                  <a:pt x="6116597" y="6490309"/>
                  <a:pt x="6119126" y="6491595"/>
                </a:cubicBezTo>
                <a:cubicBezTo>
                  <a:pt x="6121023" y="6492560"/>
                  <a:pt x="6121023" y="6492560"/>
                  <a:pt x="6121023" y="6492560"/>
                </a:cubicBezTo>
                <a:cubicBezTo>
                  <a:pt x="6121023" y="6492560"/>
                  <a:pt x="6129244" y="6489344"/>
                  <a:pt x="6131774" y="6488700"/>
                </a:cubicBezTo>
                <a:cubicBezTo>
                  <a:pt x="6139678" y="6485162"/>
                  <a:pt x="6143156" y="6483876"/>
                  <a:pt x="6143156" y="6480016"/>
                </a:cubicBezTo>
                <a:cubicBezTo>
                  <a:pt x="6143156" y="6480016"/>
                  <a:pt x="6143156" y="6479694"/>
                  <a:pt x="6143156" y="6479694"/>
                </a:cubicBezTo>
                <a:cubicBezTo>
                  <a:pt x="6143156" y="6474869"/>
                  <a:pt x="6139994" y="6473261"/>
                  <a:pt x="6137781" y="6471974"/>
                </a:cubicBezTo>
                <a:cubicBezTo>
                  <a:pt x="6136832" y="6471331"/>
                  <a:pt x="6136832" y="6469723"/>
                  <a:pt x="6137781" y="6469080"/>
                </a:cubicBezTo>
                <a:cubicBezTo>
                  <a:pt x="6138097" y="6468758"/>
                  <a:pt x="6139046" y="6467471"/>
                  <a:pt x="6148531" y="6467471"/>
                </a:cubicBezTo>
                <a:cubicBezTo>
                  <a:pt x="6184576" y="6467471"/>
                  <a:pt x="6184576" y="6467471"/>
                  <a:pt x="6184576" y="6467471"/>
                </a:cubicBezTo>
                <a:cubicBezTo>
                  <a:pt x="6184892" y="6470366"/>
                  <a:pt x="6184892" y="6473261"/>
                  <a:pt x="6184892" y="6476478"/>
                </a:cubicBezTo>
                <a:cubicBezTo>
                  <a:pt x="6184892" y="6484841"/>
                  <a:pt x="6183944" y="6494168"/>
                  <a:pt x="6182363" y="6504461"/>
                </a:cubicBezTo>
                <a:cubicBezTo>
                  <a:pt x="6122920" y="6495133"/>
                  <a:pt x="6122920" y="6495133"/>
                  <a:pt x="6122920" y="6495133"/>
                </a:cubicBezTo>
                <a:cubicBezTo>
                  <a:pt x="6123869" y="6496742"/>
                  <a:pt x="6124185" y="6498993"/>
                  <a:pt x="6124185" y="6500923"/>
                </a:cubicBezTo>
                <a:cubicBezTo>
                  <a:pt x="6124185" y="6509608"/>
                  <a:pt x="6117545" y="6516684"/>
                  <a:pt x="6109008" y="6516684"/>
                </a:cubicBezTo>
                <a:cubicBezTo>
                  <a:pt x="6108692" y="6516684"/>
                  <a:pt x="6108692" y="6516684"/>
                  <a:pt x="6108376" y="6516684"/>
                </a:cubicBezTo>
                <a:cubicBezTo>
                  <a:pt x="6108060" y="6516684"/>
                  <a:pt x="6108060" y="6516684"/>
                  <a:pt x="6107744" y="6516684"/>
                </a:cubicBezTo>
                <a:cubicBezTo>
                  <a:pt x="6099523" y="6516684"/>
                  <a:pt x="6092883" y="6509608"/>
                  <a:pt x="6092883" y="6500923"/>
                </a:cubicBezTo>
                <a:cubicBezTo>
                  <a:pt x="6092883" y="6498993"/>
                  <a:pt x="6093515" y="6496742"/>
                  <a:pt x="6094148" y="6495133"/>
                </a:cubicBezTo>
                <a:cubicBezTo>
                  <a:pt x="6035022" y="6504461"/>
                  <a:pt x="6035022" y="6504461"/>
                  <a:pt x="6035022" y="6504461"/>
                </a:cubicBezTo>
                <a:cubicBezTo>
                  <a:pt x="6033441" y="6494168"/>
                  <a:pt x="6032492" y="6484841"/>
                  <a:pt x="6032492" y="6476478"/>
                </a:cubicBezTo>
                <a:cubicBezTo>
                  <a:pt x="6032492" y="6473261"/>
                  <a:pt x="6032809" y="6470366"/>
                  <a:pt x="6032809" y="6467471"/>
                </a:cubicBezTo>
                <a:close/>
                <a:moveTo>
                  <a:pt x="6035029" y="6454771"/>
                </a:moveTo>
                <a:cubicBezTo>
                  <a:pt x="6038506" y="6454771"/>
                  <a:pt x="6073283" y="6454771"/>
                  <a:pt x="6108377" y="6454771"/>
                </a:cubicBezTo>
                <a:cubicBezTo>
                  <a:pt x="6143786" y="6454771"/>
                  <a:pt x="6179195" y="6454771"/>
                  <a:pt x="6182357" y="6454771"/>
                </a:cubicBezTo>
                <a:cubicBezTo>
                  <a:pt x="6182673" y="6456070"/>
                  <a:pt x="6182989" y="6457694"/>
                  <a:pt x="6183305" y="6459317"/>
                </a:cubicBezTo>
                <a:cubicBezTo>
                  <a:pt x="6148528" y="6459317"/>
                  <a:pt x="6148528" y="6459317"/>
                  <a:pt x="6148528" y="6459317"/>
                </a:cubicBezTo>
                <a:cubicBezTo>
                  <a:pt x="6133669" y="6459317"/>
                  <a:pt x="6127346" y="6462889"/>
                  <a:pt x="6127346" y="6471656"/>
                </a:cubicBezTo>
                <a:cubicBezTo>
                  <a:pt x="6127346" y="6474579"/>
                  <a:pt x="6128927" y="6477501"/>
                  <a:pt x="6131456" y="6479450"/>
                </a:cubicBezTo>
                <a:cubicBezTo>
                  <a:pt x="6129559" y="6480099"/>
                  <a:pt x="6122604" y="6482697"/>
                  <a:pt x="6121655" y="6483346"/>
                </a:cubicBezTo>
                <a:cubicBezTo>
                  <a:pt x="6120707" y="6482372"/>
                  <a:pt x="6119126" y="6480749"/>
                  <a:pt x="6118810" y="6478476"/>
                </a:cubicBezTo>
                <a:cubicBezTo>
                  <a:pt x="6119442" y="6477177"/>
                  <a:pt x="6121023" y="6474904"/>
                  <a:pt x="6121023" y="6471332"/>
                </a:cubicBezTo>
                <a:cubicBezTo>
                  <a:pt x="6121023" y="6465812"/>
                  <a:pt x="6117545" y="6460291"/>
                  <a:pt x="6108060" y="6459967"/>
                </a:cubicBezTo>
                <a:cubicBezTo>
                  <a:pt x="6103950" y="6460291"/>
                  <a:pt x="6101105" y="6461590"/>
                  <a:pt x="6098892" y="6463214"/>
                </a:cubicBezTo>
                <a:cubicBezTo>
                  <a:pt x="6098892" y="6463539"/>
                  <a:pt x="6098892" y="6463539"/>
                  <a:pt x="6098576" y="6463863"/>
                </a:cubicBezTo>
                <a:cubicBezTo>
                  <a:pt x="6094782" y="6464837"/>
                  <a:pt x="6092253" y="6467435"/>
                  <a:pt x="6092253" y="6471007"/>
                </a:cubicBezTo>
                <a:cubicBezTo>
                  <a:pt x="6092253" y="6474904"/>
                  <a:pt x="6092253" y="6474904"/>
                  <a:pt x="6092253" y="6474904"/>
                </a:cubicBezTo>
                <a:cubicBezTo>
                  <a:pt x="6092253" y="6474904"/>
                  <a:pt x="6094150" y="6474904"/>
                  <a:pt x="6095098" y="6475553"/>
                </a:cubicBezTo>
                <a:cubicBezTo>
                  <a:pt x="6096363" y="6475878"/>
                  <a:pt x="6096679" y="6476527"/>
                  <a:pt x="6096995" y="6477177"/>
                </a:cubicBezTo>
                <a:cubicBezTo>
                  <a:pt x="6098260" y="6478800"/>
                  <a:pt x="6097311" y="6482047"/>
                  <a:pt x="6095098" y="6483346"/>
                </a:cubicBezTo>
                <a:cubicBezTo>
                  <a:pt x="6094150" y="6482697"/>
                  <a:pt x="6087195" y="6480099"/>
                  <a:pt x="6085297" y="6479450"/>
                </a:cubicBezTo>
                <a:cubicBezTo>
                  <a:pt x="6087827" y="6477501"/>
                  <a:pt x="6089407" y="6474579"/>
                  <a:pt x="6089407" y="6471656"/>
                </a:cubicBezTo>
                <a:cubicBezTo>
                  <a:pt x="6089407" y="6462889"/>
                  <a:pt x="6083084" y="6459317"/>
                  <a:pt x="6068225" y="6459317"/>
                </a:cubicBezTo>
                <a:cubicBezTo>
                  <a:pt x="6034080" y="6459317"/>
                  <a:pt x="6034080" y="6459317"/>
                  <a:pt x="6034080" y="6459317"/>
                </a:cubicBezTo>
                <a:cubicBezTo>
                  <a:pt x="6034396" y="6457694"/>
                  <a:pt x="6034713" y="6456070"/>
                  <a:pt x="6035029" y="6454771"/>
                </a:cubicBezTo>
                <a:close/>
                <a:moveTo>
                  <a:pt x="6146512" y="6416671"/>
                </a:moveTo>
                <a:cubicBezTo>
                  <a:pt x="6155010" y="6416671"/>
                  <a:pt x="6156317" y="6420524"/>
                  <a:pt x="6156317" y="6423414"/>
                </a:cubicBezTo>
                <a:cubicBezTo>
                  <a:pt x="6156317" y="6423414"/>
                  <a:pt x="6156317" y="6437541"/>
                  <a:pt x="6156317" y="6445246"/>
                </a:cubicBezTo>
                <a:cubicBezTo>
                  <a:pt x="6134092" y="6445246"/>
                  <a:pt x="6134092" y="6445246"/>
                  <a:pt x="6134092" y="6445246"/>
                </a:cubicBezTo>
                <a:cubicBezTo>
                  <a:pt x="6134092" y="6437541"/>
                  <a:pt x="6134092" y="6422450"/>
                  <a:pt x="6134092" y="6422450"/>
                </a:cubicBezTo>
                <a:cubicBezTo>
                  <a:pt x="6134092" y="6419561"/>
                  <a:pt x="6135073" y="6418919"/>
                  <a:pt x="6135400" y="6418598"/>
                </a:cubicBezTo>
                <a:cubicBezTo>
                  <a:pt x="6136707" y="6417634"/>
                  <a:pt x="6139648" y="6416671"/>
                  <a:pt x="6146512" y="6416671"/>
                </a:cubicBezTo>
                <a:close/>
                <a:moveTo>
                  <a:pt x="6070000" y="6416671"/>
                </a:moveTo>
                <a:cubicBezTo>
                  <a:pt x="6076470" y="6416671"/>
                  <a:pt x="6079242" y="6417634"/>
                  <a:pt x="6080473" y="6418598"/>
                </a:cubicBezTo>
                <a:cubicBezTo>
                  <a:pt x="6080781" y="6418919"/>
                  <a:pt x="6081705" y="6419561"/>
                  <a:pt x="6081705" y="6422450"/>
                </a:cubicBezTo>
                <a:cubicBezTo>
                  <a:pt x="6081705" y="6422450"/>
                  <a:pt x="6081705" y="6437541"/>
                  <a:pt x="6081705" y="6445246"/>
                </a:cubicBezTo>
                <a:cubicBezTo>
                  <a:pt x="6061067" y="6445246"/>
                  <a:pt x="6061067" y="6445246"/>
                  <a:pt x="6061067" y="6445246"/>
                </a:cubicBezTo>
                <a:cubicBezTo>
                  <a:pt x="6061067" y="6437541"/>
                  <a:pt x="6061067" y="6423414"/>
                  <a:pt x="6061067" y="6423414"/>
                </a:cubicBezTo>
                <a:cubicBezTo>
                  <a:pt x="6061067" y="6420524"/>
                  <a:pt x="6061991" y="6416671"/>
                  <a:pt x="6070000" y="6416671"/>
                </a:cubicBezTo>
                <a:close/>
                <a:moveTo>
                  <a:pt x="6108533" y="6408733"/>
                </a:moveTo>
                <a:cubicBezTo>
                  <a:pt x="6121669" y="6408733"/>
                  <a:pt x="6126155" y="6416036"/>
                  <a:pt x="6126155" y="6422703"/>
                </a:cubicBezTo>
                <a:cubicBezTo>
                  <a:pt x="6126155" y="6445246"/>
                  <a:pt x="6126155" y="6445246"/>
                  <a:pt x="6126155" y="6445246"/>
                </a:cubicBezTo>
                <a:cubicBezTo>
                  <a:pt x="6108533" y="6445246"/>
                  <a:pt x="6108533" y="6445246"/>
                  <a:pt x="6108533" y="6445246"/>
                </a:cubicBezTo>
                <a:cubicBezTo>
                  <a:pt x="6091230" y="6445246"/>
                  <a:pt x="6091230" y="6445246"/>
                  <a:pt x="6091230" y="6445246"/>
                </a:cubicBezTo>
                <a:cubicBezTo>
                  <a:pt x="6091230" y="6422703"/>
                  <a:pt x="6091230" y="6422703"/>
                  <a:pt x="6091230" y="6422703"/>
                </a:cubicBezTo>
                <a:cubicBezTo>
                  <a:pt x="6091230" y="6416036"/>
                  <a:pt x="6095717" y="6408733"/>
                  <a:pt x="6108533" y="6408733"/>
                </a:cubicBezTo>
                <a:close/>
                <a:moveTo>
                  <a:pt x="6118217" y="6397621"/>
                </a:moveTo>
                <a:cubicBezTo>
                  <a:pt x="6126356" y="6399209"/>
                  <a:pt x="6134182" y="6402701"/>
                  <a:pt x="6140442" y="6407781"/>
                </a:cubicBezTo>
                <a:cubicBezTo>
                  <a:pt x="6137312" y="6408099"/>
                  <a:pt x="6134182" y="6408734"/>
                  <a:pt x="6131364" y="6410321"/>
                </a:cubicBezTo>
                <a:cubicBezTo>
                  <a:pt x="6128547" y="6405559"/>
                  <a:pt x="6123852" y="6402384"/>
                  <a:pt x="6118217" y="6400479"/>
                </a:cubicBezTo>
                <a:cubicBezTo>
                  <a:pt x="6118217" y="6399526"/>
                  <a:pt x="6118217" y="6398574"/>
                  <a:pt x="6118217" y="6397621"/>
                </a:cubicBezTo>
                <a:close/>
                <a:moveTo>
                  <a:pt x="6097580" y="6397621"/>
                </a:moveTo>
                <a:cubicBezTo>
                  <a:pt x="6097580" y="6398574"/>
                  <a:pt x="6097580" y="6399526"/>
                  <a:pt x="6097580" y="6400479"/>
                </a:cubicBezTo>
                <a:cubicBezTo>
                  <a:pt x="6092183" y="6402384"/>
                  <a:pt x="6087738" y="6405559"/>
                  <a:pt x="6084563" y="6410321"/>
                </a:cubicBezTo>
                <a:cubicBezTo>
                  <a:pt x="6082023" y="6408734"/>
                  <a:pt x="6078848" y="6408099"/>
                  <a:pt x="6075355" y="6407781"/>
                </a:cubicBezTo>
                <a:cubicBezTo>
                  <a:pt x="6081705" y="6402701"/>
                  <a:pt x="6089643" y="6399209"/>
                  <a:pt x="6097580" y="6397621"/>
                </a:cubicBezTo>
                <a:close/>
                <a:moveTo>
                  <a:pt x="6104824" y="6365871"/>
                </a:moveTo>
                <a:cubicBezTo>
                  <a:pt x="6106119" y="6365871"/>
                  <a:pt x="6107090" y="6365871"/>
                  <a:pt x="6107737" y="6365871"/>
                </a:cubicBezTo>
                <a:cubicBezTo>
                  <a:pt x="6108708" y="6365871"/>
                  <a:pt x="6109679" y="6365871"/>
                  <a:pt x="6110650" y="6365871"/>
                </a:cubicBezTo>
                <a:cubicBezTo>
                  <a:pt x="6110650" y="6369718"/>
                  <a:pt x="6110650" y="6379335"/>
                  <a:pt x="6110650" y="6379335"/>
                </a:cubicBezTo>
                <a:cubicBezTo>
                  <a:pt x="6110650" y="6379335"/>
                  <a:pt x="6120361" y="6379335"/>
                  <a:pt x="6124568" y="6379335"/>
                </a:cubicBezTo>
                <a:cubicBezTo>
                  <a:pt x="6124568" y="6381899"/>
                  <a:pt x="6124568" y="6382861"/>
                  <a:pt x="6124568" y="6385425"/>
                </a:cubicBezTo>
                <a:cubicBezTo>
                  <a:pt x="6120361" y="6385425"/>
                  <a:pt x="6110650" y="6385425"/>
                  <a:pt x="6110650" y="6385425"/>
                </a:cubicBezTo>
                <a:cubicBezTo>
                  <a:pt x="6110650" y="6385425"/>
                  <a:pt x="6110650" y="6395042"/>
                  <a:pt x="6110650" y="6399209"/>
                </a:cubicBezTo>
                <a:cubicBezTo>
                  <a:pt x="6109679" y="6399209"/>
                  <a:pt x="6108708" y="6399209"/>
                  <a:pt x="6107737" y="6399209"/>
                </a:cubicBezTo>
                <a:cubicBezTo>
                  <a:pt x="6107090" y="6399209"/>
                  <a:pt x="6106119" y="6399209"/>
                  <a:pt x="6104824" y="6399209"/>
                </a:cubicBezTo>
                <a:cubicBezTo>
                  <a:pt x="6104824" y="6395042"/>
                  <a:pt x="6104824" y="6385425"/>
                  <a:pt x="6104824" y="6385425"/>
                </a:cubicBezTo>
                <a:cubicBezTo>
                  <a:pt x="6104824" y="6385425"/>
                  <a:pt x="6095114" y="6385425"/>
                  <a:pt x="6091230" y="6385425"/>
                </a:cubicBezTo>
                <a:cubicBezTo>
                  <a:pt x="6091230" y="6382861"/>
                  <a:pt x="6091230" y="6381899"/>
                  <a:pt x="6091230" y="6379335"/>
                </a:cubicBezTo>
                <a:cubicBezTo>
                  <a:pt x="6095114" y="6379335"/>
                  <a:pt x="6104824" y="6379335"/>
                  <a:pt x="6104824" y="6379335"/>
                </a:cubicBezTo>
                <a:cubicBezTo>
                  <a:pt x="6104824" y="6379335"/>
                  <a:pt x="6104824" y="6369718"/>
                  <a:pt x="6104824" y="6365871"/>
                </a:cubicBezTo>
                <a:close/>
                <a:moveTo>
                  <a:pt x="6098253" y="6359521"/>
                </a:moveTo>
                <a:cubicBezTo>
                  <a:pt x="6098253" y="6359521"/>
                  <a:pt x="6098253" y="6369027"/>
                  <a:pt x="6098253" y="6372830"/>
                </a:cubicBezTo>
                <a:cubicBezTo>
                  <a:pt x="6094774" y="6372830"/>
                  <a:pt x="6085284" y="6372830"/>
                  <a:pt x="6085284" y="6372830"/>
                </a:cubicBezTo>
                <a:cubicBezTo>
                  <a:pt x="6085284" y="6392793"/>
                  <a:pt x="6085284" y="6392793"/>
                  <a:pt x="6085284" y="6392793"/>
                </a:cubicBezTo>
                <a:cubicBezTo>
                  <a:pt x="6076110" y="6396595"/>
                  <a:pt x="6068202" y="6402299"/>
                  <a:pt x="6062508" y="6409270"/>
                </a:cubicBezTo>
                <a:cubicBezTo>
                  <a:pt x="6054600" y="6411805"/>
                  <a:pt x="6051753" y="6418142"/>
                  <a:pt x="6051753" y="6424163"/>
                </a:cubicBezTo>
                <a:cubicBezTo>
                  <a:pt x="6051753" y="6445710"/>
                  <a:pt x="6051753" y="6445710"/>
                  <a:pt x="6051753" y="6445710"/>
                </a:cubicBezTo>
                <a:cubicBezTo>
                  <a:pt x="6028345" y="6445710"/>
                  <a:pt x="6028345" y="6445710"/>
                  <a:pt x="6028345" y="6445710"/>
                </a:cubicBezTo>
                <a:cubicBezTo>
                  <a:pt x="6027080" y="6449195"/>
                  <a:pt x="6027080" y="6449195"/>
                  <a:pt x="6027080" y="6449195"/>
                </a:cubicBezTo>
                <a:cubicBezTo>
                  <a:pt x="6024233" y="6457751"/>
                  <a:pt x="6022967" y="6467257"/>
                  <a:pt x="6022967" y="6477397"/>
                </a:cubicBezTo>
                <a:cubicBezTo>
                  <a:pt x="6022967" y="6509401"/>
                  <a:pt x="6034988" y="6546791"/>
                  <a:pt x="6046376" y="6575943"/>
                </a:cubicBezTo>
                <a:cubicBezTo>
                  <a:pt x="6064090" y="6619988"/>
                  <a:pt x="6087183" y="6659914"/>
                  <a:pt x="6099202" y="6673222"/>
                </a:cubicBezTo>
                <a:cubicBezTo>
                  <a:pt x="6102049" y="6676074"/>
                  <a:pt x="6104264" y="6678609"/>
                  <a:pt x="6108060" y="6678609"/>
                </a:cubicBezTo>
                <a:cubicBezTo>
                  <a:pt x="6108060" y="6678609"/>
                  <a:pt x="6108376" y="6678609"/>
                  <a:pt x="6108376" y="6678609"/>
                </a:cubicBezTo>
                <a:cubicBezTo>
                  <a:pt x="6108376" y="6678609"/>
                  <a:pt x="6108692" y="6678609"/>
                  <a:pt x="6108692" y="6678609"/>
                </a:cubicBezTo>
                <a:cubicBezTo>
                  <a:pt x="6112488" y="6678609"/>
                  <a:pt x="6115019" y="6676074"/>
                  <a:pt x="6117866" y="6673222"/>
                </a:cubicBezTo>
                <a:cubicBezTo>
                  <a:pt x="6130203" y="6659914"/>
                  <a:pt x="6153295" y="6619988"/>
                  <a:pt x="6171009" y="6575943"/>
                </a:cubicBezTo>
                <a:cubicBezTo>
                  <a:pt x="6182713" y="6546791"/>
                  <a:pt x="6194417" y="6509401"/>
                  <a:pt x="6194417" y="6477397"/>
                </a:cubicBezTo>
                <a:cubicBezTo>
                  <a:pt x="6194417" y="6467257"/>
                  <a:pt x="6193152" y="6457751"/>
                  <a:pt x="6190305" y="6449195"/>
                </a:cubicBezTo>
                <a:cubicBezTo>
                  <a:pt x="6189040" y="6445710"/>
                  <a:pt x="6189040" y="6445710"/>
                  <a:pt x="6189040" y="6445710"/>
                </a:cubicBezTo>
                <a:cubicBezTo>
                  <a:pt x="6165631" y="6445710"/>
                  <a:pt x="6165631" y="6445710"/>
                  <a:pt x="6165631" y="6445710"/>
                </a:cubicBezTo>
                <a:cubicBezTo>
                  <a:pt x="6165631" y="6424163"/>
                  <a:pt x="6165631" y="6424163"/>
                  <a:pt x="6165631" y="6424163"/>
                </a:cubicBezTo>
                <a:cubicBezTo>
                  <a:pt x="6165631" y="6418142"/>
                  <a:pt x="6162784" y="6411805"/>
                  <a:pt x="6154560" y="6409270"/>
                </a:cubicBezTo>
                <a:cubicBezTo>
                  <a:pt x="6148866" y="6402299"/>
                  <a:pt x="6140958" y="6396595"/>
                  <a:pt x="6132101" y="6392793"/>
                </a:cubicBezTo>
                <a:cubicBezTo>
                  <a:pt x="6132101" y="6372830"/>
                  <a:pt x="6132101" y="6372830"/>
                  <a:pt x="6132101" y="6372830"/>
                </a:cubicBezTo>
                <a:cubicBezTo>
                  <a:pt x="6132101" y="6372830"/>
                  <a:pt x="6122294" y="6372830"/>
                  <a:pt x="6118498" y="6372830"/>
                </a:cubicBezTo>
                <a:cubicBezTo>
                  <a:pt x="6118498" y="6369027"/>
                  <a:pt x="6118498" y="6359521"/>
                  <a:pt x="6118498" y="6359521"/>
                </a:cubicBezTo>
                <a:cubicBezTo>
                  <a:pt x="6108376" y="6359521"/>
                  <a:pt x="6108376" y="6359521"/>
                  <a:pt x="6108376" y="6359521"/>
                </a:cubicBezTo>
                <a:cubicBezTo>
                  <a:pt x="6098253" y="6359521"/>
                  <a:pt x="6098253" y="6359521"/>
                  <a:pt x="6098253" y="6359521"/>
                </a:cubicBezTo>
                <a:close/>
                <a:moveTo>
                  <a:pt x="0" y="0"/>
                </a:moveTo>
                <a:lnTo>
                  <a:pt x="12191993" y="0"/>
                </a:lnTo>
                <a:lnTo>
                  <a:pt x="12191993" y="6857996"/>
                </a:lnTo>
                <a:lnTo>
                  <a:pt x="0" y="6857996"/>
                </a:lnTo>
                <a:close/>
              </a:path>
            </a:pathLst>
          </a:custGeom>
        </p:spPr>
        <p:txBody>
          <a:bodyPr wrap="square">
            <a:noAutofit/>
          </a:bodyPr>
          <a:lstStyle>
            <a:lvl1pPr marL="324000" indent="-324000" algn="l" defTabSz="1088610" rtl="0" eaLnBrk="1" latinLnBrk="0" hangingPunct="1">
              <a:spcBef>
                <a:spcPts val="900"/>
              </a:spcBef>
              <a:buFont typeface="Arial" pitchFamily="34" charset="0"/>
              <a:buNone/>
              <a:defRPr/>
            </a:lvl1pPr>
          </a:lstStyle>
          <a:p>
            <a:r>
              <a:rPr lang="en-GB"/>
              <a:t>[Picture]</a:t>
            </a:r>
            <a:endParaRPr lang="en-GB" dirty="0"/>
          </a:p>
        </p:txBody>
      </p:sp>
      <p:sp>
        <p:nvSpPr>
          <p:cNvPr id="2" name="Title 2"/>
          <p:cNvSpPr>
            <a:spLocks noGrp="1" noSelect="1"/>
          </p:cNvSpPr>
          <p:nvPr>
            <p:ph type="title" hasCustomPrompt="1"/>
          </p:nvPr>
        </p:nvSpPr>
        <p:spPr>
          <a:xfrm>
            <a:off x="0" y="2925076"/>
            <a:ext cx="12204000" cy="1188000"/>
          </a:xfrm>
        </p:spPr>
        <p:txBody>
          <a:bodyPr/>
          <a:lstStyle>
            <a:lvl1pPr algn="ctr">
              <a:defRPr sz="6800" b="1" cap="none" baseline="0">
                <a:solidFill>
                  <a:schemeClr val="accent1"/>
                </a:solidFill>
                <a:latin typeface="+mn-lt"/>
              </a:defRPr>
            </a:lvl1pPr>
          </a:lstStyle>
          <a:p>
            <a:r>
              <a:rPr lang="en-GB"/>
              <a:t>[Tekst]</a:t>
            </a:r>
            <a:endParaRPr lang="en-GB" dirty="0"/>
          </a:p>
        </p:txBody>
      </p:sp>
      <p:sp>
        <p:nvSpPr>
          <p:cNvPr id="8" name="Rounded Rectangle 3">
            <a:extLst>
              <a:ext uri="{FF2B5EF4-FFF2-40B4-BE49-F238E27FC236}">
                <a16:creationId xmlns:a16="http://schemas.microsoft.com/office/drawing/2014/main" id="{3ED40BA7-74AB-43EA-AF96-AC34C7F24EB5}"/>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dirty="0"/>
          </a:p>
        </p:txBody>
      </p:sp>
      <p:sp>
        <p:nvSpPr>
          <p:cNvPr id="9" name="Frame 4"/>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0" name="Frame 5"/>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19208900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red), image and red/black logo">
    <p:spTree>
      <p:nvGrpSpPr>
        <p:cNvPr id="1" name=""/>
        <p:cNvGrpSpPr/>
        <p:nvPr/>
      </p:nvGrpSpPr>
      <p:grpSpPr>
        <a:xfrm>
          <a:off x="0" y="0"/>
          <a:ext cx="0" cy="0"/>
          <a:chOff x="0" y="0"/>
          <a:chExt cx="0" cy="0"/>
        </a:xfrm>
      </p:grpSpPr>
      <p:sp>
        <p:nvSpPr>
          <p:cNvPr id="7" name="Frame picture 1">
            <a:extLst>
              <a:ext uri="{FF2B5EF4-FFF2-40B4-BE49-F238E27FC236}">
                <a16:creationId xmlns:a16="http://schemas.microsoft.com/office/drawing/2014/main" id="{37A0C05B-97C3-4483-BD31-B9DD9BC70509}"/>
              </a:ext>
            </a:extLst>
          </p:cNvPr>
          <p:cNvSpPr>
            <a:spLocks noGrp="1" noSelect="1"/>
          </p:cNvSpPr>
          <p:nvPr>
            <p:ph type="pic" sz="quarter" idx="10" hasCustomPrompt="1"/>
          </p:nvPr>
        </p:nvSpPr>
        <p:spPr>
          <a:xfrm>
            <a:off x="0" y="0"/>
            <a:ext cx="12193200" cy="6210000"/>
          </a:xfrm>
        </p:spPr>
        <p:txBody>
          <a:bodyPr/>
          <a:lstStyle>
            <a:lvl1pPr marL="0" indent="0">
              <a:buFontTx/>
              <a:buNone/>
              <a:defRPr/>
            </a:lvl1pPr>
          </a:lstStyle>
          <a:p>
            <a:r>
              <a:rPr lang="en-GB"/>
              <a:t>[Klik hier en voeg via Invoegen | Afbeeldingen een foto in]</a:t>
            </a:r>
            <a:endParaRPr lang="en-GB" dirty="0"/>
          </a:p>
        </p:txBody>
      </p:sp>
      <p:sp>
        <p:nvSpPr>
          <p:cNvPr id="9" name="Achtergrondvlak 2">
            <a:extLst>
              <a:ext uri="{FF2B5EF4-FFF2-40B4-BE49-F238E27FC236}">
                <a16:creationId xmlns:a16="http://schemas.microsoft.com/office/drawing/2014/main" id="{61754AF3-BC4E-4713-948D-AEF78A2110BC}"/>
              </a:ext>
            </a:extLst>
          </p:cNvPr>
          <p:cNvSpPr>
            <a:spLocks noSelect="1"/>
          </p:cNvSpPr>
          <p:nvPr userDrawn="1"/>
        </p:nvSpPr>
        <p:spPr>
          <a:xfrm>
            <a:off x="0" y="6210000"/>
            <a:ext cx="12196800" cy="6840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3"/>
          <p:cNvSpPr>
            <a:spLocks noGrp="1" noSelect="1"/>
          </p:cNvSpPr>
          <p:nvPr>
            <p:ph type="title" hasCustomPrompt="1"/>
          </p:nvPr>
        </p:nvSpPr>
        <p:spPr>
          <a:xfrm>
            <a:off x="0" y="2925076"/>
            <a:ext cx="12204000" cy="1188000"/>
          </a:xfrm>
        </p:spPr>
        <p:txBody>
          <a:bodyPr/>
          <a:lstStyle>
            <a:lvl1pPr algn="ctr">
              <a:defRPr sz="6800" b="1" cap="none" baseline="0">
                <a:solidFill>
                  <a:schemeClr val="accent1"/>
                </a:solidFill>
                <a:latin typeface="+mn-lt"/>
              </a:defRPr>
            </a:lvl1pPr>
          </a:lstStyle>
          <a:p>
            <a:r>
              <a:rPr lang="en-GB"/>
              <a:t>[Tekst]</a:t>
            </a:r>
            <a:endParaRPr lang="en-GB" dirty="0"/>
          </a:p>
        </p:txBody>
      </p:sp>
      <p:sp>
        <p:nvSpPr>
          <p:cNvPr id="8" name="Rounded Rectangle 4">
            <a:extLst>
              <a:ext uri="{FF2B5EF4-FFF2-40B4-BE49-F238E27FC236}">
                <a16:creationId xmlns:a16="http://schemas.microsoft.com/office/drawing/2014/main" id="{3ED40BA7-74AB-43EA-AF96-AC34C7F24EB5}"/>
              </a:ext>
            </a:extLst>
          </p:cNvPr>
          <p:cNvSpPr>
            <a:spLocks noSelect="1"/>
          </p:cNvSpPr>
          <p:nvPr userDrawn="1"/>
        </p:nvSpPr>
        <p:spPr>
          <a:xfrm>
            <a:off x="-2400944" y="0"/>
            <a:ext cx="2016224" cy="2528900"/>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U kunt zelf een afbeelding plaatsen in het afbeeldingsvak. Wilt u bij nader inzien toch een andere afbeelding? Klik dan in de rand van de afbeelding en druk op delete. U krijgt nu weer het fotovak te zien met een pictogram. Klik boven in het scherm op het tabblad Start op Opnieuw instellen. De dia heeft nu de originele indeling. Voeg opnieuw een afbeelding in.</a:t>
            </a:r>
            <a:endParaRPr lang="en-GB" sz="1000" noProof="0" dirty="0"/>
          </a:p>
        </p:txBody>
      </p:sp>
      <p:sp>
        <p:nvSpPr>
          <p:cNvPr id="12" name="Frame 5"/>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BE3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3" name="Frame 6"/>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30680218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noSelect="1"/>
          </p:cNvSpPr>
          <p:nvPr>
            <p:ph type="title" hasCustomPrompt="1"/>
          </p:nvPr>
        </p:nvSpPr>
        <p:spPr bwMode="gray"/>
        <p:txBody>
          <a:bodyPr/>
          <a:lstStyle>
            <a:lvl1pPr>
              <a:defRPr/>
            </a:lvl1pPr>
          </a:lstStyle>
          <a:p>
            <a:r>
              <a:rPr lang="en-GB" noProof="1"/>
              <a:t>[title]</a:t>
            </a:r>
          </a:p>
        </p:txBody>
      </p:sp>
      <p:sp>
        <p:nvSpPr>
          <p:cNvPr id="6" name="Date Placeholder 2"/>
          <p:cNvSpPr>
            <a:spLocks noGrp="1" noSelect="1"/>
          </p:cNvSpPr>
          <p:nvPr>
            <p:ph type="dt" sz="half" idx="10"/>
          </p:nvPr>
        </p:nvSpPr>
        <p:spPr/>
        <p:txBody>
          <a:bodyPr/>
          <a:lstStyle/>
          <a:p>
            <a:fld id="{A8E093FC-8673-F848-844B-79473B62C447}" type="datetime4">
              <a:rPr lang="en-US" noProof="1" smtClean="0"/>
              <a:t>March 24, 2026</a:t>
            </a:fld>
            <a:endParaRPr lang="en-GB" noProof="1"/>
          </a:p>
        </p:txBody>
      </p:sp>
      <p:sp>
        <p:nvSpPr>
          <p:cNvPr id="7" name="Footer Placeholder 3"/>
          <p:cNvSpPr>
            <a:spLocks noGrp="1" noSelect="1"/>
          </p:cNvSpPr>
          <p:nvPr>
            <p:ph type="ftr" sz="quarter" idx="11"/>
          </p:nvPr>
        </p:nvSpPr>
        <p:spPr/>
        <p:txBody>
          <a:bodyPr/>
          <a:lstStyle/>
          <a:p>
            <a:r>
              <a:rPr lang="en-GB" noProof="1"/>
              <a:t>[Voettekst]</a:t>
            </a:r>
          </a:p>
        </p:txBody>
      </p:sp>
      <p:sp>
        <p:nvSpPr>
          <p:cNvPr id="8" name="Slide Number Placeholder 4"/>
          <p:cNvSpPr>
            <a:spLocks noGrp="1" noSelect="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Tree>
    <p:extLst>
      <p:ext uri="{BB962C8B-B14F-4D97-AF65-F5344CB8AC3E}">
        <p14:creationId xmlns:p14="http://schemas.microsoft.com/office/powerpoint/2010/main" val="30672220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 y="1"/>
            <a:ext cx="2248635" cy="4068241"/>
          </a:xfrm>
          <a:custGeom>
            <a:avLst/>
            <a:gdLst/>
            <a:ahLst/>
            <a:cxnLst/>
            <a:rect l="l" t="t" r="r" b="b"/>
            <a:pathLst>
              <a:path w="850265" h="2052955">
                <a:moveTo>
                  <a:pt x="0" y="2052457"/>
                </a:moveTo>
                <a:lnTo>
                  <a:pt x="0" y="1470978"/>
                </a:lnTo>
                <a:lnTo>
                  <a:pt x="609373" y="0"/>
                </a:lnTo>
                <a:lnTo>
                  <a:pt x="850256" y="0"/>
                </a:lnTo>
                <a:lnTo>
                  <a:pt x="0" y="2052457"/>
                </a:lnTo>
                <a:close/>
              </a:path>
            </a:pathLst>
          </a:custGeom>
          <a:solidFill>
            <a:srgbClr val="B60E0B"/>
          </a:solidFill>
        </p:spPr>
        <p:txBody>
          <a:bodyPr wrap="square" lIns="0" tIns="0" rIns="0" bIns="0" rtlCol="0"/>
          <a:lstStyle/>
          <a:p>
            <a:endParaRPr sz="4162"/>
          </a:p>
        </p:txBody>
      </p:sp>
      <p:sp>
        <p:nvSpPr>
          <p:cNvPr id="17" name="bg object 17"/>
          <p:cNvSpPr/>
          <p:nvPr/>
        </p:nvSpPr>
        <p:spPr>
          <a:xfrm>
            <a:off x="1" y="5524949"/>
            <a:ext cx="733871" cy="1323783"/>
          </a:xfrm>
          <a:custGeom>
            <a:avLst/>
            <a:gdLst/>
            <a:ahLst/>
            <a:cxnLst/>
            <a:rect l="l" t="t" r="r" b="b"/>
            <a:pathLst>
              <a:path w="277495" h="668020">
                <a:moveTo>
                  <a:pt x="277041" y="667946"/>
                </a:moveTo>
                <a:lnTo>
                  <a:pt x="36449" y="667946"/>
                </a:lnTo>
                <a:lnTo>
                  <a:pt x="0" y="579944"/>
                </a:lnTo>
                <a:lnTo>
                  <a:pt x="0" y="0"/>
                </a:lnTo>
                <a:lnTo>
                  <a:pt x="277041" y="667946"/>
                </a:lnTo>
                <a:close/>
              </a:path>
            </a:pathLst>
          </a:custGeom>
          <a:solidFill>
            <a:srgbClr val="B60E0B"/>
          </a:solidFill>
        </p:spPr>
        <p:txBody>
          <a:bodyPr wrap="square" lIns="0" tIns="0" rIns="0" bIns="0" rtlCol="0"/>
          <a:lstStyle/>
          <a:p>
            <a:endParaRPr sz="4162"/>
          </a:p>
        </p:txBody>
      </p:sp>
      <p:sp>
        <p:nvSpPr>
          <p:cNvPr id="18" name="bg object 18"/>
          <p:cNvSpPr/>
          <p:nvPr/>
        </p:nvSpPr>
        <p:spPr>
          <a:xfrm>
            <a:off x="0" y="6545257"/>
            <a:ext cx="167934" cy="303262"/>
          </a:xfrm>
          <a:custGeom>
            <a:avLst/>
            <a:gdLst/>
            <a:ahLst/>
            <a:cxnLst/>
            <a:rect l="l" t="t" r="r" b="b"/>
            <a:pathLst>
              <a:path w="63500" h="153035">
                <a:moveTo>
                  <a:pt x="63407" y="153038"/>
                </a:moveTo>
                <a:lnTo>
                  <a:pt x="0" y="153038"/>
                </a:lnTo>
                <a:lnTo>
                  <a:pt x="0" y="0"/>
                </a:lnTo>
                <a:lnTo>
                  <a:pt x="63407" y="153038"/>
                </a:lnTo>
                <a:close/>
              </a:path>
            </a:pathLst>
          </a:custGeom>
          <a:solidFill>
            <a:srgbClr val="E20512"/>
          </a:solidFill>
        </p:spPr>
        <p:txBody>
          <a:bodyPr wrap="square" lIns="0" tIns="0" rIns="0" bIns="0" rtlCol="0"/>
          <a:lstStyle/>
          <a:p>
            <a:endParaRPr sz="4162"/>
          </a:p>
        </p:txBody>
      </p:sp>
      <p:sp>
        <p:nvSpPr>
          <p:cNvPr id="19" name="bg object 19"/>
          <p:cNvSpPr/>
          <p:nvPr/>
        </p:nvSpPr>
        <p:spPr>
          <a:xfrm>
            <a:off x="1" y="0"/>
            <a:ext cx="1684377" cy="3045204"/>
          </a:xfrm>
          <a:custGeom>
            <a:avLst/>
            <a:gdLst/>
            <a:ahLst/>
            <a:cxnLst/>
            <a:rect l="l" t="t" r="r" b="b"/>
            <a:pathLst>
              <a:path w="636905" h="1536700">
                <a:moveTo>
                  <a:pt x="0" y="1536105"/>
                </a:moveTo>
                <a:lnTo>
                  <a:pt x="0" y="1310896"/>
                </a:lnTo>
                <a:lnTo>
                  <a:pt x="543055" y="0"/>
                </a:lnTo>
                <a:lnTo>
                  <a:pt x="636332" y="0"/>
                </a:lnTo>
                <a:lnTo>
                  <a:pt x="0" y="1536105"/>
                </a:lnTo>
                <a:close/>
              </a:path>
            </a:pathLst>
          </a:custGeom>
          <a:solidFill>
            <a:srgbClr val="E20512"/>
          </a:solidFill>
        </p:spPr>
        <p:txBody>
          <a:bodyPr wrap="square" lIns="0" tIns="0" rIns="0" bIns="0" rtlCol="0"/>
          <a:lstStyle/>
          <a:p>
            <a:endParaRPr sz="4162"/>
          </a:p>
        </p:txBody>
      </p:sp>
      <p:sp>
        <p:nvSpPr>
          <p:cNvPr id="20" name="bg object 20"/>
          <p:cNvSpPr/>
          <p:nvPr/>
        </p:nvSpPr>
        <p:spPr>
          <a:xfrm>
            <a:off x="0" y="-42"/>
            <a:ext cx="2918691" cy="6849190"/>
          </a:xfrm>
          <a:custGeom>
            <a:avLst/>
            <a:gdLst/>
            <a:ahLst/>
            <a:cxnLst/>
            <a:rect l="l" t="t" r="r" b="b"/>
            <a:pathLst>
              <a:path w="1103630" h="3456304">
                <a:moveTo>
                  <a:pt x="530421" y="3456021"/>
                </a:moveTo>
                <a:lnTo>
                  <a:pt x="250082" y="3456021"/>
                </a:lnTo>
                <a:lnTo>
                  <a:pt x="0" y="2853138"/>
                </a:lnTo>
                <a:lnTo>
                  <a:pt x="0" y="1987304"/>
                </a:lnTo>
                <a:lnTo>
                  <a:pt x="823306" y="0"/>
                </a:lnTo>
                <a:lnTo>
                  <a:pt x="1103548" y="0"/>
                </a:lnTo>
                <a:lnTo>
                  <a:pt x="101266" y="2419748"/>
                </a:lnTo>
                <a:lnTo>
                  <a:pt x="530421" y="3456021"/>
                </a:lnTo>
                <a:close/>
              </a:path>
            </a:pathLst>
          </a:custGeom>
          <a:solidFill>
            <a:srgbClr val="891002"/>
          </a:solidFill>
        </p:spPr>
        <p:txBody>
          <a:bodyPr wrap="square" lIns="0" tIns="0" rIns="0" bIns="0" rtlCol="0"/>
          <a:lstStyle/>
          <a:p>
            <a:endParaRPr sz="4162"/>
          </a:p>
        </p:txBody>
      </p:sp>
      <p:pic>
        <p:nvPicPr>
          <p:cNvPr id="21" name="bg object 21"/>
          <p:cNvPicPr/>
          <p:nvPr/>
        </p:nvPicPr>
        <p:blipFill>
          <a:blip r:embed="rId2" cstate="print"/>
          <a:stretch>
            <a:fillRect/>
          </a:stretch>
        </p:blipFill>
        <p:spPr>
          <a:xfrm>
            <a:off x="8128469" y="6331414"/>
            <a:ext cx="3834666" cy="463667"/>
          </a:xfrm>
          <a:prstGeom prst="rect">
            <a:avLst/>
          </a:prstGeom>
        </p:spPr>
      </p:pic>
      <p:pic>
        <p:nvPicPr>
          <p:cNvPr id="22" name="bg object 22"/>
          <p:cNvPicPr/>
          <p:nvPr/>
        </p:nvPicPr>
        <p:blipFill>
          <a:blip r:embed="rId3" cstate="print"/>
          <a:stretch>
            <a:fillRect/>
          </a:stretch>
        </p:blipFill>
        <p:spPr>
          <a:xfrm>
            <a:off x="9320097" y="335238"/>
            <a:ext cx="1863291" cy="328066"/>
          </a:xfrm>
          <a:prstGeom prst="rect">
            <a:avLst/>
          </a:prstGeom>
        </p:spPr>
      </p:pic>
      <p:sp>
        <p:nvSpPr>
          <p:cNvPr id="23" name="bg object 23"/>
          <p:cNvSpPr/>
          <p:nvPr/>
        </p:nvSpPr>
        <p:spPr>
          <a:xfrm>
            <a:off x="9343860" y="575971"/>
            <a:ext cx="16793" cy="85568"/>
          </a:xfrm>
          <a:custGeom>
            <a:avLst/>
            <a:gdLst/>
            <a:ahLst/>
            <a:cxnLst/>
            <a:rect l="l" t="t" r="r" b="b"/>
            <a:pathLst>
              <a:path w="6350" h="43179">
                <a:moveTo>
                  <a:pt x="5893" y="43145"/>
                </a:moveTo>
                <a:lnTo>
                  <a:pt x="0" y="43145"/>
                </a:lnTo>
                <a:lnTo>
                  <a:pt x="0" y="0"/>
                </a:lnTo>
                <a:lnTo>
                  <a:pt x="5893" y="0"/>
                </a:lnTo>
                <a:lnTo>
                  <a:pt x="5893" y="43145"/>
                </a:lnTo>
                <a:close/>
              </a:path>
            </a:pathLst>
          </a:custGeom>
          <a:solidFill>
            <a:srgbClr val="1C1C1A"/>
          </a:solidFill>
        </p:spPr>
        <p:txBody>
          <a:bodyPr wrap="square" lIns="0" tIns="0" rIns="0" bIns="0" rtlCol="0"/>
          <a:lstStyle/>
          <a:p>
            <a:endParaRPr sz="4162"/>
          </a:p>
        </p:txBody>
      </p:sp>
      <p:pic>
        <p:nvPicPr>
          <p:cNvPr id="24" name="bg object 24"/>
          <p:cNvPicPr/>
          <p:nvPr/>
        </p:nvPicPr>
        <p:blipFill>
          <a:blip r:embed="rId4" cstate="print"/>
          <a:stretch>
            <a:fillRect/>
          </a:stretch>
        </p:blipFill>
        <p:spPr>
          <a:xfrm>
            <a:off x="11391199" y="3"/>
            <a:ext cx="736143" cy="713357"/>
          </a:xfrm>
          <a:prstGeom prst="rect">
            <a:avLst/>
          </a:prstGeom>
        </p:spPr>
      </p:pic>
      <p:sp>
        <p:nvSpPr>
          <p:cNvPr id="25" name="bg object 25"/>
          <p:cNvSpPr/>
          <p:nvPr/>
        </p:nvSpPr>
        <p:spPr>
          <a:xfrm>
            <a:off x="11326549" y="3"/>
            <a:ext cx="861501" cy="713484"/>
          </a:xfrm>
          <a:custGeom>
            <a:avLst/>
            <a:gdLst/>
            <a:ahLst/>
            <a:cxnLst/>
            <a:rect l="l" t="t" r="r" b="b"/>
            <a:pathLst>
              <a:path w="325754" h="360045">
                <a:moveTo>
                  <a:pt x="239379" y="216799"/>
                </a:moveTo>
                <a:lnTo>
                  <a:pt x="210173" y="216799"/>
                </a:lnTo>
                <a:lnTo>
                  <a:pt x="299992" y="0"/>
                </a:lnTo>
                <a:lnTo>
                  <a:pt x="325152" y="0"/>
                </a:lnTo>
                <a:lnTo>
                  <a:pt x="325152" y="9727"/>
                </a:lnTo>
                <a:lnTo>
                  <a:pt x="239379" y="216799"/>
                </a:lnTo>
                <a:close/>
              </a:path>
              <a:path w="325754" h="360045">
                <a:moveTo>
                  <a:pt x="106571" y="359992"/>
                </a:moveTo>
                <a:lnTo>
                  <a:pt x="43328" y="338506"/>
                </a:lnTo>
                <a:lnTo>
                  <a:pt x="5286" y="285420"/>
                </a:lnTo>
                <a:lnTo>
                  <a:pt x="0" y="252028"/>
                </a:lnTo>
                <a:lnTo>
                  <a:pt x="5288" y="218635"/>
                </a:lnTo>
                <a:lnTo>
                  <a:pt x="20208" y="189150"/>
                </a:lnTo>
                <a:lnTo>
                  <a:pt x="43341" y="165550"/>
                </a:lnTo>
                <a:lnTo>
                  <a:pt x="73271" y="149814"/>
                </a:lnTo>
                <a:lnTo>
                  <a:pt x="106591" y="144097"/>
                </a:lnTo>
                <a:lnTo>
                  <a:pt x="139306" y="148754"/>
                </a:lnTo>
                <a:lnTo>
                  <a:pt x="169085" y="163079"/>
                </a:lnTo>
                <a:lnTo>
                  <a:pt x="178137" y="171677"/>
                </a:lnTo>
                <a:lnTo>
                  <a:pt x="117426" y="171677"/>
                </a:lnTo>
                <a:lnTo>
                  <a:pt x="89985" y="173151"/>
                </a:lnTo>
                <a:lnTo>
                  <a:pt x="64617" y="183710"/>
                </a:lnTo>
                <a:lnTo>
                  <a:pt x="44705" y="201588"/>
                </a:lnTo>
                <a:lnTo>
                  <a:pt x="31697" y="224974"/>
                </a:lnTo>
                <a:lnTo>
                  <a:pt x="27045" y="252028"/>
                </a:lnTo>
                <a:lnTo>
                  <a:pt x="31697" y="279138"/>
                </a:lnTo>
                <a:lnTo>
                  <a:pt x="44705" y="302524"/>
                </a:lnTo>
                <a:lnTo>
                  <a:pt x="64617" y="320401"/>
                </a:lnTo>
                <a:lnTo>
                  <a:pt x="89985" y="330958"/>
                </a:lnTo>
                <a:lnTo>
                  <a:pt x="117426" y="332436"/>
                </a:lnTo>
                <a:lnTo>
                  <a:pt x="178093" y="332436"/>
                </a:lnTo>
                <a:lnTo>
                  <a:pt x="169070" y="341002"/>
                </a:lnTo>
                <a:lnTo>
                  <a:pt x="139288" y="355322"/>
                </a:lnTo>
                <a:lnTo>
                  <a:pt x="106571" y="359992"/>
                </a:lnTo>
                <a:close/>
              </a:path>
              <a:path w="325754" h="360045">
                <a:moveTo>
                  <a:pt x="269481" y="359992"/>
                </a:moveTo>
                <a:lnTo>
                  <a:pt x="240281" y="359992"/>
                </a:lnTo>
                <a:lnTo>
                  <a:pt x="190454" y="239910"/>
                </a:lnTo>
                <a:lnTo>
                  <a:pt x="180906" y="217005"/>
                </a:lnTo>
                <a:lnTo>
                  <a:pt x="164976" y="194610"/>
                </a:lnTo>
                <a:lnTo>
                  <a:pt x="143120" y="179165"/>
                </a:lnTo>
                <a:lnTo>
                  <a:pt x="117426" y="171677"/>
                </a:lnTo>
                <a:lnTo>
                  <a:pt x="178137" y="171677"/>
                </a:lnTo>
                <a:lnTo>
                  <a:pt x="205433" y="205355"/>
                </a:lnTo>
                <a:lnTo>
                  <a:pt x="210173" y="216799"/>
                </a:lnTo>
                <a:lnTo>
                  <a:pt x="239379" y="216799"/>
                </a:lnTo>
                <a:lnTo>
                  <a:pt x="224787" y="252028"/>
                </a:lnTo>
                <a:lnTo>
                  <a:pt x="269481" y="359992"/>
                </a:lnTo>
                <a:close/>
              </a:path>
              <a:path w="325754" h="360045">
                <a:moveTo>
                  <a:pt x="178093" y="332436"/>
                </a:moveTo>
                <a:lnTo>
                  <a:pt x="117426" y="332436"/>
                </a:lnTo>
                <a:lnTo>
                  <a:pt x="143120" y="324948"/>
                </a:lnTo>
                <a:lnTo>
                  <a:pt x="164976" y="309504"/>
                </a:lnTo>
                <a:lnTo>
                  <a:pt x="180906" y="287113"/>
                </a:lnTo>
                <a:lnTo>
                  <a:pt x="193588" y="317723"/>
                </a:lnTo>
                <a:lnTo>
                  <a:pt x="178093" y="332436"/>
                </a:lnTo>
                <a:close/>
              </a:path>
            </a:pathLst>
          </a:custGeom>
          <a:solidFill>
            <a:srgbClr val="891002"/>
          </a:solidFill>
        </p:spPr>
        <p:txBody>
          <a:bodyPr wrap="square" lIns="0" tIns="0" rIns="0" bIns="0" rtlCol="0"/>
          <a:lstStyle/>
          <a:p>
            <a:endParaRPr sz="4162"/>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rPr lang="en-GB"/>
              <a:t>[Voettekst]</a:t>
            </a:r>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C264FA8A-0AA0-5C49-B9FE-C8F67A6F1D98}" type="datetime4">
              <a:rPr lang="en-US" smtClean="0"/>
              <a:t>March 24, 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80438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4" name="Date Placeholder 1"/>
          <p:cNvSpPr>
            <a:spLocks noGrp="1" noSelect="1"/>
          </p:cNvSpPr>
          <p:nvPr>
            <p:ph type="dt" sz="half" idx="2"/>
          </p:nvPr>
        </p:nvSpPr>
        <p:spPr bwMode="gray">
          <a:xfrm>
            <a:off x="9816205" y="6489368"/>
            <a:ext cx="1260222" cy="252000"/>
          </a:xfrm>
          <a:prstGeom prst="rect">
            <a:avLst/>
          </a:prstGeom>
        </p:spPr>
        <p:txBody>
          <a:bodyPr vert="horz" lIns="0" tIns="0" rIns="0" bIns="0" rtlCol="0" anchor="t">
            <a:noAutofit/>
          </a:bodyPr>
          <a:lstStyle>
            <a:lvl1pPr algn="r">
              <a:defRPr sz="1000">
                <a:solidFill>
                  <a:schemeClr val="tx1"/>
                </a:solidFill>
                <a:latin typeface="+mn-lt"/>
              </a:defRPr>
            </a:lvl1pPr>
          </a:lstStyle>
          <a:p>
            <a:fld id="{74F06955-E410-D34F-B80D-A91175E6103E}" type="datetime4">
              <a:rPr lang="en-US" noProof="1" smtClean="0"/>
              <a:t>March 24, 2026</a:t>
            </a:fld>
            <a:endParaRPr lang="en-GB" noProof="1"/>
          </a:p>
        </p:txBody>
      </p:sp>
      <p:sp>
        <p:nvSpPr>
          <p:cNvPr id="5" name="Footer Placeholder 2"/>
          <p:cNvSpPr>
            <a:spLocks noGrp="1" noSelect="1"/>
          </p:cNvSpPr>
          <p:nvPr>
            <p:ph type="ftr" sz="quarter" idx="3"/>
          </p:nvPr>
        </p:nvSpPr>
        <p:spPr bwMode="gray">
          <a:xfrm>
            <a:off x="1065600" y="6489368"/>
            <a:ext cx="3060000" cy="252000"/>
          </a:xfrm>
          <a:prstGeom prst="rect">
            <a:avLst/>
          </a:prstGeom>
        </p:spPr>
        <p:txBody>
          <a:bodyPr vert="horz" lIns="0" tIns="0" rIns="0" bIns="0" rtlCol="0" anchor="t">
            <a:noAutofit/>
          </a:bodyPr>
          <a:lstStyle>
            <a:lvl1pPr algn="l">
              <a:defRPr sz="1000">
                <a:solidFill>
                  <a:schemeClr val="tx1"/>
                </a:solidFill>
                <a:latin typeface="+mn-lt"/>
              </a:defRPr>
            </a:lvl1pPr>
          </a:lstStyle>
          <a:p>
            <a:r>
              <a:rPr lang="en-GB" noProof="1"/>
              <a:t>[Voettekst]</a:t>
            </a:r>
          </a:p>
        </p:txBody>
      </p:sp>
      <p:sp>
        <p:nvSpPr>
          <p:cNvPr id="6" name="Slide Number Placeholder 3"/>
          <p:cNvSpPr>
            <a:spLocks noGrp="1" noSelect="1"/>
          </p:cNvSpPr>
          <p:nvPr>
            <p:ph type="sldNum" sz="quarter" idx="4"/>
          </p:nvPr>
        </p:nvSpPr>
        <p:spPr bwMode="gray">
          <a:xfrm>
            <a:off x="11116439" y="6489368"/>
            <a:ext cx="389588" cy="252000"/>
          </a:xfrm>
          <a:prstGeom prst="rect">
            <a:avLst/>
          </a:prstGeom>
        </p:spPr>
        <p:txBody>
          <a:bodyPr vert="horz" lIns="0" tIns="0" rIns="0" bIns="0" rtlCol="0" anchor="t">
            <a:noAutofit/>
          </a:bodyPr>
          <a:lstStyle>
            <a:lvl1pPr algn="l">
              <a:defRPr sz="1000">
                <a:solidFill>
                  <a:schemeClr val="tx1"/>
                </a:solidFill>
                <a:latin typeface="+mn-lt"/>
              </a:defRPr>
            </a:lvl1pPr>
          </a:lstStyle>
          <a:p>
            <a:r>
              <a:rPr lang="en-GB" noProof="1">
                <a:solidFill>
                  <a:schemeClr val="accent1"/>
                </a:solidFill>
              </a:rPr>
              <a:t>|</a:t>
            </a:r>
            <a:r>
              <a:rPr lang="en-GB" noProof="1"/>
              <a:t> </a:t>
            </a:r>
            <a:fld id="{1336C48C-F87C-4E4B-81EF-5027B17D1F61}" type="slidenum">
              <a:rPr lang="en-GB" noProof="1" smtClean="0"/>
              <a:pPr/>
              <a:t>‹#›</a:t>
            </a:fld>
            <a:endParaRPr lang="en-GB" noProof="1"/>
          </a:p>
        </p:txBody>
      </p:sp>
      <p:sp>
        <p:nvSpPr>
          <p:cNvPr id="3" name="Frame text 4 (JU-Free)"/>
          <p:cNvSpPr>
            <a:spLocks noGrp="1"/>
          </p:cNvSpPr>
          <p:nvPr>
            <p:ph type="body" idx="1"/>
          </p:nvPr>
        </p:nvSpPr>
        <p:spPr bwMode="gray">
          <a:xfrm>
            <a:off x="1066027" y="1773930"/>
            <a:ext cx="10440000" cy="4428000"/>
          </a:xfrm>
          <a:prstGeom prst="rect">
            <a:avLst/>
          </a:prstGeom>
        </p:spPr>
        <p:txBody>
          <a:bodyPr vert="horz" lIns="0" tIns="0" rIns="0" bIns="0" rtlCol="0">
            <a:noAutofit/>
          </a:bodyPr>
          <a:lstStyle/>
          <a:p>
            <a:pPr lvl="0"/>
            <a:r>
              <a:rPr lang="en-GB" noProof="1"/>
              <a:t>JU-LEVEL1=Opsomming 1e niveau</a:t>
            </a:r>
          </a:p>
          <a:p>
            <a:pPr lvl="1"/>
            <a:r>
              <a:rPr lang="en-GB" noProof="1"/>
              <a:t>JU-LEVEL2=Opsomming 2e niveau</a:t>
            </a:r>
          </a:p>
          <a:p>
            <a:pPr lvl="2"/>
            <a:r>
              <a:rPr lang="en-GB" noProof="1"/>
              <a:t>JU-LEVEL3=Opsomming nummer 1e niveau</a:t>
            </a:r>
          </a:p>
          <a:p>
            <a:pPr lvl="3"/>
            <a:r>
              <a:rPr lang="en-GB" noProof="1"/>
              <a:t>JU-LEVEL4=Kop</a:t>
            </a:r>
          </a:p>
          <a:p>
            <a:pPr lvl="4"/>
            <a:r>
              <a:rPr lang="en-GB" noProof="1"/>
              <a:t>JU-LEVEL5=Basistekst</a:t>
            </a:r>
          </a:p>
          <a:p>
            <a:pPr lvl="5"/>
            <a:r>
              <a:rPr lang="en-GB" noProof="1"/>
              <a:t>JU-LEVEL6=Zwevend 1e niveau</a:t>
            </a:r>
          </a:p>
          <a:p>
            <a:pPr lvl="6"/>
            <a:r>
              <a:rPr lang="en-GB" noProof="1"/>
              <a:t>JU-LEVEL7=Zwevend 2e niveau</a:t>
            </a:r>
          </a:p>
        </p:txBody>
      </p:sp>
      <p:sp>
        <p:nvSpPr>
          <p:cNvPr id="2" name="Title Placeholder 5"/>
          <p:cNvSpPr>
            <a:spLocks noGrp="1" noSelect="1"/>
          </p:cNvSpPr>
          <p:nvPr>
            <p:ph type="title"/>
          </p:nvPr>
        </p:nvSpPr>
        <p:spPr bwMode="gray">
          <a:xfrm>
            <a:off x="864817" y="469373"/>
            <a:ext cx="10440000" cy="720000"/>
          </a:xfrm>
          <a:prstGeom prst="rect">
            <a:avLst/>
          </a:prstGeom>
        </p:spPr>
        <p:txBody>
          <a:bodyPr vert="horz" lIns="0" tIns="0" rIns="0" bIns="0" rtlCol="0" anchor="t">
            <a:noAutofit/>
          </a:bodyPr>
          <a:lstStyle/>
          <a:p>
            <a:r>
              <a:rPr lang="en-GB" noProof="1"/>
              <a:t>[Title]</a:t>
            </a:r>
          </a:p>
        </p:txBody>
      </p:sp>
      <p:sp>
        <p:nvSpPr>
          <p:cNvPr id="9" name="Frame 6"/>
          <p:cNvSpPr>
            <a:spLocks noSelect="1"/>
          </p:cNvSpPr>
          <p:nvPr userDrawn="1"/>
        </p:nvSpPr>
        <p:spPr bwMode="auto">
          <a:xfrm>
            <a:off x="4687888" y="6499226"/>
            <a:ext cx="1212850" cy="125413"/>
          </a:xfrm>
          <a:custGeom>
            <a:avLst/>
            <a:gdLst>
              <a:gd name="T0" fmla="*/ 52 w 3822"/>
              <a:gd name="T1" fmla="*/ 23 h 395"/>
              <a:gd name="T2" fmla="*/ 0 w 3822"/>
              <a:gd name="T3" fmla="*/ 301 h 395"/>
              <a:gd name="T4" fmla="*/ 80 w 3822"/>
              <a:gd name="T5" fmla="*/ 202 h 395"/>
              <a:gd name="T6" fmla="*/ 243 w 3822"/>
              <a:gd name="T7" fmla="*/ 315 h 395"/>
              <a:gd name="T8" fmla="*/ 91 w 3822"/>
              <a:gd name="T9" fmla="*/ 49 h 395"/>
              <a:gd name="T10" fmla="*/ 295 w 3822"/>
              <a:gd name="T11" fmla="*/ 130 h 395"/>
              <a:gd name="T12" fmla="*/ 280 w 3822"/>
              <a:gd name="T13" fmla="*/ 268 h 395"/>
              <a:gd name="T14" fmla="*/ 472 w 3822"/>
              <a:gd name="T15" fmla="*/ 301 h 395"/>
              <a:gd name="T16" fmla="*/ 395 w 3822"/>
              <a:gd name="T17" fmla="*/ 243 h 395"/>
              <a:gd name="T18" fmla="*/ 606 w 3822"/>
              <a:gd name="T19" fmla="*/ 31 h 395"/>
              <a:gd name="T20" fmla="*/ 627 w 3822"/>
              <a:gd name="T21" fmla="*/ 289 h 395"/>
              <a:gd name="T22" fmla="*/ 585 w 3822"/>
              <a:gd name="T23" fmla="*/ 135 h 395"/>
              <a:gd name="T24" fmla="*/ 798 w 3822"/>
              <a:gd name="T25" fmla="*/ 13 h 395"/>
              <a:gd name="T26" fmla="*/ 749 w 3822"/>
              <a:gd name="T27" fmla="*/ 284 h 395"/>
              <a:gd name="T28" fmla="*/ 886 w 3822"/>
              <a:gd name="T29" fmla="*/ 213 h 395"/>
              <a:gd name="T30" fmla="*/ 1016 w 3822"/>
              <a:gd name="T31" fmla="*/ 210 h 395"/>
              <a:gd name="T32" fmla="*/ 1340 w 3822"/>
              <a:gd name="T33" fmla="*/ 290 h 395"/>
              <a:gd name="T34" fmla="*/ 1260 w 3822"/>
              <a:gd name="T35" fmla="*/ 107 h 395"/>
              <a:gd name="T36" fmla="*/ 1349 w 3822"/>
              <a:gd name="T37" fmla="*/ 145 h 395"/>
              <a:gd name="T38" fmla="*/ 1398 w 3822"/>
              <a:gd name="T39" fmla="*/ 207 h 395"/>
              <a:gd name="T40" fmla="*/ 1568 w 3822"/>
              <a:gd name="T41" fmla="*/ 9 h 395"/>
              <a:gd name="T42" fmla="*/ 1528 w 3822"/>
              <a:gd name="T43" fmla="*/ 320 h 395"/>
              <a:gd name="T44" fmla="*/ 1662 w 3822"/>
              <a:gd name="T45" fmla="*/ 294 h 395"/>
              <a:gd name="T46" fmla="*/ 2053 w 3822"/>
              <a:gd name="T47" fmla="*/ 134 h 395"/>
              <a:gd name="T48" fmla="*/ 1800 w 3822"/>
              <a:gd name="T49" fmla="*/ 21 h 395"/>
              <a:gd name="T50" fmla="*/ 1884 w 3822"/>
              <a:gd name="T51" fmla="*/ 258 h 395"/>
              <a:gd name="T52" fmla="*/ 2036 w 3822"/>
              <a:gd name="T53" fmla="*/ 23 h 395"/>
              <a:gd name="T54" fmla="*/ 2234 w 3822"/>
              <a:gd name="T55" fmla="*/ 310 h 395"/>
              <a:gd name="T56" fmla="*/ 2179 w 3822"/>
              <a:gd name="T57" fmla="*/ 278 h 395"/>
              <a:gd name="T58" fmla="*/ 2115 w 3822"/>
              <a:gd name="T59" fmla="*/ 293 h 395"/>
              <a:gd name="T60" fmla="*/ 2172 w 3822"/>
              <a:gd name="T61" fmla="*/ 114 h 395"/>
              <a:gd name="T62" fmla="*/ 2326 w 3822"/>
              <a:gd name="T63" fmla="*/ 293 h 395"/>
              <a:gd name="T64" fmla="*/ 2425 w 3822"/>
              <a:gd name="T65" fmla="*/ 314 h 395"/>
              <a:gd name="T66" fmla="*/ 2372 w 3822"/>
              <a:gd name="T67" fmla="*/ 119 h 395"/>
              <a:gd name="T68" fmla="*/ 2476 w 3822"/>
              <a:gd name="T69" fmla="*/ 303 h 395"/>
              <a:gd name="T70" fmla="*/ 2572 w 3822"/>
              <a:gd name="T71" fmla="*/ 303 h 395"/>
              <a:gd name="T72" fmla="*/ 2595 w 3822"/>
              <a:gd name="T73" fmla="*/ 111 h 395"/>
              <a:gd name="T74" fmla="*/ 2622 w 3822"/>
              <a:gd name="T75" fmla="*/ 221 h 395"/>
              <a:gd name="T76" fmla="*/ 2699 w 3822"/>
              <a:gd name="T77" fmla="*/ 111 h 395"/>
              <a:gd name="T78" fmla="*/ 2881 w 3822"/>
              <a:gd name="T79" fmla="*/ 262 h 395"/>
              <a:gd name="T80" fmla="*/ 2772 w 3822"/>
              <a:gd name="T81" fmla="*/ 178 h 395"/>
              <a:gd name="T82" fmla="*/ 3010 w 3822"/>
              <a:gd name="T83" fmla="*/ 242 h 395"/>
              <a:gd name="T84" fmla="*/ 2934 w 3822"/>
              <a:gd name="T85" fmla="*/ 310 h 395"/>
              <a:gd name="T86" fmla="*/ 2990 w 3822"/>
              <a:gd name="T87" fmla="*/ 107 h 395"/>
              <a:gd name="T88" fmla="*/ 3268 w 3822"/>
              <a:gd name="T89" fmla="*/ 257 h 395"/>
              <a:gd name="T90" fmla="*/ 3128 w 3822"/>
              <a:gd name="T91" fmla="*/ 171 h 395"/>
              <a:gd name="T92" fmla="*/ 3190 w 3822"/>
              <a:gd name="T93" fmla="*/ 184 h 395"/>
              <a:gd name="T94" fmla="*/ 3402 w 3822"/>
              <a:gd name="T95" fmla="*/ 315 h 395"/>
              <a:gd name="T96" fmla="*/ 3305 w 3822"/>
              <a:gd name="T97" fmla="*/ 127 h 395"/>
              <a:gd name="T98" fmla="*/ 3397 w 3822"/>
              <a:gd name="T99" fmla="*/ 293 h 395"/>
              <a:gd name="T100" fmla="*/ 3467 w 3822"/>
              <a:gd name="T101" fmla="*/ 270 h 395"/>
              <a:gd name="T102" fmla="*/ 3445 w 3822"/>
              <a:gd name="T103" fmla="*/ 111 h 395"/>
              <a:gd name="T104" fmla="*/ 3513 w 3822"/>
              <a:gd name="T105" fmla="*/ 102 h 395"/>
              <a:gd name="T106" fmla="*/ 3515 w 3822"/>
              <a:gd name="T107" fmla="*/ 158 h 395"/>
              <a:gd name="T108" fmla="*/ 3628 w 3822"/>
              <a:gd name="T109" fmla="*/ 362 h 395"/>
              <a:gd name="T110" fmla="*/ 3636 w 3822"/>
              <a:gd name="T111" fmla="*/ 139 h 395"/>
              <a:gd name="T112" fmla="*/ 3704 w 3822"/>
              <a:gd name="T113" fmla="*/ 128 h 395"/>
              <a:gd name="T114" fmla="*/ 3751 w 3822"/>
              <a:gd name="T115" fmla="*/ 111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22" h="395">
                <a:moveTo>
                  <a:pt x="245" y="293"/>
                </a:moveTo>
                <a:cubicBezTo>
                  <a:pt x="233" y="290"/>
                  <a:pt x="227" y="286"/>
                  <a:pt x="216" y="270"/>
                </a:cubicBezTo>
                <a:cubicBezTo>
                  <a:pt x="202" y="250"/>
                  <a:pt x="174" y="201"/>
                  <a:pt x="165" y="182"/>
                </a:cubicBezTo>
                <a:cubicBezTo>
                  <a:pt x="164" y="178"/>
                  <a:pt x="162" y="174"/>
                  <a:pt x="159" y="169"/>
                </a:cubicBezTo>
                <a:cubicBezTo>
                  <a:pt x="158" y="168"/>
                  <a:pt x="157" y="167"/>
                  <a:pt x="157" y="166"/>
                </a:cubicBezTo>
                <a:cubicBezTo>
                  <a:pt x="157" y="164"/>
                  <a:pt x="158" y="164"/>
                  <a:pt x="167" y="161"/>
                </a:cubicBezTo>
                <a:cubicBezTo>
                  <a:pt x="194" y="154"/>
                  <a:pt x="214" y="124"/>
                  <a:pt x="214" y="92"/>
                </a:cubicBezTo>
                <a:cubicBezTo>
                  <a:pt x="214" y="74"/>
                  <a:pt x="206" y="55"/>
                  <a:pt x="194" y="42"/>
                </a:cubicBezTo>
                <a:cubicBezTo>
                  <a:pt x="180" y="27"/>
                  <a:pt x="161" y="21"/>
                  <a:pt x="132" y="21"/>
                </a:cubicBezTo>
                <a:cubicBezTo>
                  <a:pt x="125" y="21"/>
                  <a:pt x="118" y="21"/>
                  <a:pt x="110" y="21"/>
                </a:cubicBezTo>
                <a:cubicBezTo>
                  <a:pt x="72" y="23"/>
                  <a:pt x="72" y="23"/>
                  <a:pt x="52" y="23"/>
                </a:cubicBezTo>
                <a:cubicBezTo>
                  <a:pt x="39" y="23"/>
                  <a:pt x="29" y="22"/>
                  <a:pt x="22" y="22"/>
                </a:cubicBezTo>
                <a:cubicBezTo>
                  <a:pt x="15" y="21"/>
                  <a:pt x="9" y="21"/>
                  <a:pt x="5" y="21"/>
                </a:cubicBezTo>
                <a:cubicBezTo>
                  <a:pt x="1" y="21"/>
                  <a:pt x="0" y="23"/>
                  <a:pt x="0" y="28"/>
                </a:cubicBezTo>
                <a:cubicBezTo>
                  <a:pt x="0" y="36"/>
                  <a:pt x="0" y="36"/>
                  <a:pt x="0" y="36"/>
                </a:cubicBezTo>
                <a:cubicBezTo>
                  <a:pt x="0" y="42"/>
                  <a:pt x="2" y="43"/>
                  <a:pt x="11" y="45"/>
                </a:cubicBezTo>
                <a:cubicBezTo>
                  <a:pt x="24" y="49"/>
                  <a:pt x="27" y="52"/>
                  <a:pt x="28" y="62"/>
                </a:cubicBezTo>
                <a:cubicBezTo>
                  <a:pt x="28" y="79"/>
                  <a:pt x="29" y="108"/>
                  <a:pt x="29" y="134"/>
                </a:cubicBezTo>
                <a:cubicBezTo>
                  <a:pt x="29" y="202"/>
                  <a:pt x="29" y="202"/>
                  <a:pt x="29" y="202"/>
                </a:cubicBezTo>
                <a:cubicBezTo>
                  <a:pt x="29" y="228"/>
                  <a:pt x="28" y="258"/>
                  <a:pt x="28" y="274"/>
                </a:cubicBezTo>
                <a:cubicBezTo>
                  <a:pt x="27" y="284"/>
                  <a:pt x="24" y="288"/>
                  <a:pt x="11" y="291"/>
                </a:cubicBezTo>
                <a:cubicBezTo>
                  <a:pt x="2" y="293"/>
                  <a:pt x="0" y="294"/>
                  <a:pt x="0" y="301"/>
                </a:cubicBezTo>
                <a:cubicBezTo>
                  <a:pt x="0" y="309"/>
                  <a:pt x="0" y="309"/>
                  <a:pt x="0" y="309"/>
                </a:cubicBezTo>
                <a:cubicBezTo>
                  <a:pt x="0" y="314"/>
                  <a:pt x="1" y="315"/>
                  <a:pt x="6" y="315"/>
                </a:cubicBezTo>
                <a:cubicBezTo>
                  <a:pt x="8" y="315"/>
                  <a:pt x="15" y="315"/>
                  <a:pt x="22" y="315"/>
                </a:cubicBezTo>
                <a:cubicBezTo>
                  <a:pt x="30" y="314"/>
                  <a:pt x="40" y="314"/>
                  <a:pt x="55" y="314"/>
                </a:cubicBezTo>
                <a:cubicBezTo>
                  <a:pt x="68" y="314"/>
                  <a:pt x="79" y="314"/>
                  <a:pt x="87" y="315"/>
                </a:cubicBezTo>
                <a:cubicBezTo>
                  <a:pt x="94" y="315"/>
                  <a:pt x="101" y="315"/>
                  <a:pt x="103" y="315"/>
                </a:cubicBezTo>
                <a:cubicBezTo>
                  <a:pt x="107" y="315"/>
                  <a:pt x="109" y="314"/>
                  <a:pt x="109" y="309"/>
                </a:cubicBezTo>
                <a:cubicBezTo>
                  <a:pt x="109" y="301"/>
                  <a:pt x="109" y="301"/>
                  <a:pt x="109" y="301"/>
                </a:cubicBezTo>
                <a:cubicBezTo>
                  <a:pt x="109" y="294"/>
                  <a:pt x="107" y="293"/>
                  <a:pt x="98" y="291"/>
                </a:cubicBezTo>
                <a:cubicBezTo>
                  <a:pt x="85" y="288"/>
                  <a:pt x="81" y="284"/>
                  <a:pt x="81" y="274"/>
                </a:cubicBezTo>
                <a:cubicBezTo>
                  <a:pt x="81" y="261"/>
                  <a:pt x="80" y="224"/>
                  <a:pt x="80" y="202"/>
                </a:cubicBezTo>
                <a:cubicBezTo>
                  <a:pt x="80" y="182"/>
                  <a:pt x="80" y="182"/>
                  <a:pt x="80" y="182"/>
                </a:cubicBezTo>
                <a:cubicBezTo>
                  <a:pt x="80" y="177"/>
                  <a:pt x="82" y="174"/>
                  <a:pt x="85" y="174"/>
                </a:cubicBezTo>
                <a:cubicBezTo>
                  <a:pt x="91" y="175"/>
                  <a:pt x="91" y="175"/>
                  <a:pt x="91" y="175"/>
                </a:cubicBezTo>
                <a:cubicBezTo>
                  <a:pt x="91" y="175"/>
                  <a:pt x="92" y="175"/>
                  <a:pt x="94" y="174"/>
                </a:cubicBezTo>
                <a:cubicBezTo>
                  <a:pt x="97" y="174"/>
                  <a:pt x="97" y="174"/>
                  <a:pt x="97" y="174"/>
                </a:cubicBezTo>
                <a:cubicBezTo>
                  <a:pt x="107" y="174"/>
                  <a:pt x="108" y="176"/>
                  <a:pt x="115" y="191"/>
                </a:cubicBezTo>
                <a:cubicBezTo>
                  <a:pt x="130" y="221"/>
                  <a:pt x="158" y="281"/>
                  <a:pt x="161" y="290"/>
                </a:cubicBezTo>
                <a:cubicBezTo>
                  <a:pt x="171" y="315"/>
                  <a:pt x="171" y="315"/>
                  <a:pt x="179" y="315"/>
                </a:cubicBezTo>
                <a:cubicBezTo>
                  <a:pt x="186" y="315"/>
                  <a:pt x="186" y="315"/>
                  <a:pt x="186" y="315"/>
                </a:cubicBezTo>
                <a:cubicBezTo>
                  <a:pt x="195" y="315"/>
                  <a:pt x="204" y="315"/>
                  <a:pt x="210" y="315"/>
                </a:cubicBezTo>
                <a:cubicBezTo>
                  <a:pt x="220" y="315"/>
                  <a:pt x="234" y="315"/>
                  <a:pt x="243" y="315"/>
                </a:cubicBezTo>
                <a:cubicBezTo>
                  <a:pt x="246" y="315"/>
                  <a:pt x="246" y="315"/>
                  <a:pt x="246" y="315"/>
                </a:cubicBezTo>
                <a:cubicBezTo>
                  <a:pt x="251" y="315"/>
                  <a:pt x="253" y="313"/>
                  <a:pt x="253" y="310"/>
                </a:cubicBezTo>
                <a:cubicBezTo>
                  <a:pt x="253" y="302"/>
                  <a:pt x="253" y="302"/>
                  <a:pt x="253" y="302"/>
                </a:cubicBezTo>
                <a:cubicBezTo>
                  <a:pt x="253" y="296"/>
                  <a:pt x="253" y="295"/>
                  <a:pt x="245" y="293"/>
                </a:cubicBezTo>
                <a:close/>
                <a:moveTo>
                  <a:pt x="89" y="150"/>
                </a:moveTo>
                <a:cubicBezTo>
                  <a:pt x="82" y="150"/>
                  <a:pt x="80" y="148"/>
                  <a:pt x="81" y="140"/>
                </a:cubicBezTo>
                <a:cubicBezTo>
                  <a:pt x="80" y="129"/>
                  <a:pt x="80" y="129"/>
                  <a:pt x="80" y="129"/>
                </a:cubicBezTo>
                <a:cubicBezTo>
                  <a:pt x="80" y="114"/>
                  <a:pt x="80" y="114"/>
                  <a:pt x="80" y="114"/>
                </a:cubicBezTo>
                <a:cubicBezTo>
                  <a:pt x="81" y="64"/>
                  <a:pt x="81" y="64"/>
                  <a:pt x="81" y="64"/>
                </a:cubicBezTo>
                <a:cubicBezTo>
                  <a:pt x="81" y="55"/>
                  <a:pt x="81" y="55"/>
                  <a:pt x="81" y="55"/>
                </a:cubicBezTo>
                <a:cubicBezTo>
                  <a:pt x="81" y="50"/>
                  <a:pt x="82" y="49"/>
                  <a:pt x="91" y="49"/>
                </a:cubicBezTo>
                <a:cubicBezTo>
                  <a:pt x="107" y="49"/>
                  <a:pt x="118" y="50"/>
                  <a:pt x="126" y="52"/>
                </a:cubicBezTo>
                <a:cubicBezTo>
                  <a:pt x="146" y="57"/>
                  <a:pt x="159" y="75"/>
                  <a:pt x="159" y="98"/>
                </a:cubicBezTo>
                <a:cubicBezTo>
                  <a:pt x="159" y="114"/>
                  <a:pt x="152" y="130"/>
                  <a:pt x="141" y="139"/>
                </a:cubicBezTo>
                <a:cubicBezTo>
                  <a:pt x="131" y="147"/>
                  <a:pt x="116" y="150"/>
                  <a:pt x="89" y="150"/>
                </a:cubicBezTo>
                <a:close/>
                <a:moveTo>
                  <a:pt x="462" y="293"/>
                </a:moveTo>
                <a:cubicBezTo>
                  <a:pt x="452" y="293"/>
                  <a:pt x="448" y="291"/>
                  <a:pt x="444" y="289"/>
                </a:cubicBezTo>
                <a:cubicBezTo>
                  <a:pt x="439" y="284"/>
                  <a:pt x="439" y="284"/>
                  <a:pt x="439" y="242"/>
                </a:cubicBezTo>
                <a:cubicBezTo>
                  <a:pt x="441" y="165"/>
                  <a:pt x="441" y="165"/>
                  <a:pt x="441" y="165"/>
                </a:cubicBezTo>
                <a:cubicBezTo>
                  <a:pt x="441" y="125"/>
                  <a:pt x="417" y="106"/>
                  <a:pt x="364" y="106"/>
                </a:cubicBezTo>
                <a:cubicBezTo>
                  <a:pt x="349" y="106"/>
                  <a:pt x="326" y="109"/>
                  <a:pt x="312" y="112"/>
                </a:cubicBezTo>
                <a:cubicBezTo>
                  <a:pt x="299" y="116"/>
                  <a:pt x="296" y="119"/>
                  <a:pt x="295" y="130"/>
                </a:cubicBezTo>
                <a:cubicBezTo>
                  <a:pt x="292" y="152"/>
                  <a:pt x="292" y="152"/>
                  <a:pt x="292" y="152"/>
                </a:cubicBezTo>
                <a:cubicBezTo>
                  <a:pt x="292" y="154"/>
                  <a:pt x="292" y="154"/>
                  <a:pt x="292" y="154"/>
                </a:cubicBezTo>
                <a:cubicBezTo>
                  <a:pt x="292" y="158"/>
                  <a:pt x="293" y="159"/>
                  <a:pt x="295" y="159"/>
                </a:cubicBezTo>
                <a:cubicBezTo>
                  <a:pt x="296" y="159"/>
                  <a:pt x="298" y="159"/>
                  <a:pt x="301" y="157"/>
                </a:cubicBezTo>
                <a:cubicBezTo>
                  <a:pt x="317" y="148"/>
                  <a:pt x="340" y="141"/>
                  <a:pt x="358" y="141"/>
                </a:cubicBezTo>
                <a:cubicBezTo>
                  <a:pt x="385" y="141"/>
                  <a:pt x="395" y="152"/>
                  <a:pt x="395" y="180"/>
                </a:cubicBezTo>
                <a:cubicBezTo>
                  <a:pt x="395" y="187"/>
                  <a:pt x="395" y="187"/>
                  <a:pt x="395" y="187"/>
                </a:cubicBezTo>
                <a:cubicBezTo>
                  <a:pt x="395" y="200"/>
                  <a:pt x="393" y="202"/>
                  <a:pt x="369" y="207"/>
                </a:cubicBezTo>
                <a:cubicBezTo>
                  <a:pt x="315" y="218"/>
                  <a:pt x="315" y="218"/>
                  <a:pt x="315" y="218"/>
                </a:cubicBezTo>
                <a:cubicBezTo>
                  <a:pt x="294" y="222"/>
                  <a:pt x="293" y="222"/>
                  <a:pt x="290" y="227"/>
                </a:cubicBezTo>
                <a:cubicBezTo>
                  <a:pt x="284" y="236"/>
                  <a:pt x="280" y="253"/>
                  <a:pt x="280" y="268"/>
                </a:cubicBezTo>
                <a:cubicBezTo>
                  <a:pt x="280" y="297"/>
                  <a:pt x="300" y="320"/>
                  <a:pt x="326" y="320"/>
                </a:cubicBezTo>
                <a:cubicBezTo>
                  <a:pt x="340" y="320"/>
                  <a:pt x="355" y="316"/>
                  <a:pt x="367" y="309"/>
                </a:cubicBezTo>
                <a:cubicBezTo>
                  <a:pt x="372" y="306"/>
                  <a:pt x="389" y="294"/>
                  <a:pt x="391" y="291"/>
                </a:cubicBezTo>
                <a:cubicBezTo>
                  <a:pt x="393" y="291"/>
                  <a:pt x="394" y="290"/>
                  <a:pt x="394" y="290"/>
                </a:cubicBezTo>
                <a:cubicBezTo>
                  <a:pt x="396" y="290"/>
                  <a:pt x="397" y="293"/>
                  <a:pt x="397" y="301"/>
                </a:cubicBezTo>
                <a:cubicBezTo>
                  <a:pt x="397" y="304"/>
                  <a:pt x="398" y="314"/>
                  <a:pt x="399" y="317"/>
                </a:cubicBezTo>
                <a:cubicBezTo>
                  <a:pt x="400" y="321"/>
                  <a:pt x="402" y="323"/>
                  <a:pt x="406" y="323"/>
                </a:cubicBezTo>
                <a:cubicBezTo>
                  <a:pt x="410" y="323"/>
                  <a:pt x="413" y="323"/>
                  <a:pt x="415" y="322"/>
                </a:cubicBezTo>
                <a:cubicBezTo>
                  <a:pt x="464" y="314"/>
                  <a:pt x="464" y="314"/>
                  <a:pt x="464" y="314"/>
                </a:cubicBezTo>
                <a:cubicBezTo>
                  <a:pt x="471" y="312"/>
                  <a:pt x="472" y="312"/>
                  <a:pt x="472" y="307"/>
                </a:cubicBezTo>
                <a:cubicBezTo>
                  <a:pt x="472" y="301"/>
                  <a:pt x="472" y="301"/>
                  <a:pt x="472" y="301"/>
                </a:cubicBezTo>
                <a:cubicBezTo>
                  <a:pt x="472" y="296"/>
                  <a:pt x="470" y="294"/>
                  <a:pt x="462" y="293"/>
                </a:cubicBezTo>
                <a:close/>
                <a:moveTo>
                  <a:pt x="395" y="243"/>
                </a:moveTo>
                <a:cubicBezTo>
                  <a:pt x="395" y="258"/>
                  <a:pt x="393" y="265"/>
                  <a:pt x="387" y="271"/>
                </a:cubicBezTo>
                <a:cubicBezTo>
                  <a:pt x="378" y="281"/>
                  <a:pt x="364" y="287"/>
                  <a:pt x="353" y="287"/>
                </a:cubicBezTo>
                <a:cubicBezTo>
                  <a:pt x="339" y="287"/>
                  <a:pt x="329" y="278"/>
                  <a:pt x="329" y="263"/>
                </a:cubicBezTo>
                <a:cubicBezTo>
                  <a:pt x="329" y="252"/>
                  <a:pt x="335" y="243"/>
                  <a:pt x="346" y="237"/>
                </a:cubicBezTo>
                <a:cubicBezTo>
                  <a:pt x="355" y="232"/>
                  <a:pt x="362" y="230"/>
                  <a:pt x="385" y="225"/>
                </a:cubicBezTo>
                <a:cubicBezTo>
                  <a:pt x="389" y="224"/>
                  <a:pt x="389" y="224"/>
                  <a:pt x="389" y="224"/>
                </a:cubicBezTo>
                <a:cubicBezTo>
                  <a:pt x="391" y="224"/>
                  <a:pt x="391" y="224"/>
                  <a:pt x="392" y="224"/>
                </a:cubicBezTo>
                <a:cubicBezTo>
                  <a:pt x="395" y="224"/>
                  <a:pt x="395" y="225"/>
                  <a:pt x="395" y="231"/>
                </a:cubicBezTo>
                <a:lnTo>
                  <a:pt x="395" y="243"/>
                </a:lnTo>
                <a:close/>
                <a:moveTo>
                  <a:pt x="700" y="294"/>
                </a:moveTo>
                <a:cubicBezTo>
                  <a:pt x="682" y="292"/>
                  <a:pt x="679" y="291"/>
                  <a:pt x="675" y="283"/>
                </a:cubicBezTo>
                <a:cubicBezTo>
                  <a:pt x="673" y="277"/>
                  <a:pt x="672" y="263"/>
                  <a:pt x="672" y="209"/>
                </a:cubicBezTo>
                <a:cubicBezTo>
                  <a:pt x="672" y="135"/>
                  <a:pt x="672" y="135"/>
                  <a:pt x="672" y="135"/>
                </a:cubicBezTo>
                <a:cubicBezTo>
                  <a:pt x="675" y="8"/>
                  <a:pt x="675" y="8"/>
                  <a:pt x="675" y="8"/>
                </a:cubicBezTo>
                <a:cubicBezTo>
                  <a:pt x="675" y="3"/>
                  <a:pt x="673" y="0"/>
                  <a:pt x="669" y="0"/>
                </a:cubicBezTo>
                <a:cubicBezTo>
                  <a:pt x="669" y="0"/>
                  <a:pt x="666" y="0"/>
                  <a:pt x="664" y="1"/>
                </a:cubicBezTo>
                <a:cubicBezTo>
                  <a:pt x="605" y="9"/>
                  <a:pt x="605" y="9"/>
                  <a:pt x="605" y="9"/>
                </a:cubicBezTo>
                <a:cubicBezTo>
                  <a:pt x="599" y="10"/>
                  <a:pt x="597" y="11"/>
                  <a:pt x="597" y="15"/>
                </a:cubicBezTo>
                <a:cubicBezTo>
                  <a:pt x="597" y="23"/>
                  <a:pt x="597" y="23"/>
                  <a:pt x="597" y="23"/>
                </a:cubicBezTo>
                <a:cubicBezTo>
                  <a:pt x="597" y="29"/>
                  <a:pt x="599" y="30"/>
                  <a:pt x="606" y="31"/>
                </a:cubicBezTo>
                <a:cubicBezTo>
                  <a:pt x="624" y="34"/>
                  <a:pt x="625" y="35"/>
                  <a:pt x="625" y="57"/>
                </a:cubicBezTo>
                <a:cubicBezTo>
                  <a:pt x="626" y="101"/>
                  <a:pt x="626" y="101"/>
                  <a:pt x="626" y="101"/>
                </a:cubicBezTo>
                <a:cubicBezTo>
                  <a:pt x="626" y="108"/>
                  <a:pt x="626" y="108"/>
                  <a:pt x="626" y="109"/>
                </a:cubicBezTo>
                <a:cubicBezTo>
                  <a:pt x="626" y="112"/>
                  <a:pt x="625" y="116"/>
                  <a:pt x="623" y="116"/>
                </a:cubicBezTo>
                <a:cubicBezTo>
                  <a:pt x="623" y="116"/>
                  <a:pt x="621" y="115"/>
                  <a:pt x="620" y="114"/>
                </a:cubicBezTo>
                <a:cubicBezTo>
                  <a:pt x="615" y="111"/>
                  <a:pt x="593" y="106"/>
                  <a:pt x="582" y="106"/>
                </a:cubicBezTo>
                <a:cubicBezTo>
                  <a:pt x="527" y="106"/>
                  <a:pt x="488" y="152"/>
                  <a:pt x="488" y="220"/>
                </a:cubicBezTo>
                <a:cubicBezTo>
                  <a:pt x="488" y="278"/>
                  <a:pt x="521" y="320"/>
                  <a:pt x="566" y="320"/>
                </a:cubicBezTo>
                <a:cubicBezTo>
                  <a:pt x="579" y="320"/>
                  <a:pt x="590" y="317"/>
                  <a:pt x="602" y="308"/>
                </a:cubicBezTo>
                <a:cubicBezTo>
                  <a:pt x="609" y="303"/>
                  <a:pt x="620" y="294"/>
                  <a:pt x="623" y="291"/>
                </a:cubicBezTo>
                <a:cubicBezTo>
                  <a:pt x="625" y="289"/>
                  <a:pt x="627" y="289"/>
                  <a:pt x="627" y="289"/>
                </a:cubicBezTo>
                <a:cubicBezTo>
                  <a:pt x="630" y="289"/>
                  <a:pt x="630" y="289"/>
                  <a:pt x="631" y="299"/>
                </a:cubicBezTo>
                <a:cubicBezTo>
                  <a:pt x="632" y="317"/>
                  <a:pt x="632" y="317"/>
                  <a:pt x="632" y="317"/>
                </a:cubicBezTo>
                <a:cubicBezTo>
                  <a:pt x="632" y="322"/>
                  <a:pt x="634" y="324"/>
                  <a:pt x="637" y="324"/>
                </a:cubicBezTo>
                <a:cubicBezTo>
                  <a:pt x="638" y="324"/>
                  <a:pt x="641" y="324"/>
                  <a:pt x="644" y="323"/>
                </a:cubicBezTo>
                <a:cubicBezTo>
                  <a:pt x="697" y="313"/>
                  <a:pt x="697" y="313"/>
                  <a:pt x="697" y="313"/>
                </a:cubicBezTo>
                <a:cubicBezTo>
                  <a:pt x="704" y="312"/>
                  <a:pt x="705" y="310"/>
                  <a:pt x="705" y="306"/>
                </a:cubicBezTo>
                <a:cubicBezTo>
                  <a:pt x="705" y="298"/>
                  <a:pt x="705" y="298"/>
                  <a:pt x="705" y="298"/>
                </a:cubicBezTo>
                <a:cubicBezTo>
                  <a:pt x="705" y="296"/>
                  <a:pt x="703" y="294"/>
                  <a:pt x="700" y="294"/>
                </a:cubicBezTo>
                <a:close/>
                <a:moveTo>
                  <a:pt x="585" y="285"/>
                </a:moveTo>
                <a:cubicBezTo>
                  <a:pt x="556" y="285"/>
                  <a:pt x="537" y="253"/>
                  <a:pt x="537" y="207"/>
                </a:cubicBezTo>
                <a:cubicBezTo>
                  <a:pt x="537" y="165"/>
                  <a:pt x="556" y="135"/>
                  <a:pt x="585" y="135"/>
                </a:cubicBezTo>
                <a:cubicBezTo>
                  <a:pt x="599" y="135"/>
                  <a:pt x="612" y="143"/>
                  <a:pt x="619" y="156"/>
                </a:cubicBezTo>
                <a:cubicBezTo>
                  <a:pt x="625" y="168"/>
                  <a:pt x="628" y="185"/>
                  <a:pt x="628" y="211"/>
                </a:cubicBezTo>
                <a:cubicBezTo>
                  <a:pt x="628" y="261"/>
                  <a:pt x="614" y="285"/>
                  <a:pt x="585" y="285"/>
                </a:cubicBezTo>
                <a:close/>
                <a:moveTo>
                  <a:pt x="857" y="106"/>
                </a:moveTo>
                <a:cubicBezTo>
                  <a:pt x="837" y="106"/>
                  <a:pt x="827" y="110"/>
                  <a:pt x="814" y="124"/>
                </a:cubicBezTo>
                <a:cubicBezTo>
                  <a:pt x="805" y="134"/>
                  <a:pt x="800" y="139"/>
                  <a:pt x="798" y="139"/>
                </a:cubicBezTo>
                <a:cubicBezTo>
                  <a:pt x="797" y="139"/>
                  <a:pt x="796" y="138"/>
                  <a:pt x="796" y="136"/>
                </a:cubicBezTo>
                <a:cubicBezTo>
                  <a:pt x="796" y="134"/>
                  <a:pt x="796" y="134"/>
                  <a:pt x="796" y="134"/>
                </a:cubicBezTo>
                <a:cubicBezTo>
                  <a:pt x="796" y="126"/>
                  <a:pt x="796" y="126"/>
                  <a:pt x="796" y="126"/>
                </a:cubicBezTo>
                <a:cubicBezTo>
                  <a:pt x="797" y="114"/>
                  <a:pt x="797" y="95"/>
                  <a:pt x="797" y="69"/>
                </a:cubicBezTo>
                <a:cubicBezTo>
                  <a:pt x="797" y="35"/>
                  <a:pt x="798" y="23"/>
                  <a:pt x="798" y="13"/>
                </a:cubicBezTo>
                <a:cubicBezTo>
                  <a:pt x="799" y="10"/>
                  <a:pt x="799" y="8"/>
                  <a:pt x="799" y="7"/>
                </a:cubicBezTo>
                <a:cubicBezTo>
                  <a:pt x="799" y="3"/>
                  <a:pt x="797" y="0"/>
                  <a:pt x="794" y="0"/>
                </a:cubicBezTo>
                <a:cubicBezTo>
                  <a:pt x="786" y="1"/>
                  <a:pt x="786" y="1"/>
                  <a:pt x="786" y="1"/>
                </a:cubicBezTo>
                <a:cubicBezTo>
                  <a:pt x="727" y="10"/>
                  <a:pt x="727" y="10"/>
                  <a:pt x="727" y="10"/>
                </a:cubicBezTo>
                <a:cubicBezTo>
                  <a:pt x="721" y="11"/>
                  <a:pt x="720" y="12"/>
                  <a:pt x="720" y="16"/>
                </a:cubicBezTo>
                <a:cubicBezTo>
                  <a:pt x="720" y="23"/>
                  <a:pt x="720" y="23"/>
                  <a:pt x="720" y="23"/>
                </a:cubicBezTo>
                <a:cubicBezTo>
                  <a:pt x="720" y="28"/>
                  <a:pt x="722" y="30"/>
                  <a:pt x="732" y="30"/>
                </a:cubicBezTo>
                <a:cubicBezTo>
                  <a:pt x="744" y="32"/>
                  <a:pt x="748" y="35"/>
                  <a:pt x="749" y="45"/>
                </a:cubicBezTo>
                <a:cubicBezTo>
                  <a:pt x="750" y="53"/>
                  <a:pt x="750" y="94"/>
                  <a:pt x="750" y="130"/>
                </a:cubicBezTo>
                <a:cubicBezTo>
                  <a:pt x="750" y="153"/>
                  <a:pt x="750" y="153"/>
                  <a:pt x="750" y="153"/>
                </a:cubicBezTo>
                <a:cubicBezTo>
                  <a:pt x="750" y="204"/>
                  <a:pt x="749" y="248"/>
                  <a:pt x="749" y="284"/>
                </a:cubicBezTo>
                <a:cubicBezTo>
                  <a:pt x="749" y="289"/>
                  <a:pt x="749" y="289"/>
                  <a:pt x="749" y="289"/>
                </a:cubicBezTo>
                <a:cubicBezTo>
                  <a:pt x="749" y="296"/>
                  <a:pt x="751" y="299"/>
                  <a:pt x="756" y="302"/>
                </a:cubicBezTo>
                <a:cubicBezTo>
                  <a:pt x="773" y="312"/>
                  <a:pt x="803" y="320"/>
                  <a:pt x="825" y="320"/>
                </a:cubicBezTo>
                <a:cubicBezTo>
                  <a:pt x="890" y="320"/>
                  <a:pt x="934" y="273"/>
                  <a:pt x="934" y="203"/>
                </a:cubicBezTo>
                <a:cubicBezTo>
                  <a:pt x="934" y="143"/>
                  <a:pt x="904" y="106"/>
                  <a:pt x="857" y="106"/>
                </a:cubicBezTo>
                <a:close/>
                <a:moveTo>
                  <a:pt x="831" y="293"/>
                </a:moveTo>
                <a:cubicBezTo>
                  <a:pt x="818" y="293"/>
                  <a:pt x="804" y="286"/>
                  <a:pt x="800" y="278"/>
                </a:cubicBezTo>
                <a:cubicBezTo>
                  <a:pt x="797" y="270"/>
                  <a:pt x="795" y="259"/>
                  <a:pt x="795" y="227"/>
                </a:cubicBezTo>
                <a:cubicBezTo>
                  <a:pt x="795" y="201"/>
                  <a:pt x="797" y="184"/>
                  <a:pt x="802" y="173"/>
                </a:cubicBezTo>
                <a:cubicBezTo>
                  <a:pt x="809" y="153"/>
                  <a:pt x="825" y="141"/>
                  <a:pt x="841" y="141"/>
                </a:cubicBezTo>
                <a:cubicBezTo>
                  <a:pt x="868" y="141"/>
                  <a:pt x="886" y="169"/>
                  <a:pt x="886" y="213"/>
                </a:cubicBezTo>
                <a:cubicBezTo>
                  <a:pt x="886" y="259"/>
                  <a:pt x="862" y="293"/>
                  <a:pt x="831" y="293"/>
                </a:cubicBezTo>
                <a:close/>
                <a:moveTo>
                  <a:pt x="1072" y="106"/>
                </a:moveTo>
                <a:cubicBezTo>
                  <a:pt x="1040" y="106"/>
                  <a:pt x="1016" y="116"/>
                  <a:pt x="997" y="136"/>
                </a:cubicBezTo>
                <a:cubicBezTo>
                  <a:pt x="978" y="157"/>
                  <a:pt x="967" y="186"/>
                  <a:pt x="967" y="218"/>
                </a:cubicBezTo>
                <a:cubicBezTo>
                  <a:pt x="967" y="281"/>
                  <a:pt x="1005" y="320"/>
                  <a:pt x="1064" y="320"/>
                </a:cubicBezTo>
                <a:cubicBezTo>
                  <a:pt x="1099" y="320"/>
                  <a:pt x="1127" y="308"/>
                  <a:pt x="1146" y="285"/>
                </a:cubicBezTo>
                <a:cubicBezTo>
                  <a:pt x="1162" y="265"/>
                  <a:pt x="1172" y="236"/>
                  <a:pt x="1172" y="208"/>
                </a:cubicBezTo>
                <a:cubicBezTo>
                  <a:pt x="1172" y="186"/>
                  <a:pt x="1166" y="166"/>
                  <a:pt x="1157" y="149"/>
                </a:cubicBezTo>
                <a:cubicBezTo>
                  <a:pt x="1141" y="121"/>
                  <a:pt x="1110" y="106"/>
                  <a:pt x="1072" y="106"/>
                </a:cubicBezTo>
                <a:close/>
                <a:moveTo>
                  <a:pt x="1072" y="288"/>
                </a:moveTo>
                <a:cubicBezTo>
                  <a:pt x="1039" y="288"/>
                  <a:pt x="1016" y="255"/>
                  <a:pt x="1016" y="210"/>
                </a:cubicBezTo>
                <a:cubicBezTo>
                  <a:pt x="1016" y="168"/>
                  <a:pt x="1038" y="137"/>
                  <a:pt x="1068" y="137"/>
                </a:cubicBezTo>
                <a:cubicBezTo>
                  <a:pt x="1100" y="137"/>
                  <a:pt x="1123" y="170"/>
                  <a:pt x="1123" y="217"/>
                </a:cubicBezTo>
                <a:cubicBezTo>
                  <a:pt x="1123" y="257"/>
                  <a:pt x="1101" y="288"/>
                  <a:pt x="1072" y="288"/>
                </a:cubicBezTo>
                <a:close/>
                <a:moveTo>
                  <a:pt x="1429" y="300"/>
                </a:moveTo>
                <a:cubicBezTo>
                  <a:pt x="1429" y="305"/>
                  <a:pt x="1429" y="305"/>
                  <a:pt x="1429" y="305"/>
                </a:cubicBezTo>
                <a:cubicBezTo>
                  <a:pt x="1429" y="310"/>
                  <a:pt x="1427" y="312"/>
                  <a:pt x="1422" y="312"/>
                </a:cubicBezTo>
                <a:cubicBezTo>
                  <a:pt x="1366" y="320"/>
                  <a:pt x="1366" y="320"/>
                  <a:pt x="1366" y="320"/>
                </a:cubicBezTo>
                <a:cubicBezTo>
                  <a:pt x="1363" y="320"/>
                  <a:pt x="1361" y="321"/>
                  <a:pt x="1360" y="321"/>
                </a:cubicBezTo>
                <a:cubicBezTo>
                  <a:pt x="1355" y="321"/>
                  <a:pt x="1355" y="321"/>
                  <a:pt x="1353" y="292"/>
                </a:cubicBezTo>
                <a:cubicBezTo>
                  <a:pt x="1352" y="286"/>
                  <a:pt x="1351" y="283"/>
                  <a:pt x="1349" y="283"/>
                </a:cubicBezTo>
                <a:cubicBezTo>
                  <a:pt x="1347" y="283"/>
                  <a:pt x="1345" y="284"/>
                  <a:pt x="1340" y="290"/>
                </a:cubicBezTo>
                <a:cubicBezTo>
                  <a:pt x="1312" y="315"/>
                  <a:pt x="1304" y="320"/>
                  <a:pt x="1282" y="320"/>
                </a:cubicBezTo>
                <a:cubicBezTo>
                  <a:pt x="1267" y="320"/>
                  <a:pt x="1251" y="316"/>
                  <a:pt x="1240" y="309"/>
                </a:cubicBezTo>
                <a:cubicBezTo>
                  <a:pt x="1227" y="301"/>
                  <a:pt x="1221" y="286"/>
                  <a:pt x="1221" y="263"/>
                </a:cubicBezTo>
                <a:cubicBezTo>
                  <a:pt x="1221" y="260"/>
                  <a:pt x="1221" y="253"/>
                  <a:pt x="1221" y="246"/>
                </a:cubicBezTo>
                <a:cubicBezTo>
                  <a:pt x="1221" y="224"/>
                  <a:pt x="1221" y="224"/>
                  <a:pt x="1221" y="224"/>
                </a:cubicBezTo>
                <a:cubicBezTo>
                  <a:pt x="1221" y="187"/>
                  <a:pt x="1221" y="187"/>
                  <a:pt x="1221" y="187"/>
                </a:cubicBezTo>
                <a:cubicBezTo>
                  <a:pt x="1221" y="139"/>
                  <a:pt x="1220" y="135"/>
                  <a:pt x="1204" y="133"/>
                </a:cubicBezTo>
                <a:cubicBezTo>
                  <a:pt x="1194" y="132"/>
                  <a:pt x="1192" y="131"/>
                  <a:pt x="1192" y="126"/>
                </a:cubicBezTo>
                <a:cubicBezTo>
                  <a:pt x="1192" y="119"/>
                  <a:pt x="1192" y="119"/>
                  <a:pt x="1192" y="119"/>
                </a:cubicBezTo>
                <a:cubicBezTo>
                  <a:pt x="1192" y="114"/>
                  <a:pt x="1194" y="114"/>
                  <a:pt x="1199" y="113"/>
                </a:cubicBezTo>
                <a:cubicBezTo>
                  <a:pt x="1260" y="107"/>
                  <a:pt x="1260" y="107"/>
                  <a:pt x="1260" y="107"/>
                </a:cubicBezTo>
                <a:cubicBezTo>
                  <a:pt x="1264" y="106"/>
                  <a:pt x="1267" y="106"/>
                  <a:pt x="1267" y="106"/>
                </a:cubicBezTo>
                <a:cubicBezTo>
                  <a:pt x="1270" y="106"/>
                  <a:pt x="1271" y="108"/>
                  <a:pt x="1271" y="111"/>
                </a:cubicBezTo>
                <a:cubicBezTo>
                  <a:pt x="1271" y="113"/>
                  <a:pt x="1271" y="116"/>
                  <a:pt x="1271" y="120"/>
                </a:cubicBezTo>
                <a:cubicBezTo>
                  <a:pt x="1269" y="140"/>
                  <a:pt x="1268" y="166"/>
                  <a:pt x="1268" y="186"/>
                </a:cubicBezTo>
                <a:cubicBezTo>
                  <a:pt x="1268" y="219"/>
                  <a:pt x="1268" y="219"/>
                  <a:pt x="1268" y="219"/>
                </a:cubicBezTo>
                <a:cubicBezTo>
                  <a:pt x="1268" y="257"/>
                  <a:pt x="1269" y="263"/>
                  <a:pt x="1275" y="272"/>
                </a:cubicBezTo>
                <a:cubicBezTo>
                  <a:pt x="1280" y="279"/>
                  <a:pt x="1289" y="283"/>
                  <a:pt x="1301" y="283"/>
                </a:cubicBezTo>
                <a:cubicBezTo>
                  <a:pt x="1320" y="283"/>
                  <a:pt x="1337" y="274"/>
                  <a:pt x="1344" y="260"/>
                </a:cubicBezTo>
                <a:cubicBezTo>
                  <a:pt x="1350" y="250"/>
                  <a:pt x="1351" y="240"/>
                  <a:pt x="1351" y="207"/>
                </a:cubicBezTo>
                <a:cubicBezTo>
                  <a:pt x="1351" y="187"/>
                  <a:pt x="1351" y="187"/>
                  <a:pt x="1351" y="187"/>
                </a:cubicBezTo>
                <a:cubicBezTo>
                  <a:pt x="1351" y="171"/>
                  <a:pt x="1350" y="149"/>
                  <a:pt x="1349" y="145"/>
                </a:cubicBezTo>
                <a:cubicBezTo>
                  <a:pt x="1348" y="137"/>
                  <a:pt x="1344" y="134"/>
                  <a:pt x="1333" y="133"/>
                </a:cubicBezTo>
                <a:cubicBezTo>
                  <a:pt x="1324" y="132"/>
                  <a:pt x="1322" y="131"/>
                  <a:pt x="1322" y="126"/>
                </a:cubicBezTo>
                <a:cubicBezTo>
                  <a:pt x="1322" y="119"/>
                  <a:pt x="1322" y="119"/>
                  <a:pt x="1322" y="119"/>
                </a:cubicBezTo>
                <a:cubicBezTo>
                  <a:pt x="1322" y="114"/>
                  <a:pt x="1323" y="113"/>
                  <a:pt x="1329" y="113"/>
                </a:cubicBezTo>
                <a:cubicBezTo>
                  <a:pt x="1388" y="106"/>
                  <a:pt x="1388" y="106"/>
                  <a:pt x="1388" y="106"/>
                </a:cubicBezTo>
                <a:cubicBezTo>
                  <a:pt x="1390" y="106"/>
                  <a:pt x="1393" y="106"/>
                  <a:pt x="1394" y="106"/>
                </a:cubicBezTo>
                <a:cubicBezTo>
                  <a:pt x="1398" y="106"/>
                  <a:pt x="1400" y="107"/>
                  <a:pt x="1400" y="111"/>
                </a:cubicBezTo>
                <a:cubicBezTo>
                  <a:pt x="1399" y="122"/>
                  <a:pt x="1399" y="122"/>
                  <a:pt x="1399" y="122"/>
                </a:cubicBezTo>
                <a:cubicBezTo>
                  <a:pt x="1399" y="133"/>
                  <a:pt x="1399" y="133"/>
                  <a:pt x="1398" y="151"/>
                </a:cubicBezTo>
                <a:cubicBezTo>
                  <a:pt x="1398" y="158"/>
                  <a:pt x="1398" y="168"/>
                  <a:pt x="1398" y="178"/>
                </a:cubicBezTo>
                <a:cubicBezTo>
                  <a:pt x="1398" y="207"/>
                  <a:pt x="1398" y="207"/>
                  <a:pt x="1398" y="207"/>
                </a:cubicBezTo>
                <a:cubicBezTo>
                  <a:pt x="1398" y="246"/>
                  <a:pt x="1399" y="269"/>
                  <a:pt x="1400" y="276"/>
                </a:cubicBezTo>
                <a:cubicBezTo>
                  <a:pt x="1401" y="288"/>
                  <a:pt x="1405" y="291"/>
                  <a:pt x="1421" y="293"/>
                </a:cubicBezTo>
                <a:cubicBezTo>
                  <a:pt x="1427" y="293"/>
                  <a:pt x="1429" y="295"/>
                  <a:pt x="1429" y="300"/>
                </a:cubicBezTo>
                <a:close/>
                <a:moveTo>
                  <a:pt x="1662" y="294"/>
                </a:moveTo>
                <a:cubicBezTo>
                  <a:pt x="1645" y="292"/>
                  <a:pt x="1642" y="291"/>
                  <a:pt x="1639" y="283"/>
                </a:cubicBezTo>
                <a:cubicBezTo>
                  <a:pt x="1636" y="277"/>
                  <a:pt x="1635" y="263"/>
                  <a:pt x="1635" y="209"/>
                </a:cubicBezTo>
                <a:cubicBezTo>
                  <a:pt x="1635" y="135"/>
                  <a:pt x="1635" y="135"/>
                  <a:pt x="1635" y="135"/>
                </a:cubicBezTo>
                <a:cubicBezTo>
                  <a:pt x="1638" y="8"/>
                  <a:pt x="1638" y="8"/>
                  <a:pt x="1638" y="8"/>
                </a:cubicBezTo>
                <a:cubicBezTo>
                  <a:pt x="1638" y="3"/>
                  <a:pt x="1636" y="0"/>
                  <a:pt x="1633" y="0"/>
                </a:cubicBezTo>
                <a:cubicBezTo>
                  <a:pt x="1632" y="0"/>
                  <a:pt x="1630" y="0"/>
                  <a:pt x="1628" y="1"/>
                </a:cubicBezTo>
                <a:cubicBezTo>
                  <a:pt x="1568" y="9"/>
                  <a:pt x="1568" y="9"/>
                  <a:pt x="1568" y="9"/>
                </a:cubicBezTo>
                <a:cubicBezTo>
                  <a:pt x="1562" y="10"/>
                  <a:pt x="1560" y="11"/>
                  <a:pt x="1560" y="15"/>
                </a:cubicBezTo>
                <a:cubicBezTo>
                  <a:pt x="1560" y="23"/>
                  <a:pt x="1560" y="23"/>
                  <a:pt x="1560" y="23"/>
                </a:cubicBezTo>
                <a:cubicBezTo>
                  <a:pt x="1560" y="29"/>
                  <a:pt x="1562" y="30"/>
                  <a:pt x="1569" y="31"/>
                </a:cubicBezTo>
                <a:cubicBezTo>
                  <a:pt x="1587" y="34"/>
                  <a:pt x="1588" y="35"/>
                  <a:pt x="1588" y="57"/>
                </a:cubicBezTo>
                <a:cubicBezTo>
                  <a:pt x="1589" y="101"/>
                  <a:pt x="1589" y="101"/>
                  <a:pt x="1589" y="101"/>
                </a:cubicBezTo>
                <a:cubicBezTo>
                  <a:pt x="1589" y="108"/>
                  <a:pt x="1589" y="108"/>
                  <a:pt x="1589" y="109"/>
                </a:cubicBezTo>
                <a:cubicBezTo>
                  <a:pt x="1589" y="112"/>
                  <a:pt x="1588" y="116"/>
                  <a:pt x="1586" y="116"/>
                </a:cubicBezTo>
                <a:cubicBezTo>
                  <a:pt x="1586" y="116"/>
                  <a:pt x="1584" y="115"/>
                  <a:pt x="1583" y="114"/>
                </a:cubicBezTo>
                <a:cubicBezTo>
                  <a:pt x="1578" y="111"/>
                  <a:pt x="1556" y="106"/>
                  <a:pt x="1545" y="106"/>
                </a:cubicBezTo>
                <a:cubicBezTo>
                  <a:pt x="1490" y="106"/>
                  <a:pt x="1451" y="152"/>
                  <a:pt x="1451" y="220"/>
                </a:cubicBezTo>
                <a:cubicBezTo>
                  <a:pt x="1451" y="278"/>
                  <a:pt x="1484" y="320"/>
                  <a:pt x="1528" y="320"/>
                </a:cubicBezTo>
                <a:cubicBezTo>
                  <a:pt x="1542" y="320"/>
                  <a:pt x="1553" y="317"/>
                  <a:pt x="1565" y="308"/>
                </a:cubicBezTo>
                <a:cubicBezTo>
                  <a:pt x="1572" y="303"/>
                  <a:pt x="1583" y="294"/>
                  <a:pt x="1586" y="291"/>
                </a:cubicBezTo>
                <a:cubicBezTo>
                  <a:pt x="1588" y="289"/>
                  <a:pt x="1590" y="289"/>
                  <a:pt x="1590" y="289"/>
                </a:cubicBezTo>
                <a:cubicBezTo>
                  <a:pt x="1593" y="289"/>
                  <a:pt x="1593" y="289"/>
                  <a:pt x="1594" y="299"/>
                </a:cubicBezTo>
                <a:cubicBezTo>
                  <a:pt x="1595" y="317"/>
                  <a:pt x="1595" y="317"/>
                  <a:pt x="1595" y="317"/>
                </a:cubicBezTo>
                <a:cubicBezTo>
                  <a:pt x="1595" y="322"/>
                  <a:pt x="1597" y="324"/>
                  <a:pt x="1600" y="324"/>
                </a:cubicBezTo>
                <a:cubicBezTo>
                  <a:pt x="1601" y="324"/>
                  <a:pt x="1604" y="324"/>
                  <a:pt x="1607" y="323"/>
                </a:cubicBezTo>
                <a:cubicBezTo>
                  <a:pt x="1660" y="313"/>
                  <a:pt x="1660" y="313"/>
                  <a:pt x="1660" y="313"/>
                </a:cubicBezTo>
                <a:cubicBezTo>
                  <a:pt x="1667" y="312"/>
                  <a:pt x="1668" y="310"/>
                  <a:pt x="1668" y="306"/>
                </a:cubicBezTo>
                <a:cubicBezTo>
                  <a:pt x="1668" y="298"/>
                  <a:pt x="1668" y="298"/>
                  <a:pt x="1668" y="298"/>
                </a:cubicBezTo>
                <a:cubicBezTo>
                  <a:pt x="1668" y="296"/>
                  <a:pt x="1666" y="294"/>
                  <a:pt x="1662" y="294"/>
                </a:cubicBezTo>
                <a:close/>
                <a:moveTo>
                  <a:pt x="1548" y="285"/>
                </a:moveTo>
                <a:cubicBezTo>
                  <a:pt x="1519" y="285"/>
                  <a:pt x="1499" y="253"/>
                  <a:pt x="1499" y="207"/>
                </a:cubicBezTo>
                <a:cubicBezTo>
                  <a:pt x="1499" y="165"/>
                  <a:pt x="1519" y="135"/>
                  <a:pt x="1548" y="135"/>
                </a:cubicBezTo>
                <a:cubicBezTo>
                  <a:pt x="1562" y="135"/>
                  <a:pt x="1575" y="143"/>
                  <a:pt x="1582" y="156"/>
                </a:cubicBezTo>
                <a:cubicBezTo>
                  <a:pt x="1588" y="168"/>
                  <a:pt x="1591" y="185"/>
                  <a:pt x="1591" y="211"/>
                </a:cubicBezTo>
                <a:cubicBezTo>
                  <a:pt x="1591" y="261"/>
                  <a:pt x="1577" y="285"/>
                  <a:pt x="1548" y="285"/>
                </a:cubicBezTo>
                <a:close/>
                <a:moveTo>
                  <a:pt x="2082" y="28"/>
                </a:moveTo>
                <a:cubicBezTo>
                  <a:pt x="2082" y="36"/>
                  <a:pt x="2082" y="36"/>
                  <a:pt x="2082" y="36"/>
                </a:cubicBezTo>
                <a:cubicBezTo>
                  <a:pt x="2082" y="42"/>
                  <a:pt x="2080" y="43"/>
                  <a:pt x="2071" y="45"/>
                </a:cubicBezTo>
                <a:cubicBezTo>
                  <a:pt x="2057" y="49"/>
                  <a:pt x="2055" y="52"/>
                  <a:pt x="2054" y="62"/>
                </a:cubicBezTo>
                <a:cubicBezTo>
                  <a:pt x="2054" y="76"/>
                  <a:pt x="2053" y="111"/>
                  <a:pt x="2053" y="134"/>
                </a:cubicBezTo>
                <a:cubicBezTo>
                  <a:pt x="2053" y="175"/>
                  <a:pt x="2053" y="175"/>
                  <a:pt x="2053" y="175"/>
                </a:cubicBezTo>
                <a:cubicBezTo>
                  <a:pt x="2053" y="224"/>
                  <a:pt x="2053" y="236"/>
                  <a:pt x="2049" y="251"/>
                </a:cubicBezTo>
                <a:cubicBezTo>
                  <a:pt x="2039" y="296"/>
                  <a:pt x="2000" y="320"/>
                  <a:pt x="1935" y="320"/>
                </a:cubicBezTo>
                <a:cubicBezTo>
                  <a:pt x="1885" y="320"/>
                  <a:pt x="1849" y="304"/>
                  <a:pt x="1834" y="274"/>
                </a:cubicBezTo>
                <a:cubicBezTo>
                  <a:pt x="1826" y="256"/>
                  <a:pt x="1823" y="237"/>
                  <a:pt x="1823" y="176"/>
                </a:cubicBezTo>
                <a:cubicBezTo>
                  <a:pt x="1823" y="134"/>
                  <a:pt x="1823" y="134"/>
                  <a:pt x="1823" y="134"/>
                </a:cubicBezTo>
                <a:cubicBezTo>
                  <a:pt x="1823" y="108"/>
                  <a:pt x="1823" y="79"/>
                  <a:pt x="1823" y="62"/>
                </a:cubicBezTo>
                <a:cubicBezTo>
                  <a:pt x="1822" y="52"/>
                  <a:pt x="1819" y="49"/>
                  <a:pt x="1805" y="45"/>
                </a:cubicBezTo>
                <a:cubicBezTo>
                  <a:pt x="1796" y="43"/>
                  <a:pt x="1794" y="42"/>
                  <a:pt x="1794" y="36"/>
                </a:cubicBezTo>
                <a:cubicBezTo>
                  <a:pt x="1794" y="28"/>
                  <a:pt x="1794" y="28"/>
                  <a:pt x="1794" y="28"/>
                </a:cubicBezTo>
                <a:cubicBezTo>
                  <a:pt x="1794" y="23"/>
                  <a:pt x="1796" y="21"/>
                  <a:pt x="1800" y="21"/>
                </a:cubicBezTo>
                <a:cubicBezTo>
                  <a:pt x="1802" y="21"/>
                  <a:pt x="1809" y="21"/>
                  <a:pt x="1817" y="22"/>
                </a:cubicBezTo>
                <a:cubicBezTo>
                  <a:pt x="1824" y="22"/>
                  <a:pt x="1836" y="23"/>
                  <a:pt x="1848" y="23"/>
                </a:cubicBezTo>
                <a:cubicBezTo>
                  <a:pt x="1863" y="23"/>
                  <a:pt x="1873" y="22"/>
                  <a:pt x="1882" y="22"/>
                </a:cubicBezTo>
                <a:cubicBezTo>
                  <a:pt x="1888" y="21"/>
                  <a:pt x="1895" y="21"/>
                  <a:pt x="1898" y="21"/>
                </a:cubicBezTo>
                <a:cubicBezTo>
                  <a:pt x="1902" y="21"/>
                  <a:pt x="1903" y="23"/>
                  <a:pt x="1903" y="28"/>
                </a:cubicBezTo>
                <a:cubicBezTo>
                  <a:pt x="1903" y="36"/>
                  <a:pt x="1903" y="36"/>
                  <a:pt x="1903" y="36"/>
                </a:cubicBezTo>
                <a:cubicBezTo>
                  <a:pt x="1903" y="42"/>
                  <a:pt x="1901" y="43"/>
                  <a:pt x="1893" y="45"/>
                </a:cubicBezTo>
                <a:cubicBezTo>
                  <a:pt x="1879" y="49"/>
                  <a:pt x="1876" y="52"/>
                  <a:pt x="1875" y="62"/>
                </a:cubicBezTo>
                <a:cubicBezTo>
                  <a:pt x="1875" y="76"/>
                  <a:pt x="1875" y="113"/>
                  <a:pt x="1875" y="134"/>
                </a:cubicBezTo>
                <a:cubicBezTo>
                  <a:pt x="1875" y="178"/>
                  <a:pt x="1875" y="178"/>
                  <a:pt x="1875" y="178"/>
                </a:cubicBezTo>
                <a:cubicBezTo>
                  <a:pt x="1875" y="226"/>
                  <a:pt x="1877" y="245"/>
                  <a:pt x="1884" y="258"/>
                </a:cubicBezTo>
                <a:cubicBezTo>
                  <a:pt x="1895" y="278"/>
                  <a:pt x="1918" y="290"/>
                  <a:pt x="1946" y="290"/>
                </a:cubicBezTo>
                <a:cubicBezTo>
                  <a:pt x="1981" y="290"/>
                  <a:pt x="2005" y="276"/>
                  <a:pt x="2014" y="251"/>
                </a:cubicBezTo>
                <a:cubicBezTo>
                  <a:pt x="2019" y="235"/>
                  <a:pt x="2019" y="228"/>
                  <a:pt x="2019" y="176"/>
                </a:cubicBezTo>
                <a:cubicBezTo>
                  <a:pt x="2019" y="134"/>
                  <a:pt x="2019" y="134"/>
                  <a:pt x="2019" y="134"/>
                </a:cubicBezTo>
                <a:cubicBezTo>
                  <a:pt x="2019" y="110"/>
                  <a:pt x="2019" y="78"/>
                  <a:pt x="2019" y="62"/>
                </a:cubicBezTo>
                <a:cubicBezTo>
                  <a:pt x="2018" y="52"/>
                  <a:pt x="2015" y="49"/>
                  <a:pt x="2002" y="45"/>
                </a:cubicBezTo>
                <a:cubicBezTo>
                  <a:pt x="1992" y="43"/>
                  <a:pt x="1991" y="42"/>
                  <a:pt x="1991" y="36"/>
                </a:cubicBezTo>
                <a:cubicBezTo>
                  <a:pt x="1991" y="28"/>
                  <a:pt x="1991" y="28"/>
                  <a:pt x="1991" y="28"/>
                </a:cubicBezTo>
                <a:cubicBezTo>
                  <a:pt x="1991" y="23"/>
                  <a:pt x="1992" y="21"/>
                  <a:pt x="1996" y="21"/>
                </a:cubicBezTo>
                <a:cubicBezTo>
                  <a:pt x="1999" y="21"/>
                  <a:pt x="2006" y="21"/>
                  <a:pt x="2013" y="22"/>
                </a:cubicBezTo>
                <a:cubicBezTo>
                  <a:pt x="2020" y="22"/>
                  <a:pt x="2028" y="23"/>
                  <a:pt x="2036" y="23"/>
                </a:cubicBezTo>
                <a:cubicBezTo>
                  <a:pt x="2045" y="23"/>
                  <a:pt x="2052" y="22"/>
                  <a:pt x="2060" y="22"/>
                </a:cubicBezTo>
                <a:cubicBezTo>
                  <a:pt x="2067" y="21"/>
                  <a:pt x="2074" y="21"/>
                  <a:pt x="2077" y="21"/>
                </a:cubicBezTo>
                <a:cubicBezTo>
                  <a:pt x="2081" y="21"/>
                  <a:pt x="2082" y="23"/>
                  <a:pt x="2082" y="28"/>
                </a:cubicBezTo>
                <a:close/>
                <a:moveTo>
                  <a:pt x="2339" y="303"/>
                </a:moveTo>
                <a:cubicBezTo>
                  <a:pt x="2339" y="310"/>
                  <a:pt x="2339" y="310"/>
                  <a:pt x="2339" y="310"/>
                </a:cubicBezTo>
                <a:cubicBezTo>
                  <a:pt x="2339" y="314"/>
                  <a:pt x="2338" y="315"/>
                  <a:pt x="2335" y="315"/>
                </a:cubicBezTo>
                <a:cubicBezTo>
                  <a:pt x="2332" y="315"/>
                  <a:pt x="2332" y="315"/>
                  <a:pt x="2332" y="315"/>
                </a:cubicBezTo>
                <a:cubicBezTo>
                  <a:pt x="2321" y="315"/>
                  <a:pt x="2302" y="314"/>
                  <a:pt x="2287" y="314"/>
                </a:cubicBezTo>
                <a:cubicBezTo>
                  <a:pt x="2271" y="314"/>
                  <a:pt x="2252" y="315"/>
                  <a:pt x="2242" y="315"/>
                </a:cubicBezTo>
                <a:cubicBezTo>
                  <a:pt x="2239" y="315"/>
                  <a:pt x="2239" y="315"/>
                  <a:pt x="2239" y="315"/>
                </a:cubicBezTo>
                <a:cubicBezTo>
                  <a:pt x="2236" y="315"/>
                  <a:pt x="2234" y="314"/>
                  <a:pt x="2234" y="310"/>
                </a:cubicBezTo>
                <a:cubicBezTo>
                  <a:pt x="2234" y="303"/>
                  <a:pt x="2234" y="303"/>
                  <a:pt x="2234" y="303"/>
                </a:cubicBezTo>
                <a:cubicBezTo>
                  <a:pt x="2234" y="298"/>
                  <a:pt x="2235" y="297"/>
                  <a:pt x="2247" y="293"/>
                </a:cubicBezTo>
                <a:cubicBezTo>
                  <a:pt x="2259" y="290"/>
                  <a:pt x="2262" y="287"/>
                  <a:pt x="2262" y="278"/>
                </a:cubicBezTo>
                <a:cubicBezTo>
                  <a:pt x="2263" y="269"/>
                  <a:pt x="2263" y="246"/>
                  <a:pt x="2263" y="221"/>
                </a:cubicBezTo>
                <a:cubicBezTo>
                  <a:pt x="2263" y="208"/>
                  <a:pt x="2263" y="208"/>
                  <a:pt x="2263" y="208"/>
                </a:cubicBezTo>
                <a:cubicBezTo>
                  <a:pt x="2263" y="181"/>
                  <a:pt x="2262" y="170"/>
                  <a:pt x="2259" y="161"/>
                </a:cubicBezTo>
                <a:cubicBezTo>
                  <a:pt x="2254" y="150"/>
                  <a:pt x="2243" y="144"/>
                  <a:pt x="2228" y="144"/>
                </a:cubicBezTo>
                <a:cubicBezTo>
                  <a:pt x="2212" y="144"/>
                  <a:pt x="2196" y="152"/>
                  <a:pt x="2187" y="165"/>
                </a:cubicBezTo>
                <a:cubicBezTo>
                  <a:pt x="2180" y="175"/>
                  <a:pt x="2178" y="184"/>
                  <a:pt x="2178" y="211"/>
                </a:cubicBezTo>
                <a:cubicBezTo>
                  <a:pt x="2178" y="221"/>
                  <a:pt x="2178" y="221"/>
                  <a:pt x="2178" y="221"/>
                </a:cubicBezTo>
                <a:cubicBezTo>
                  <a:pt x="2178" y="247"/>
                  <a:pt x="2179" y="269"/>
                  <a:pt x="2179" y="278"/>
                </a:cubicBezTo>
                <a:cubicBezTo>
                  <a:pt x="2180" y="287"/>
                  <a:pt x="2182" y="290"/>
                  <a:pt x="2194" y="293"/>
                </a:cubicBezTo>
                <a:cubicBezTo>
                  <a:pt x="2206" y="298"/>
                  <a:pt x="2207" y="298"/>
                  <a:pt x="2207" y="303"/>
                </a:cubicBezTo>
                <a:cubicBezTo>
                  <a:pt x="2207" y="310"/>
                  <a:pt x="2207" y="310"/>
                  <a:pt x="2207" y="310"/>
                </a:cubicBezTo>
                <a:cubicBezTo>
                  <a:pt x="2207" y="314"/>
                  <a:pt x="2206" y="315"/>
                  <a:pt x="2202" y="315"/>
                </a:cubicBezTo>
                <a:cubicBezTo>
                  <a:pt x="2199" y="315"/>
                  <a:pt x="2199" y="315"/>
                  <a:pt x="2199" y="315"/>
                </a:cubicBezTo>
                <a:cubicBezTo>
                  <a:pt x="2189" y="315"/>
                  <a:pt x="2170" y="314"/>
                  <a:pt x="2155" y="314"/>
                </a:cubicBezTo>
                <a:cubicBezTo>
                  <a:pt x="2139" y="314"/>
                  <a:pt x="2119" y="315"/>
                  <a:pt x="2110" y="315"/>
                </a:cubicBezTo>
                <a:cubicBezTo>
                  <a:pt x="2107" y="315"/>
                  <a:pt x="2107" y="315"/>
                  <a:pt x="2107" y="315"/>
                </a:cubicBezTo>
                <a:cubicBezTo>
                  <a:pt x="2103" y="315"/>
                  <a:pt x="2102" y="314"/>
                  <a:pt x="2102" y="310"/>
                </a:cubicBezTo>
                <a:cubicBezTo>
                  <a:pt x="2102" y="303"/>
                  <a:pt x="2102" y="303"/>
                  <a:pt x="2102" y="303"/>
                </a:cubicBezTo>
                <a:cubicBezTo>
                  <a:pt x="2102" y="298"/>
                  <a:pt x="2103" y="297"/>
                  <a:pt x="2115" y="293"/>
                </a:cubicBezTo>
                <a:cubicBezTo>
                  <a:pt x="2127" y="290"/>
                  <a:pt x="2130" y="287"/>
                  <a:pt x="2130" y="278"/>
                </a:cubicBezTo>
                <a:cubicBezTo>
                  <a:pt x="2131" y="270"/>
                  <a:pt x="2131" y="247"/>
                  <a:pt x="2131" y="221"/>
                </a:cubicBezTo>
                <a:cubicBezTo>
                  <a:pt x="2131" y="207"/>
                  <a:pt x="2131" y="207"/>
                  <a:pt x="2131" y="207"/>
                </a:cubicBezTo>
                <a:cubicBezTo>
                  <a:pt x="2131" y="186"/>
                  <a:pt x="2129" y="154"/>
                  <a:pt x="2126" y="146"/>
                </a:cubicBezTo>
                <a:cubicBezTo>
                  <a:pt x="2124" y="139"/>
                  <a:pt x="2120" y="137"/>
                  <a:pt x="2107" y="136"/>
                </a:cubicBezTo>
                <a:cubicBezTo>
                  <a:pt x="2098" y="135"/>
                  <a:pt x="2096" y="134"/>
                  <a:pt x="2096" y="131"/>
                </a:cubicBezTo>
                <a:cubicBezTo>
                  <a:pt x="2096" y="122"/>
                  <a:pt x="2096" y="122"/>
                  <a:pt x="2096" y="122"/>
                </a:cubicBezTo>
                <a:cubicBezTo>
                  <a:pt x="2096" y="116"/>
                  <a:pt x="2096" y="115"/>
                  <a:pt x="2102" y="114"/>
                </a:cubicBezTo>
                <a:cubicBezTo>
                  <a:pt x="2160" y="107"/>
                  <a:pt x="2160" y="107"/>
                  <a:pt x="2160" y="107"/>
                </a:cubicBezTo>
                <a:cubicBezTo>
                  <a:pt x="2163" y="106"/>
                  <a:pt x="2166" y="106"/>
                  <a:pt x="2167" y="106"/>
                </a:cubicBezTo>
                <a:cubicBezTo>
                  <a:pt x="2170" y="106"/>
                  <a:pt x="2172" y="109"/>
                  <a:pt x="2172" y="114"/>
                </a:cubicBezTo>
                <a:cubicBezTo>
                  <a:pt x="2173" y="117"/>
                  <a:pt x="2174" y="137"/>
                  <a:pt x="2174" y="139"/>
                </a:cubicBezTo>
                <a:cubicBezTo>
                  <a:pt x="2174" y="144"/>
                  <a:pt x="2176" y="148"/>
                  <a:pt x="2178" y="148"/>
                </a:cubicBezTo>
                <a:cubicBezTo>
                  <a:pt x="2179" y="148"/>
                  <a:pt x="2181" y="146"/>
                  <a:pt x="2182" y="145"/>
                </a:cubicBezTo>
                <a:cubicBezTo>
                  <a:pt x="2186" y="140"/>
                  <a:pt x="2186" y="140"/>
                  <a:pt x="2186" y="140"/>
                </a:cubicBezTo>
                <a:cubicBezTo>
                  <a:pt x="2194" y="132"/>
                  <a:pt x="2194" y="132"/>
                  <a:pt x="2194" y="132"/>
                </a:cubicBezTo>
                <a:cubicBezTo>
                  <a:pt x="2214" y="111"/>
                  <a:pt x="2224" y="106"/>
                  <a:pt x="2248" y="106"/>
                </a:cubicBezTo>
                <a:cubicBezTo>
                  <a:pt x="2277" y="106"/>
                  <a:pt x="2298" y="117"/>
                  <a:pt x="2306" y="137"/>
                </a:cubicBezTo>
                <a:cubicBezTo>
                  <a:pt x="2310" y="147"/>
                  <a:pt x="2310" y="147"/>
                  <a:pt x="2310" y="208"/>
                </a:cubicBezTo>
                <a:cubicBezTo>
                  <a:pt x="2310" y="221"/>
                  <a:pt x="2310" y="221"/>
                  <a:pt x="2310" y="221"/>
                </a:cubicBezTo>
                <a:cubicBezTo>
                  <a:pt x="2310" y="246"/>
                  <a:pt x="2311" y="270"/>
                  <a:pt x="2311" y="278"/>
                </a:cubicBezTo>
                <a:cubicBezTo>
                  <a:pt x="2312" y="287"/>
                  <a:pt x="2314" y="290"/>
                  <a:pt x="2326" y="293"/>
                </a:cubicBezTo>
                <a:cubicBezTo>
                  <a:pt x="2339" y="297"/>
                  <a:pt x="2339" y="298"/>
                  <a:pt x="2339" y="303"/>
                </a:cubicBezTo>
                <a:close/>
                <a:moveTo>
                  <a:pt x="2388" y="46"/>
                </a:moveTo>
                <a:cubicBezTo>
                  <a:pt x="2388" y="28"/>
                  <a:pt x="2402" y="16"/>
                  <a:pt x="2422" y="16"/>
                </a:cubicBezTo>
                <a:cubicBezTo>
                  <a:pt x="2440" y="16"/>
                  <a:pt x="2452" y="28"/>
                  <a:pt x="2452" y="45"/>
                </a:cubicBezTo>
                <a:cubicBezTo>
                  <a:pt x="2452" y="63"/>
                  <a:pt x="2438" y="76"/>
                  <a:pt x="2420" y="76"/>
                </a:cubicBezTo>
                <a:cubicBezTo>
                  <a:pt x="2402" y="76"/>
                  <a:pt x="2388" y="63"/>
                  <a:pt x="2388" y="46"/>
                </a:cubicBezTo>
                <a:close/>
                <a:moveTo>
                  <a:pt x="2476" y="303"/>
                </a:moveTo>
                <a:cubicBezTo>
                  <a:pt x="2476" y="310"/>
                  <a:pt x="2476" y="310"/>
                  <a:pt x="2476" y="310"/>
                </a:cubicBezTo>
                <a:cubicBezTo>
                  <a:pt x="2476" y="314"/>
                  <a:pt x="2475" y="315"/>
                  <a:pt x="2472" y="315"/>
                </a:cubicBezTo>
                <a:cubicBezTo>
                  <a:pt x="2469" y="315"/>
                  <a:pt x="2469" y="315"/>
                  <a:pt x="2469" y="315"/>
                </a:cubicBezTo>
                <a:cubicBezTo>
                  <a:pt x="2459" y="315"/>
                  <a:pt x="2440" y="314"/>
                  <a:pt x="2425" y="314"/>
                </a:cubicBezTo>
                <a:cubicBezTo>
                  <a:pt x="2409" y="314"/>
                  <a:pt x="2390" y="315"/>
                  <a:pt x="2380" y="315"/>
                </a:cubicBezTo>
                <a:cubicBezTo>
                  <a:pt x="2377" y="315"/>
                  <a:pt x="2377" y="315"/>
                  <a:pt x="2377" y="315"/>
                </a:cubicBezTo>
                <a:cubicBezTo>
                  <a:pt x="2373" y="315"/>
                  <a:pt x="2372" y="314"/>
                  <a:pt x="2372" y="310"/>
                </a:cubicBezTo>
                <a:cubicBezTo>
                  <a:pt x="2372" y="303"/>
                  <a:pt x="2372" y="303"/>
                  <a:pt x="2372" y="303"/>
                </a:cubicBezTo>
                <a:cubicBezTo>
                  <a:pt x="2372" y="298"/>
                  <a:pt x="2372" y="298"/>
                  <a:pt x="2385" y="293"/>
                </a:cubicBezTo>
                <a:cubicBezTo>
                  <a:pt x="2397" y="289"/>
                  <a:pt x="2400" y="287"/>
                  <a:pt x="2400" y="278"/>
                </a:cubicBezTo>
                <a:cubicBezTo>
                  <a:pt x="2401" y="268"/>
                  <a:pt x="2401" y="248"/>
                  <a:pt x="2401" y="221"/>
                </a:cubicBezTo>
                <a:cubicBezTo>
                  <a:pt x="2401" y="187"/>
                  <a:pt x="2401" y="187"/>
                  <a:pt x="2401" y="187"/>
                </a:cubicBezTo>
                <a:cubicBezTo>
                  <a:pt x="2401" y="138"/>
                  <a:pt x="2400" y="135"/>
                  <a:pt x="2384" y="133"/>
                </a:cubicBezTo>
                <a:cubicBezTo>
                  <a:pt x="2374" y="132"/>
                  <a:pt x="2372" y="131"/>
                  <a:pt x="2372" y="127"/>
                </a:cubicBezTo>
                <a:cubicBezTo>
                  <a:pt x="2372" y="119"/>
                  <a:pt x="2372" y="119"/>
                  <a:pt x="2372" y="119"/>
                </a:cubicBezTo>
                <a:cubicBezTo>
                  <a:pt x="2372" y="115"/>
                  <a:pt x="2373" y="114"/>
                  <a:pt x="2379" y="113"/>
                </a:cubicBezTo>
                <a:cubicBezTo>
                  <a:pt x="2438" y="107"/>
                  <a:pt x="2438" y="107"/>
                  <a:pt x="2438" y="107"/>
                </a:cubicBezTo>
                <a:cubicBezTo>
                  <a:pt x="2441" y="106"/>
                  <a:pt x="2441" y="106"/>
                  <a:pt x="2441" y="106"/>
                </a:cubicBezTo>
                <a:cubicBezTo>
                  <a:pt x="2442" y="106"/>
                  <a:pt x="2443" y="106"/>
                  <a:pt x="2444" y="106"/>
                </a:cubicBezTo>
                <a:cubicBezTo>
                  <a:pt x="2448" y="106"/>
                  <a:pt x="2449" y="109"/>
                  <a:pt x="2449" y="114"/>
                </a:cubicBezTo>
                <a:cubicBezTo>
                  <a:pt x="2449" y="115"/>
                  <a:pt x="2449" y="115"/>
                  <a:pt x="2449" y="130"/>
                </a:cubicBezTo>
                <a:cubicBezTo>
                  <a:pt x="2449" y="137"/>
                  <a:pt x="2448" y="178"/>
                  <a:pt x="2448" y="201"/>
                </a:cubicBezTo>
                <a:cubicBezTo>
                  <a:pt x="2448" y="221"/>
                  <a:pt x="2448" y="221"/>
                  <a:pt x="2448" y="221"/>
                </a:cubicBezTo>
                <a:cubicBezTo>
                  <a:pt x="2448" y="246"/>
                  <a:pt x="2449" y="268"/>
                  <a:pt x="2449" y="278"/>
                </a:cubicBezTo>
                <a:cubicBezTo>
                  <a:pt x="2450" y="287"/>
                  <a:pt x="2452" y="290"/>
                  <a:pt x="2464" y="293"/>
                </a:cubicBezTo>
                <a:cubicBezTo>
                  <a:pt x="2476" y="297"/>
                  <a:pt x="2476" y="298"/>
                  <a:pt x="2476" y="303"/>
                </a:cubicBezTo>
                <a:close/>
                <a:moveTo>
                  <a:pt x="2699" y="111"/>
                </a:moveTo>
                <a:cubicBezTo>
                  <a:pt x="2699" y="119"/>
                  <a:pt x="2699" y="119"/>
                  <a:pt x="2699" y="119"/>
                </a:cubicBezTo>
                <a:cubicBezTo>
                  <a:pt x="2699" y="125"/>
                  <a:pt x="2699" y="125"/>
                  <a:pt x="2692" y="127"/>
                </a:cubicBezTo>
                <a:cubicBezTo>
                  <a:pt x="2686" y="129"/>
                  <a:pt x="2684" y="133"/>
                  <a:pt x="2677" y="151"/>
                </a:cubicBezTo>
                <a:cubicBezTo>
                  <a:pt x="2672" y="163"/>
                  <a:pt x="2672" y="163"/>
                  <a:pt x="2637" y="249"/>
                </a:cubicBezTo>
                <a:cubicBezTo>
                  <a:pt x="2624" y="282"/>
                  <a:pt x="2622" y="289"/>
                  <a:pt x="2619" y="297"/>
                </a:cubicBezTo>
                <a:cubicBezTo>
                  <a:pt x="2615" y="307"/>
                  <a:pt x="2615" y="307"/>
                  <a:pt x="2613" y="310"/>
                </a:cubicBezTo>
                <a:cubicBezTo>
                  <a:pt x="2612" y="312"/>
                  <a:pt x="2610" y="313"/>
                  <a:pt x="2605" y="314"/>
                </a:cubicBezTo>
                <a:cubicBezTo>
                  <a:pt x="2601" y="314"/>
                  <a:pt x="2600" y="314"/>
                  <a:pt x="2586" y="317"/>
                </a:cubicBezTo>
                <a:cubicBezTo>
                  <a:pt x="2584" y="317"/>
                  <a:pt x="2582" y="317"/>
                  <a:pt x="2581" y="317"/>
                </a:cubicBezTo>
                <a:cubicBezTo>
                  <a:pt x="2577" y="317"/>
                  <a:pt x="2577" y="317"/>
                  <a:pt x="2572" y="303"/>
                </a:cubicBezTo>
                <a:cubicBezTo>
                  <a:pt x="2567" y="289"/>
                  <a:pt x="2563" y="280"/>
                  <a:pt x="2544" y="228"/>
                </a:cubicBezTo>
                <a:cubicBezTo>
                  <a:pt x="2525" y="174"/>
                  <a:pt x="2517" y="153"/>
                  <a:pt x="2510" y="136"/>
                </a:cubicBezTo>
                <a:cubicBezTo>
                  <a:pt x="2507" y="129"/>
                  <a:pt x="2506" y="129"/>
                  <a:pt x="2497" y="126"/>
                </a:cubicBezTo>
                <a:cubicBezTo>
                  <a:pt x="2494" y="125"/>
                  <a:pt x="2493" y="122"/>
                  <a:pt x="2493" y="119"/>
                </a:cubicBezTo>
                <a:cubicBezTo>
                  <a:pt x="2493" y="111"/>
                  <a:pt x="2493" y="111"/>
                  <a:pt x="2493" y="111"/>
                </a:cubicBezTo>
                <a:cubicBezTo>
                  <a:pt x="2493" y="107"/>
                  <a:pt x="2495" y="106"/>
                  <a:pt x="2500" y="106"/>
                </a:cubicBezTo>
                <a:cubicBezTo>
                  <a:pt x="2501" y="106"/>
                  <a:pt x="2501" y="106"/>
                  <a:pt x="2520" y="107"/>
                </a:cubicBezTo>
                <a:cubicBezTo>
                  <a:pt x="2524" y="107"/>
                  <a:pt x="2532" y="107"/>
                  <a:pt x="2541" y="107"/>
                </a:cubicBezTo>
                <a:cubicBezTo>
                  <a:pt x="2561" y="107"/>
                  <a:pt x="2573" y="107"/>
                  <a:pt x="2585" y="106"/>
                </a:cubicBezTo>
                <a:cubicBezTo>
                  <a:pt x="2590" y="106"/>
                  <a:pt x="2590" y="106"/>
                  <a:pt x="2590" y="106"/>
                </a:cubicBezTo>
                <a:cubicBezTo>
                  <a:pt x="2594" y="106"/>
                  <a:pt x="2595" y="107"/>
                  <a:pt x="2595" y="111"/>
                </a:cubicBezTo>
                <a:cubicBezTo>
                  <a:pt x="2595" y="119"/>
                  <a:pt x="2595" y="119"/>
                  <a:pt x="2595" y="119"/>
                </a:cubicBezTo>
                <a:cubicBezTo>
                  <a:pt x="2595" y="124"/>
                  <a:pt x="2595" y="124"/>
                  <a:pt x="2584" y="127"/>
                </a:cubicBezTo>
                <a:cubicBezTo>
                  <a:pt x="2572" y="130"/>
                  <a:pt x="2568" y="133"/>
                  <a:pt x="2568" y="139"/>
                </a:cubicBezTo>
                <a:cubicBezTo>
                  <a:pt x="2568" y="141"/>
                  <a:pt x="2568" y="144"/>
                  <a:pt x="2569" y="147"/>
                </a:cubicBezTo>
                <a:cubicBezTo>
                  <a:pt x="2571" y="154"/>
                  <a:pt x="2573" y="160"/>
                  <a:pt x="2575" y="166"/>
                </a:cubicBezTo>
                <a:cubicBezTo>
                  <a:pt x="2585" y="199"/>
                  <a:pt x="2585" y="199"/>
                  <a:pt x="2585" y="199"/>
                </a:cubicBezTo>
                <a:cubicBezTo>
                  <a:pt x="2598" y="241"/>
                  <a:pt x="2606" y="267"/>
                  <a:pt x="2607" y="267"/>
                </a:cubicBezTo>
                <a:cubicBezTo>
                  <a:pt x="2608" y="267"/>
                  <a:pt x="2608" y="265"/>
                  <a:pt x="2609" y="262"/>
                </a:cubicBezTo>
                <a:cubicBezTo>
                  <a:pt x="2610" y="256"/>
                  <a:pt x="2610" y="256"/>
                  <a:pt x="2610" y="256"/>
                </a:cubicBezTo>
                <a:cubicBezTo>
                  <a:pt x="2614" y="245"/>
                  <a:pt x="2614" y="245"/>
                  <a:pt x="2614" y="245"/>
                </a:cubicBezTo>
                <a:cubicBezTo>
                  <a:pt x="2616" y="238"/>
                  <a:pt x="2619" y="231"/>
                  <a:pt x="2622" y="221"/>
                </a:cubicBezTo>
                <a:cubicBezTo>
                  <a:pt x="2633" y="189"/>
                  <a:pt x="2633" y="189"/>
                  <a:pt x="2633" y="189"/>
                </a:cubicBezTo>
                <a:cubicBezTo>
                  <a:pt x="2646" y="153"/>
                  <a:pt x="2649" y="141"/>
                  <a:pt x="2649" y="137"/>
                </a:cubicBezTo>
                <a:cubicBezTo>
                  <a:pt x="2649" y="132"/>
                  <a:pt x="2643" y="127"/>
                  <a:pt x="2633" y="125"/>
                </a:cubicBezTo>
                <a:cubicBezTo>
                  <a:pt x="2628" y="124"/>
                  <a:pt x="2626" y="123"/>
                  <a:pt x="2626" y="119"/>
                </a:cubicBezTo>
                <a:cubicBezTo>
                  <a:pt x="2626" y="111"/>
                  <a:pt x="2626" y="111"/>
                  <a:pt x="2626" y="111"/>
                </a:cubicBezTo>
                <a:cubicBezTo>
                  <a:pt x="2626" y="108"/>
                  <a:pt x="2628" y="106"/>
                  <a:pt x="2631" y="106"/>
                </a:cubicBezTo>
                <a:cubicBezTo>
                  <a:pt x="2633" y="106"/>
                  <a:pt x="2634" y="106"/>
                  <a:pt x="2636" y="106"/>
                </a:cubicBezTo>
                <a:cubicBezTo>
                  <a:pt x="2641" y="107"/>
                  <a:pt x="2657" y="107"/>
                  <a:pt x="2666" y="107"/>
                </a:cubicBezTo>
                <a:cubicBezTo>
                  <a:pt x="2673" y="107"/>
                  <a:pt x="2683" y="107"/>
                  <a:pt x="2691" y="106"/>
                </a:cubicBezTo>
                <a:cubicBezTo>
                  <a:pt x="2695" y="106"/>
                  <a:pt x="2695" y="106"/>
                  <a:pt x="2695" y="106"/>
                </a:cubicBezTo>
                <a:cubicBezTo>
                  <a:pt x="2698" y="106"/>
                  <a:pt x="2699" y="107"/>
                  <a:pt x="2699" y="111"/>
                </a:cubicBezTo>
                <a:close/>
                <a:moveTo>
                  <a:pt x="2774" y="198"/>
                </a:moveTo>
                <a:cubicBezTo>
                  <a:pt x="2869" y="198"/>
                  <a:pt x="2869" y="198"/>
                  <a:pt x="2869" y="198"/>
                </a:cubicBezTo>
                <a:cubicBezTo>
                  <a:pt x="2885" y="198"/>
                  <a:pt x="2889" y="194"/>
                  <a:pt x="2889" y="183"/>
                </a:cubicBezTo>
                <a:cubicBezTo>
                  <a:pt x="2889" y="134"/>
                  <a:pt x="2863" y="106"/>
                  <a:pt x="2815" y="106"/>
                </a:cubicBezTo>
                <a:cubicBezTo>
                  <a:pt x="2756" y="106"/>
                  <a:pt x="2712" y="154"/>
                  <a:pt x="2712" y="219"/>
                </a:cubicBezTo>
                <a:cubicBezTo>
                  <a:pt x="2712" y="279"/>
                  <a:pt x="2753" y="320"/>
                  <a:pt x="2813" y="320"/>
                </a:cubicBezTo>
                <a:cubicBezTo>
                  <a:pt x="2830" y="320"/>
                  <a:pt x="2849" y="316"/>
                  <a:pt x="2864" y="310"/>
                </a:cubicBezTo>
                <a:cubicBezTo>
                  <a:pt x="2875" y="306"/>
                  <a:pt x="2880" y="303"/>
                  <a:pt x="2881" y="301"/>
                </a:cubicBezTo>
                <a:cubicBezTo>
                  <a:pt x="2882" y="298"/>
                  <a:pt x="2886" y="271"/>
                  <a:pt x="2886" y="264"/>
                </a:cubicBezTo>
                <a:cubicBezTo>
                  <a:pt x="2886" y="262"/>
                  <a:pt x="2884" y="261"/>
                  <a:pt x="2883" y="261"/>
                </a:cubicBezTo>
                <a:cubicBezTo>
                  <a:pt x="2883" y="261"/>
                  <a:pt x="2882" y="261"/>
                  <a:pt x="2881" y="262"/>
                </a:cubicBezTo>
                <a:cubicBezTo>
                  <a:pt x="2868" y="273"/>
                  <a:pt x="2839" y="283"/>
                  <a:pt x="2818" y="283"/>
                </a:cubicBezTo>
                <a:cubicBezTo>
                  <a:pt x="2783" y="283"/>
                  <a:pt x="2758" y="253"/>
                  <a:pt x="2758" y="213"/>
                </a:cubicBezTo>
                <a:cubicBezTo>
                  <a:pt x="2758" y="199"/>
                  <a:pt x="2759" y="198"/>
                  <a:pt x="2774" y="198"/>
                </a:cubicBezTo>
                <a:close/>
                <a:moveTo>
                  <a:pt x="2778" y="146"/>
                </a:moveTo>
                <a:cubicBezTo>
                  <a:pt x="2785" y="136"/>
                  <a:pt x="2798" y="130"/>
                  <a:pt x="2812" y="130"/>
                </a:cubicBezTo>
                <a:cubicBezTo>
                  <a:pt x="2822" y="130"/>
                  <a:pt x="2831" y="134"/>
                  <a:pt x="2836" y="141"/>
                </a:cubicBezTo>
                <a:cubicBezTo>
                  <a:pt x="2841" y="147"/>
                  <a:pt x="2843" y="156"/>
                  <a:pt x="2843" y="164"/>
                </a:cubicBezTo>
                <a:cubicBezTo>
                  <a:pt x="2843" y="169"/>
                  <a:pt x="2841" y="172"/>
                  <a:pt x="2835" y="172"/>
                </a:cubicBezTo>
                <a:cubicBezTo>
                  <a:pt x="2827" y="173"/>
                  <a:pt x="2807" y="175"/>
                  <a:pt x="2800" y="176"/>
                </a:cubicBezTo>
                <a:cubicBezTo>
                  <a:pt x="2781" y="177"/>
                  <a:pt x="2781" y="177"/>
                  <a:pt x="2781" y="177"/>
                </a:cubicBezTo>
                <a:cubicBezTo>
                  <a:pt x="2772" y="178"/>
                  <a:pt x="2772" y="178"/>
                  <a:pt x="2772" y="178"/>
                </a:cubicBezTo>
                <a:cubicBezTo>
                  <a:pt x="2768" y="178"/>
                  <a:pt x="2767" y="176"/>
                  <a:pt x="2767" y="173"/>
                </a:cubicBezTo>
                <a:cubicBezTo>
                  <a:pt x="2767" y="166"/>
                  <a:pt x="2771" y="154"/>
                  <a:pt x="2778" y="146"/>
                </a:cubicBezTo>
                <a:close/>
                <a:moveTo>
                  <a:pt x="3090" y="115"/>
                </a:moveTo>
                <a:cubicBezTo>
                  <a:pt x="3090" y="116"/>
                  <a:pt x="3090" y="116"/>
                  <a:pt x="3090" y="116"/>
                </a:cubicBezTo>
                <a:cubicBezTo>
                  <a:pt x="3089" y="145"/>
                  <a:pt x="3089" y="145"/>
                  <a:pt x="3089" y="145"/>
                </a:cubicBezTo>
                <a:cubicBezTo>
                  <a:pt x="3088" y="153"/>
                  <a:pt x="3087" y="156"/>
                  <a:pt x="3083" y="156"/>
                </a:cubicBezTo>
                <a:cubicBezTo>
                  <a:pt x="3082" y="156"/>
                  <a:pt x="3081" y="155"/>
                  <a:pt x="3079" y="155"/>
                </a:cubicBezTo>
                <a:cubicBezTo>
                  <a:pt x="3074" y="153"/>
                  <a:pt x="3065" y="152"/>
                  <a:pt x="3056" y="152"/>
                </a:cubicBezTo>
                <a:cubicBezTo>
                  <a:pt x="3041" y="152"/>
                  <a:pt x="3029" y="156"/>
                  <a:pt x="3021" y="164"/>
                </a:cubicBezTo>
                <a:cubicBezTo>
                  <a:pt x="3012" y="173"/>
                  <a:pt x="3010" y="182"/>
                  <a:pt x="3010" y="223"/>
                </a:cubicBezTo>
                <a:cubicBezTo>
                  <a:pt x="3010" y="242"/>
                  <a:pt x="3010" y="242"/>
                  <a:pt x="3010" y="242"/>
                </a:cubicBezTo>
                <a:cubicBezTo>
                  <a:pt x="3011" y="268"/>
                  <a:pt x="3011" y="268"/>
                  <a:pt x="3011" y="268"/>
                </a:cubicBezTo>
                <a:cubicBezTo>
                  <a:pt x="3011" y="282"/>
                  <a:pt x="3012" y="286"/>
                  <a:pt x="3018" y="289"/>
                </a:cubicBezTo>
                <a:cubicBezTo>
                  <a:pt x="3021" y="290"/>
                  <a:pt x="3021" y="290"/>
                  <a:pt x="3039" y="294"/>
                </a:cubicBezTo>
                <a:cubicBezTo>
                  <a:pt x="3052" y="297"/>
                  <a:pt x="3052" y="297"/>
                  <a:pt x="3052" y="303"/>
                </a:cubicBezTo>
                <a:cubicBezTo>
                  <a:pt x="3052" y="309"/>
                  <a:pt x="3052" y="309"/>
                  <a:pt x="3052" y="309"/>
                </a:cubicBezTo>
                <a:cubicBezTo>
                  <a:pt x="3052" y="313"/>
                  <a:pt x="3050" y="315"/>
                  <a:pt x="3047" y="315"/>
                </a:cubicBezTo>
                <a:cubicBezTo>
                  <a:pt x="3045" y="315"/>
                  <a:pt x="3045" y="315"/>
                  <a:pt x="3045" y="315"/>
                </a:cubicBezTo>
                <a:cubicBezTo>
                  <a:pt x="3033" y="315"/>
                  <a:pt x="3000" y="314"/>
                  <a:pt x="2984" y="314"/>
                </a:cubicBezTo>
                <a:cubicBezTo>
                  <a:pt x="2971" y="314"/>
                  <a:pt x="2952" y="315"/>
                  <a:pt x="2942" y="315"/>
                </a:cubicBezTo>
                <a:cubicBezTo>
                  <a:pt x="2939" y="315"/>
                  <a:pt x="2939" y="315"/>
                  <a:pt x="2939" y="315"/>
                </a:cubicBezTo>
                <a:cubicBezTo>
                  <a:pt x="2935" y="315"/>
                  <a:pt x="2934" y="314"/>
                  <a:pt x="2934" y="310"/>
                </a:cubicBezTo>
                <a:cubicBezTo>
                  <a:pt x="2934" y="303"/>
                  <a:pt x="2934" y="303"/>
                  <a:pt x="2934" y="303"/>
                </a:cubicBezTo>
                <a:cubicBezTo>
                  <a:pt x="2934" y="298"/>
                  <a:pt x="2934" y="298"/>
                  <a:pt x="2947" y="293"/>
                </a:cubicBezTo>
                <a:cubicBezTo>
                  <a:pt x="2959" y="289"/>
                  <a:pt x="2961" y="287"/>
                  <a:pt x="2962" y="278"/>
                </a:cubicBezTo>
                <a:cubicBezTo>
                  <a:pt x="2963" y="268"/>
                  <a:pt x="2963" y="249"/>
                  <a:pt x="2963" y="221"/>
                </a:cubicBezTo>
                <a:cubicBezTo>
                  <a:pt x="2963" y="208"/>
                  <a:pt x="2963" y="208"/>
                  <a:pt x="2963" y="208"/>
                </a:cubicBezTo>
                <a:cubicBezTo>
                  <a:pt x="2963" y="187"/>
                  <a:pt x="2960" y="163"/>
                  <a:pt x="2956" y="152"/>
                </a:cubicBezTo>
                <a:cubicBezTo>
                  <a:pt x="2952" y="141"/>
                  <a:pt x="2946" y="138"/>
                  <a:pt x="2933" y="137"/>
                </a:cubicBezTo>
                <a:cubicBezTo>
                  <a:pt x="2924" y="137"/>
                  <a:pt x="2923" y="136"/>
                  <a:pt x="2923" y="131"/>
                </a:cubicBezTo>
                <a:cubicBezTo>
                  <a:pt x="2923" y="124"/>
                  <a:pt x="2923" y="124"/>
                  <a:pt x="2923" y="124"/>
                </a:cubicBezTo>
                <a:cubicBezTo>
                  <a:pt x="2923" y="118"/>
                  <a:pt x="2924" y="117"/>
                  <a:pt x="2930" y="116"/>
                </a:cubicBezTo>
                <a:cubicBezTo>
                  <a:pt x="2990" y="107"/>
                  <a:pt x="2990" y="107"/>
                  <a:pt x="2990" y="107"/>
                </a:cubicBezTo>
                <a:cubicBezTo>
                  <a:pt x="2994" y="106"/>
                  <a:pt x="2994" y="106"/>
                  <a:pt x="2994" y="106"/>
                </a:cubicBezTo>
                <a:cubicBezTo>
                  <a:pt x="2995" y="106"/>
                  <a:pt x="2997" y="106"/>
                  <a:pt x="2997" y="106"/>
                </a:cubicBezTo>
                <a:cubicBezTo>
                  <a:pt x="3000" y="106"/>
                  <a:pt x="3002" y="109"/>
                  <a:pt x="3002" y="113"/>
                </a:cubicBezTo>
                <a:cubicBezTo>
                  <a:pt x="3001" y="131"/>
                  <a:pt x="3001" y="131"/>
                  <a:pt x="3001" y="131"/>
                </a:cubicBezTo>
                <a:cubicBezTo>
                  <a:pt x="3001" y="149"/>
                  <a:pt x="3002" y="152"/>
                  <a:pt x="3005" y="152"/>
                </a:cubicBezTo>
                <a:cubicBezTo>
                  <a:pt x="3006" y="152"/>
                  <a:pt x="3010" y="149"/>
                  <a:pt x="3013" y="146"/>
                </a:cubicBezTo>
                <a:cubicBezTo>
                  <a:pt x="3019" y="139"/>
                  <a:pt x="3019" y="139"/>
                  <a:pt x="3029" y="127"/>
                </a:cubicBezTo>
                <a:cubicBezTo>
                  <a:pt x="3040" y="114"/>
                  <a:pt x="3044" y="111"/>
                  <a:pt x="3056" y="108"/>
                </a:cubicBezTo>
                <a:cubicBezTo>
                  <a:pt x="3062" y="107"/>
                  <a:pt x="3068" y="106"/>
                  <a:pt x="3076" y="106"/>
                </a:cubicBezTo>
                <a:cubicBezTo>
                  <a:pt x="3086" y="106"/>
                  <a:pt x="3091" y="109"/>
                  <a:pt x="3090" y="115"/>
                </a:cubicBezTo>
                <a:close/>
                <a:moveTo>
                  <a:pt x="3268" y="257"/>
                </a:moveTo>
                <a:cubicBezTo>
                  <a:pt x="3268" y="295"/>
                  <a:pt x="3235" y="320"/>
                  <a:pt x="3183" y="320"/>
                </a:cubicBezTo>
                <a:cubicBezTo>
                  <a:pt x="3164" y="320"/>
                  <a:pt x="3143" y="316"/>
                  <a:pt x="3130" y="309"/>
                </a:cubicBezTo>
                <a:cubicBezTo>
                  <a:pt x="3124" y="306"/>
                  <a:pt x="3123" y="304"/>
                  <a:pt x="3123" y="297"/>
                </a:cubicBezTo>
                <a:cubicBezTo>
                  <a:pt x="3126" y="269"/>
                  <a:pt x="3126" y="269"/>
                  <a:pt x="3126" y="269"/>
                </a:cubicBezTo>
                <a:cubicBezTo>
                  <a:pt x="3126" y="264"/>
                  <a:pt x="3128" y="262"/>
                  <a:pt x="3133" y="262"/>
                </a:cubicBezTo>
                <a:cubicBezTo>
                  <a:pt x="3140" y="262"/>
                  <a:pt x="3140" y="262"/>
                  <a:pt x="3140" y="262"/>
                </a:cubicBezTo>
                <a:cubicBezTo>
                  <a:pt x="3144" y="262"/>
                  <a:pt x="3144" y="262"/>
                  <a:pt x="3147" y="273"/>
                </a:cubicBezTo>
                <a:cubicBezTo>
                  <a:pt x="3151" y="287"/>
                  <a:pt x="3169" y="298"/>
                  <a:pt x="3188" y="298"/>
                </a:cubicBezTo>
                <a:cubicBezTo>
                  <a:pt x="3209" y="298"/>
                  <a:pt x="3223" y="286"/>
                  <a:pt x="3223" y="270"/>
                </a:cubicBezTo>
                <a:cubicBezTo>
                  <a:pt x="3223" y="258"/>
                  <a:pt x="3217" y="251"/>
                  <a:pt x="3194" y="241"/>
                </a:cubicBezTo>
                <a:cubicBezTo>
                  <a:pt x="3141" y="216"/>
                  <a:pt x="3128" y="202"/>
                  <a:pt x="3128" y="171"/>
                </a:cubicBezTo>
                <a:cubicBezTo>
                  <a:pt x="3128" y="130"/>
                  <a:pt x="3158" y="106"/>
                  <a:pt x="3209" y="106"/>
                </a:cubicBezTo>
                <a:cubicBezTo>
                  <a:pt x="3224" y="106"/>
                  <a:pt x="3241" y="109"/>
                  <a:pt x="3251" y="113"/>
                </a:cubicBezTo>
                <a:cubicBezTo>
                  <a:pt x="3258" y="116"/>
                  <a:pt x="3259" y="118"/>
                  <a:pt x="3259" y="123"/>
                </a:cubicBezTo>
                <a:cubicBezTo>
                  <a:pt x="3259" y="124"/>
                  <a:pt x="3259" y="124"/>
                  <a:pt x="3259" y="124"/>
                </a:cubicBezTo>
                <a:cubicBezTo>
                  <a:pt x="3256" y="149"/>
                  <a:pt x="3256" y="149"/>
                  <a:pt x="3256" y="149"/>
                </a:cubicBezTo>
                <a:cubicBezTo>
                  <a:pt x="3256" y="156"/>
                  <a:pt x="3255" y="156"/>
                  <a:pt x="3251" y="156"/>
                </a:cubicBezTo>
                <a:cubicBezTo>
                  <a:pt x="3244" y="156"/>
                  <a:pt x="3244" y="156"/>
                  <a:pt x="3244" y="156"/>
                </a:cubicBezTo>
                <a:cubicBezTo>
                  <a:pt x="3240" y="156"/>
                  <a:pt x="3240" y="156"/>
                  <a:pt x="3236" y="146"/>
                </a:cubicBezTo>
                <a:cubicBezTo>
                  <a:pt x="3231" y="135"/>
                  <a:pt x="3219" y="129"/>
                  <a:pt x="3201" y="129"/>
                </a:cubicBezTo>
                <a:cubicBezTo>
                  <a:pt x="3181" y="129"/>
                  <a:pt x="3168" y="139"/>
                  <a:pt x="3168" y="156"/>
                </a:cubicBezTo>
                <a:cubicBezTo>
                  <a:pt x="3168" y="167"/>
                  <a:pt x="3174" y="174"/>
                  <a:pt x="3190" y="184"/>
                </a:cubicBezTo>
                <a:cubicBezTo>
                  <a:pt x="3199" y="189"/>
                  <a:pt x="3199" y="189"/>
                  <a:pt x="3226" y="201"/>
                </a:cubicBezTo>
                <a:cubicBezTo>
                  <a:pt x="3253" y="214"/>
                  <a:pt x="3268" y="234"/>
                  <a:pt x="3268" y="257"/>
                </a:cubicBezTo>
                <a:close/>
                <a:moveTo>
                  <a:pt x="3321" y="46"/>
                </a:moveTo>
                <a:cubicBezTo>
                  <a:pt x="3321" y="28"/>
                  <a:pt x="3334" y="16"/>
                  <a:pt x="3354" y="16"/>
                </a:cubicBezTo>
                <a:cubicBezTo>
                  <a:pt x="3372" y="16"/>
                  <a:pt x="3385" y="28"/>
                  <a:pt x="3385" y="45"/>
                </a:cubicBezTo>
                <a:cubicBezTo>
                  <a:pt x="3385" y="63"/>
                  <a:pt x="3370" y="76"/>
                  <a:pt x="3352" y="76"/>
                </a:cubicBezTo>
                <a:cubicBezTo>
                  <a:pt x="3335" y="76"/>
                  <a:pt x="3321" y="63"/>
                  <a:pt x="3321" y="46"/>
                </a:cubicBezTo>
                <a:close/>
                <a:moveTo>
                  <a:pt x="3409" y="303"/>
                </a:moveTo>
                <a:cubicBezTo>
                  <a:pt x="3409" y="310"/>
                  <a:pt x="3409" y="310"/>
                  <a:pt x="3409" y="310"/>
                </a:cubicBezTo>
                <a:cubicBezTo>
                  <a:pt x="3409" y="314"/>
                  <a:pt x="3408" y="315"/>
                  <a:pt x="3405" y="315"/>
                </a:cubicBezTo>
                <a:cubicBezTo>
                  <a:pt x="3402" y="315"/>
                  <a:pt x="3402" y="315"/>
                  <a:pt x="3402" y="315"/>
                </a:cubicBezTo>
                <a:cubicBezTo>
                  <a:pt x="3391" y="315"/>
                  <a:pt x="3373" y="314"/>
                  <a:pt x="3357" y="314"/>
                </a:cubicBezTo>
                <a:cubicBezTo>
                  <a:pt x="3342" y="314"/>
                  <a:pt x="3322" y="315"/>
                  <a:pt x="3312" y="315"/>
                </a:cubicBezTo>
                <a:cubicBezTo>
                  <a:pt x="3309" y="315"/>
                  <a:pt x="3309" y="315"/>
                  <a:pt x="3309" y="315"/>
                </a:cubicBezTo>
                <a:cubicBezTo>
                  <a:pt x="3306" y="315"/>
                  <a:pt x="3305" y="314"/>
                  <a:pt x="3305" y="310"/>
                </a:cubicBezTo>
                <a:cubicBezTo>
                  <a:pt x="3305" y="303"/>
                  <a:pt x="3305" y="303"/>
                  <a:pt x="3305" y="303"/>
                </a:cubicBezTo>
                <a:cubicBezTo>
                  <a:pt x="3305" y="298"/>
                  <a:pt x="3305" y="298"/>
                  <a:pt x="3317" y="293"/>
                </a:cubicBezTo>
                <a:cubicBezTo>
                  <a:pt x="3330" y="289"/>
                  <a:pt x="3332" y="287"/>
                  <a:pt x="3333" y="278"/>
                </a:cubicBezTo>
                <a:cubicBezTo>
                  <a:pt x="3333" y="268"/>
                  <a:pt x="3334" y="248"/>
                  <a:pt x="3334" y="221"/>
                </a:cubicBezTo>
                <a:cubicBezTo>
                  <a:pt x="3334" y="187"/>
                  <a:pt x="3334" y="187"/>
                  <a:pt x="3334" y="187"/>
                </a:cubicBezTo>
                <a:cubicBezTo>
                  <a:pt x="3334" y="138"/>
                  <a:pt x="3333" y="135"/>
                  <a:pt x="3316" y="133"/>
                </a:cubicBezTo>
                <a:cubicBezTo>
                  <a:pt x="3307" y="132"/>
                  <a:pt x="3305" y="131"/>
                  <a:pt x="3305" y="127"/>
                </a:cubicBezTo>
                <a:cubicBezTo>
                  <a:pt x="3305" y="119"/>
                  <a:pt x="3305" y="119"/>
                  <a:pt x="3305" y="119"/>
                </a:cubicBezTo>
                <a:cubicBezTo>
                  <a:pt x="3305" y="115"/>
                  <a:pt x="3306" y="114"/>
                  <a:pt x="3312" y="113"/>
                </a:cubicBezTo>
                <a:cubicBezTo>
                  <a:pt x="3370" y="107"/>
                  <a:pt x="3370" y="107"/>
                  <a:pt x="3370" y="107"/>
                </a:cubicBezTo>
                <a:cubicBezTo>
                  <a:pt x="3373" y="106"/>
                  <a:pt x="3373" y="106"/>
                  <a:pt x="3373" y="106"/>
                </a:cubicBezTo>
                <a:cubicBezTo>
                  <a:pt x="3375" y="106"/>
                  <a:pt x="3376" y="106"/>
                  <a:pt x="3377" y="106"/>
                </a:cubicBezTo>
                <a:cubicBezTo>
                  <a:pt x="3380" y="106"/>
                  <a:pt x="3382" y="109"/>
                  <a:pt x="3382" y="114"/>
                </a:cubicBezTo>
                <a:cubicBezTo>
                  <a:pt x="3382" y="115"/>
                  <a:pt x="3382" y="115"/>
                  <a:pt x="3381" y="130"/>
                </a:cubicBezTo>
                <a:cubicBezTo>
                  <a:pt x="3381" y="137"/>
                  <a:pt x="3381" y="178"/>
                  <a:pt x="3381" y="201"/>
                </a:cubicBezTo>
                <a:cubicBezTo>
                  <a:pt x="3381" y="221"/>
                  <a:pt x="3381" y="221"/>
                  <a:pt x="3381" y="221"/>
                </a:cubicBezTo>
                <a:cubicBezTo>
                  <a:pt x="3381" y="246"/>
                  <a:pt x="3381" y="268"/>
                  <a:pt x="3381" y="278"/>
                </a:cubicBezTo>
                <a:cubicBezTo>
                  <a:pt x="3382" y="287"/>
                  <a:pt x="3385" y="290"/>
                  <a:pt x="3397" y="293"/>
                </a:cubicBezTo>
                <a:cubicBezTo>
                  <a:pt x="3409" y="297"/>
                  <a:pt x="3409" y="298"/>
                  <a:pt x="3409" y="303"/>
                </a:cubicBezTo>
                <a:close/>
                <a:moveTo>
                  <a:pt x="3515" y="158"/>
                </a:moveTo>
                <a:cubicBezTo>
                  <a:pt x="3515" y="222"/>
                  <a:pt x="3515" y="222"/>
                  <a:pt x="3515" y="222"/>
                </a:cubicBezTo>
                <a:cubicBezTo>
                  <a:pt x="3515" y="256"/>
                  <a:pt x="3516" y="266"/>
                  <a:pt x="3520" y="274"/>
                </a:cubicBezTo>
                <a:cubicBezTo>
                  <a:pt x="3524" y="282"/>
                  <a:pt x="3532" y="286"/>
                  <a:pt x="3544" y="286"/>
                </a:cubicBezTo>
                <a:cubicBezTo>
                  <a:pt x="3553" y="286"/>
                  <a:pt x="3563" y="285"/>
                  <a:pt x="3578" y="281"/>
                </a:cubicBezTo>
                <a:cubicBezTo>
                  <a:pt x="3581" y="280"/>
                  <a:pt x="3583" y="280"/>
                  <a:pt x="3584" y="280"/>
                </a:cubicBezTo>
                <a:cubicBezTo>
                  <a:pt x="3586" y="280"/>
                  <a:pt x="3586" y="281"/>
                  <a:pt x="3586" y="283"/>
                </a:cubicBezTo>
                <a:cubicBezTo>
                  <a:pt x="3586" y="289"/>
                  <a:pt x="3583" y="309"/>
                  <a:pt x="3582" y="310"/>
                </a:cubicBezTo>
                <a:cubicBezTo>
                  <a:pt x="3578" y="315"/>
                  <a:pt x="3550" y="320"/>
                  <a:pt x="3531" y="320"/>
                </a:cubicBezTo>
                <a:cubicBezTo>
                  <a:pt x="3485" y="320"/>
                  <a:pt x="3467" y="306"/>
                  <a:pt x="3467" y="270"/>
                </a:cubicBezTo>
                <a:cubicBezTo>
                  <a:pt x="3468" y="246"/>
                  <a:pt x="3468" y="246"/>
                  <a:pt x="3468" y="246"/>
                </a:cubicBezTo>
                <a:cubicBezTo>
                  <a:pt x="3468" y="236"/>
                  <a:pt x="3468" y="228"/>
                  <a:pt x="3468" y="222"/>
                </a:cubicBezTo>
                <a:cubicBezTo>
                  <a:pt x="3468" y="166"/>
                  <a:pt x="3468" y="166"/>
                  <a:pt x="3468" y="166"/>
                </a:cubicBezTo>
                <a:cubicBezTo>
                  <a:pt x="3468" y="142"/>
                  <a:pt x="3468" y="141"/>
                  <a:pt x="3458" y="141"/>
                </a:cubicBezTo>
                <a:cubicBezTo>
                  <a:pt x="3457" y="141"/>
                  <a:pt x="3457" y="141"/>
                  <a:pt x="3451" y="142"/>
                </a:cubicBezTo>
                <a:cubicBezTo>
                  <a:pt x="3440" y="142"/>
                  <a:pt x="3440" y="142"/>
                  <a:pt x="3440" y="142"/>
                </a:cubicBezTo>
                <a:cubicBezTo>
                  <a:pt x="3437" y="142"/>
                  <a:pt x="3435" y="142"/>
                  <a:pt x="3434" y="142"/>
                </a:cubicBezTo>
                <a:cubicBezTo>
                  <a:pt x="3432" y="142"/>
                  <a:pt x="3430" y="141"/>
                  <a:pt x="3430" y="140"/>
                </a:cubicBezTo>
                <a:cubicBezTo>
                  <a:pt x="3430" y="139"/>
                  <a:pt x="3430" y="137"/>
                  <a:pt x="3432" y="134"/>
                </a:cubicBezTo>
                <a:cubicBezTo>
                  <a:pt x="3437" y="121"/>
                  <a:pt x="3437" y="121"/>
                  <a:pt x="3437" y="121"/>
                </a:cubicBezTo>
                <a:cubicBezTo>
                  <a:pt x="3440" y="111"/>
                  <a:pt x="3441" y="111"/>
                  <a:pt x="3445" y="111"/>
                </a:cubicBezTo>
                <a:cubicBezTo>
                  <a:pt x="3446" y="111"/>
                  <a:pt x="3450" y="111"/>
                  <a:pt x="3455" y="111"/>
                </a:cubicBezTo>
                <a:cubicBezTo>
                  <a:pt x="3456" y="112"/>
                  <a:pt x="3458" y="112"/>
                  <a:pt x="3459" y="112"/>
                </a:cubicBezTo>
                <a:cubicBezTo>
                  <a:pt x="3467" y="112"/>
                  <a:pt x="3470" y="109"/>
                  <a:pt x="3470" y="103"/>
                </a:cubicBezTo>
                <a:cubicBezTo>
                  <a:pt x="3470" y="101"/>
                  <a:pt x="3469" y="88"/>
                  <a:pt x="3468" y="76"/>
                </a:cubicBezTo>
                <a:cubicBezTo>
                  <a:pt x="3468" y="69"/>
                  <a:pt x="3468" y="63"/>
                  <a:pt x="3468" y="58"/>
                </a:cubicBezTo>
                <a:cubicBezTo>
                  <a:pt x="3468" y="49"/>
                  <a:pt x="3470" y="46"/>
                  <a:pt x="3479" y="43"/>
                </a:cubicBezTo>
                <a:cubicBezTo>
                  <a:pt x="3505" y="33"/>
                  <a:pt x="3505" y="33"/>
                  <a:pt x="3505" y="33"/>
                </a:cubicBezTo>
                <a:cubicBezTo>
                  <a:pt x="3513" y="30"/>
                  <a:pt x="3513" y="30"/>
                  <a:pt x="3514" y="30"/>
                </a:cubicBezTo>
                <a:cubicBezTo>
                  <a:pt x="3517" y="30"/>
                  <a:pt x="3518" y="33"/>
                  <a:pt x="3518" y="37"/>
                </a:cubicBezTo>
                <a:cubicBezTo>
                  <a:pt x="3518" y="39"/>
                  <a:pt x="3518" y="44"/>
                  <a:pt x="3517" y="49"/>
                </a:cubicBezTo>
                <a:cubicBezTo>
                  <a:pt x="3516" y="59"/>
                  <a:pt x="3513" y="94"/>
                  <a:pt x="3513" y="102"/>
                </a:cubicBezTo>
                <a:cubicBezTo>
                  <a:pt x="3513" y="109"/>
                  <a:pt x="3515" y="111"/>
                  <a:pt x="3527" y="111"/>
                </a:cubicBezTo>
                <a:cubicBezTo>
                  <a:pt x="3560" y="111"/>
                  <a:pt x="3560" y="111"/>
                  <a:pt x="3560" y="111"/>
                </a:cubicBezTo>
                <a:cubicBezTo>
                  <a:pt x="3570" y="111"/>
                  <a:pt x="3576" y="110"/>
                  <a:pt x="3582" y="109"/>
                </a:cubicBezTo>
                <a:cubicBezTo>
                  <a:pt x="3584" y="109"/>
                  <a:pt x="3584" y="109"/>
                  <a:pt x="3584" y="109"/>
                </a:cubicBezTo>
                <a:cubicBezTo>
                  <a:pt x="3586" y="109"/>
                  <a:pt x="3587" y="111"/>
                  <a:pt x="3587" y="113"/>
                </a:cubicBezTo>
                <a:cubicBezTo>
                  <a:pt x="3587" y="115"/>
                  <a:pt x="3586" y="119"/>
                  <a:pt x="3583" y="132"/>
                </a:cubicBezTo>
                <a:cubicBezTo>
                  <a:pt x="3580" y="141"/>
                  <a:pt x="3578" y="142"/>
                  <a:pt x="3571" y="142"/>
                </a:cubicBezTo>
                <a:cubicBezTo>
                  <a:pt x="3570" y="142"/>
                  <a:pt x="3570" y="142"/>
                  <a:pt x="3559" y="141"/>
                </a:cubicBezTo>
                <a:cubicBezTo>
                  <a:pt x="3556" y="141"/>
                  <a:pt x="3551" y="141"/>
                  <a:pt x="3544" y="141"/>
                </a:cubicBezTo>
                <a:cubicBezTo>
                  <a:pt x="3535" y="140"/>
                  <a:pt x="3532" y="140"/>
                  <a:pt x="3528" y="140"/>
                </a:cubicBezTo>
                <a:cubicBezTo>
                  <a:pt x="3515" y="140"/>
                  <a:pt x="3515" y="140"/>
                  <a:pt x="3515" y="158"/>
                </a:cubicBezTo>
                <a:close/>
                <a:moveTo>
                  <a:pt x="3822" y="111"/>
                </a:moveTo>
                <a:cubicBezTo>
                  <a:pt x="3822" y="118"/>
                  <a:pt x="3822" y="118"/>
                  <a:pt x="3822" y="118"/>
                </a:cubicBezTo>
                <a:cubicBezTo>
                  <a:pt x="3822" y="122"/>
                  <a:pt x="3822" y="123"/>
                  <a:pt x="3818" y="125"/>
                </a:cubicBezTo>
                <a:cubicBezTo>
                  <a:pt x="3809" y="129"/>
                  <a:pt x="3809" y="130"/>
                  <a:pt x="3799" y="155"/>
                </a:cubicBezTo>
                <a:cubicBezTo>
                  <a:pt x="3795" y="166"/>
                  <a:pt x="3791" y="176"/>
                  <a:pt x="3787" y="186"/>
                </a:cubicBezTo>
                <a:cubicBezTo>
                  <a:pt x="3765" y="241"/>
                  <a:pt x="3765" y="241"/>
                  <a:pt x="3765" y="241"/>
                </a:cubicBezTo>
                <a:cubicBezTo>
                  <a:pt x="3757" y="263"/>
                  <a:pt x="3749" y="284"/>
                  <a:pt x="3740" y="307"/>
                </a:cubicBezTo>
                <a:cubicBezTo>
                  <a:pt x="3720" y="360"/>
                  <a:pt x="3718" y="365"/>
                  <a:pt x="3707" y="377"/>
                </a:cubicBezTo>
                <a:cubicBezTo>
                  <a:pt x="3697" y="388"/>
                  <a:pt x="3680" y="395"/>
                  <a:pt x="3664" y="395"/>
                </a:cubicBezTo>
                <a:cubicBezTo>
                  <a:pt x="3631" y="395"/>
                  <a:pt x="3627" y="393"/>
                  <a:pt x="3627" y="372"/>
                </a:cubicBezTo>
                <a:cubicBezTo>
                  <a:pt x="3627" y="368"/>
                  <a:pt x="3627" y="364"/>
                  <a:pt x="3628" y="362"/>
                </a:cubicBezTo>
                <a:cubicBezTo>
                  <a:pt x="3628" y="355"/>
                  <a:pt x="3628" y="355"/>
                  <a:pt x="3628" y="355"/>
                </a:cubicBezTo>
                <a:cubicBezTo>
                  <a:pt x="3628" y="350"/>
                  <a:pt x="3629" y="349"/>
                  <a:pt x="3632" y="349"/>
                </a:cubicBezTo>
                <a:cubicBezTo>
                  <a:pt x="3633" y="349"/>
                  <a:pt x="3634" y="349"/>
                  <a:pt x="3635" y="349"/>
                </a:cubicBezTo>
                <a:cubicBezTo>
                  <a:pt x="3647" y="352"/>
                  <a:pt x="3656" y="354"/>
                  <a:pt x="3667" y="354"/>
                </a:cubicBezTo>
                <a:cubicBezTo>
                  <a:pt x="3689" y="354"/>
                  <a:pt x="3704" y="342"/>
                  <a:pt x="3710" y="319"/>
                </a:cubicBezTo>
                <a:cubicBezTo>
                  <a:pt x="3711" y="317"/>
                  <a:pt x="3712" y="314"/>
                  <a:pt x="3713" y="312"/>
                </a:cubicBezTo>
                <a:cubicBezTo>
                  <a:pt x="3713" y="312"/>
                  <a:pt x="3713" y="312"/>
                  <a:pt x="3713" y="312"/>
                </a:cubicBezTo>
                <a:cubicBezTo>
                  <a:pt x="3713" y="311"/>
                  <a:pt x="3712" y="310"/>
                  <a:pt x="3711" y="309"/>
                </a:cubicBezTo>
                <a:cubicBezTo>
                  <a:pt x="3706" y="307"/>
                  <a:pt x="3706" y="306"/>
                  <a:pt x="3695" y="278"/>
                </a:cubicBezTo>
                <a:cubicBezTo>
                  <a:pt x="3681" y="245"/>
                  <a:pt x="3667" y="212"/>
                  <a:pt x="3653" y="179"/>
                </a:cubicBezTo>
                <a:cubicBezTo>
                  <a:pt x="3648" y="168"/>
                  <a:pt x="3642" y="153"/>
                  <a:pt x="3636" y="139"/>
                </a:cubicBezTo>
                <a:cubicBezTo>
                  <a:pt x="3632" y="129"/>
                  <a:pt x="3630" y="128"/>
                  <a:pt x="3621" y="125"/>
                </a:cubicBezTo>
                <a:cubicBezTo>
                  <a:pt x="3618" y="124"/>
                  <a:pt x="3617" y="123"/>
                  <a:pt x="3617" y="118"/>
                </a:cubicBezTo>
                <a:cubicBezTo>
                  <a:pt x="3617" y="111"/>
                  <a:pt x="3617" y="111"/>
                  <a:pt x="3617" y="111"/>
                </a:cubicBezTo>
                <a:cubicBezTo>
                  <a:pt x="3617" y="108"/>
                  <a:pt x="3619" y="106"/>
                  <a:pt x="3622" y="106"/>
                </a:cubicBezTo>
                <a:cubicBezTo>
                  <a:pt x="3625" y="106"/>
                  <a:pt x="3625" y="106"/>
                  <a:pt x="3625" y="106"/>
                </a:cubicBezTo>
                <a:cubicBezTo>
                  <a:pt x="3628" y="106"/>
                  <a:pt x="3665" y="107"/>
                  <a:pt x="3673" y="107"/>
                </a:cubicBezTo>
                <a:cubicBezTo>
                  <a:pt x="3684" y="107"/>
                  <a:pt x="3703" y="107"/>
                  <a:pt x="3710" y="106"/>
                </a:cubicBezTo>
                <a:cubicBezTo>
                  <a:pt x="3714" y="106"/>
                  <a:pt x="3714" y="106"/>
                  <a:pt x="3714" y="106"/>
                </a:cubicBezTo>
                <a:cubicBezTo>
                  <a:pt x="3718" y="106"/>
                  <a:pt x="3720" y="108"/>
                  <a:pt x="3720" y="111"/>
                </a:cubicBezTo>
                <a:cubicBezTo>
                  <a:pt x="3720" y="118"/>
                  <a:pt x="3720" y="118"/>
                  <a:pt x="3720" y="118"/>
                </a:cubicBezTo>
                <a:cubicBezTo>
                  <a:pt x="3720" y="124"/>
                  <a:pt x="3720" y="124"/>
                  <a:pt x="3704" y="128"/>
                </a:cubicBezTo>
                <a:cubicBezTo>
                  <a:pt x="3696" y="130"/>
                  <a:pt x="3691" y="134"/>
                  <a:pt x="3691" y="140"/>
                </a:cubicBezTo>
                <a:cubicBezTo>
                  <a:pt x="3691" y="142"/>
                  <a:pt x="3692" y="146"/>
                  <a:pt x="3694" y="149"/>
                </a:cubicBezTo>
                <a:cubicBezTo>
                  <a:pt x="3696" y="156"/>
                  <a:pt x="3699" y="163"/>
                  <a:pt x="3701" y="170"/>
                </a:cubicBezTo>
                <a:cubicBezTo>
                  <a:pt x="3714" y="204"/>
                  <a:pt x="3714" y="204"/>
                  <a:pt x="3714" y="204"/>
                </a:cubicBezTo>
                <a:cubicBezTo>
                  <a:pt x="3720" y="221"/>
                  <a:pt x="3720" y="221"/>
                  <a:pt x="3720" y="221"/>
                </a:cubicBezTo>
                <a:cubicBezTo>
                  <a:pt x="3723" y="228"/>
                  <a:pt x="3728" y="241"/>
                  <a:pt x="3731" y="249"/>
                </a:cubicBezTo>
                <a:cubicBezTo>
                  <a:pt x="3734" y="256"/>
                  <a:pt x="3735" y="258"/>
                  <a:pt x="3736" y="258"/>
                </a:cubicBezTo>
                <a:cubicBezTo>
                  <a:pt x="3738" y="258"/>
                  <a:pt x="3773" y="146"/>
                  <a:pt x="3773" y="138"/>
                </a:cubicBezTo>
                <a:cubicBezTo>
                  <a:pt x="3773" y="132"/>
                  <a:pt x="3769" y="128"/>
                  <a:pt x="3761" y="126"/>
                </a:cubicBezTo>
                <a:cubicBezTo>
                  <a:pt x="3751" y="124"/>
                  <a:pt x="3751" y="124"/>
                  <a:pt x="3751" y="118"/>
                </a:cubicBezTo>
                <a:cubicBezTo>
                  <a:pt x="3751" y="111"/>
                  <a:pt x="3751" y="111"/>
                  <a:pt x="3751" y="111"/>
                </a:cubicBezTo>
                <a:cubicBezTo>
                  <a:pt x="3751" y="107"/>
                  <a:pt x="3752" y="106"/>
                  <a:pt x="3755" y="106"/>
                </a:cubicBezTo>
                <a:cubicBezTo>
                  <a:pt x="3759" y="106"/>
                  <a:pt x="3759" y="106"/>
                  <a:pt x="3759" y="106"/>
                </a:cubicBezTo>
                <a:cubicBezTo>
                  <a:pt x="3767" y="107"/>
                  <a:pt x="3778" y="107"/>
                  <a:pt x="3789" y="107"/>
                </a:cubicBezTo>
                <a:cubicBezTo>
                  <a:pt x="3798" y="107"/>
                  <a:pt x="3806" y="107"/>
                  <a:pt x="3813" y="106"/>
                </a:cubicBezTo>
                <a:cubicBezTo>
                  <a:pt x="3815" y="106"/>
                  <a:pt x="3816" y="106"/>
                  <a:pt x="3817" y="106"/>
                </a:cubicBezTo>
                <a:cubicBezTo>
                  <a:pt x="3821" y="106"/>
                  <a:pt x="3822" y="108"/>
                  <a:pt x="3822" y="111"/>
                </a:cubicBezTo>
                <a:close/>
              </a:path>
            </a:pathLst>
          </a:custGeom>
          <a:solidFill>
            <a:srgbClr val="BE311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0" name="Frame 7"/>
          <p:cNvSpPr>
            <a:spLocks noSelect="1"/>
          </p:cNvSpPr>
          <p:nvPr userDrawn="1"/>
        </p:nvSpPr>
        <p:spPr bwMode="auto">
          <a:xfrm>
            <a:off x="5970588" y="6359526"/>
            <a:ext cx="274638" cy="352425"/>
          </a:xfrm>
          <a:custGeom>
            <a:avLst/>
            <a:gdLst>
              <a:gd name="T0" fmla="*/ 65 w 868"/>
              <a:gd name="T1" fmla="*/ 793 h 1113"/>
              <a:gd name="T2" fmla="*/ 32 w 868"/>
              <a:gd name="T3" fmla="*/ 817 h 1113"/>
              <a:gd name="T4" fmla="*/ 43 w 868"/>
              <a:gd name="T5" fmla="*/ 865 h 1113"/>
              <a:gd name="T6" fmla="*/ 1 w 868"/>
              <a:gd name="T7" fmla="*/ 639 h 1113"/>
              <a:gd name="T8" fmla="*/ 46 w 868"/>
              <a:gd name="T9" fmla="*/ 705 h 1113"/>
              <a:gd name="T10" fmla="*/ 133 w 868"/>
              <a:gd name="T11" fmla="*/ 951 h 1113"/>
              <a:gd name="T12" fmla="*/ 91 w 868"/>
              <a:gd name="T13" fmla="*/ 925 h 1113"/>
              <a:gd name="T14" fmla="*/ 127 w 868"/>
              <a:gd name="T15" fmla="*/ 506 h 1113"/>
              <a:gd name="T16" fmla="*/ 765 w 868"/>
              <a:gd name="T17" fmla="*/ 480 h 1113"/>
              <a:gd name="T18" fmla="*/ 830 w 868"/>
              <a:gd name="T19" fmla="*/ 520 h 1113"/>
              <a:gd name="T20" fmla="*/ 819 w 868"/>
              <a:gd name="T21" fmla="*/ 554 h 1113"/>
              <a:gd name="T22" fmla="*/ 782 w 868"/>
              <a:gd name="T23" fmla="*/ 594 h 1113"/>
              <a:gd name="T24" fmla="*/ 162 w 868"/>
              <a:gd name="T25" fmla="*/ 1018 h 1113"/>
              <a:gd name="T26" fmla="*/ 111 w 868"/>
              <a:gd name="T27" fmla="*/ 538 h 1113"/>
              <a:gd name="T28" fmla="*/ 14 w 868"/>
              <a:gd name="T29" fmla="*/ 571 h 1113"/>
              <a:gd name="T30" fmla="*/ 780 w 868"/>
              <a:gd name="T31" fmla="*/ 632 h 1113"/>
              <a:gd name="T32" fmla="*/ 868 w 868"/>
              <a:gd name="T33" fmla="*/ 670 h 1113"/>
              <a:gd name="T34" fmla="*/ 779 w 868"/>
              <a:gd name="T35" fmla="*/ 757 h 1113"/>
              <a:gd name="T36" fmla="*/ 641 w 868"/>
              <a:gd name="T37" fmla="*/ 1000 h 1113"/>
              <a:gd name="T38" fmla="*/ 587 w 868"/>
              <a:gd name="T39" fmla="*/ 1004 h 1113"/>
              <a:gd name="T40" fmla="*/ 724 w 868"/>
              <a:gd name="T41" fmla="*/ 963 h 1113"/>
              <a:gd name="T42" fmla="*/ 673 w 868"/>
              <a:gd name="T43" fmla="*/ 949 h 1113"/>
              <a:gd name="T44" fmla="*/ 567 w 868"/>
              <a:gd name="T45" fmla="*/ 1040 h 1113"/>
              <a:gd name="T46" fmla="*/ 219 w 868"/>
              <a:gd name="T47" fmla="*/ 955 h 1113"/>
              <a:gd name="T48" fmla="*/ 211 w 868"/>
              <a:gd name="T49" fmla="*/ 962 h 1113"/>
              <a:gd name="T50" fmla="*/ 531 w 868"/>
              <a:gd name="T51" fmla="*/ 1063 h 1113"/>
              <a:gd name="T52" fmla="*/ 527 w 868"/>
              <a:gd name="T53" fmla="*/ 1020 h 1113"/>
              <a:gd name="T54" fmla="*/ 716 w 868"/>
              <a:gd name="T55" fmla="*/ 903 h 1113"/>
              <a:gd name="T56" fmla="*/ 789 w 868"/>
              <a:gd name="T57" fmla="*/ 901 h 1113"/>
              <a:gd name="T58" fmla="*/ 165 w 868"/>
              <a:gd name="T59" fmla="*/ 372 h 1113"/>
              <a:gd name="T60" fmla="*/ 434 w 868"/>
              <a:gd name="T61" fmla="*/ 0 h 1113"/>
              <a:gd name="T62" fmla="*/ 693 w 868"/>
              <a:gd name="T63" fmla="*/ 282 h 1113"/>
              <a:gd name="T64" fmla="*/ 478 w 868"/>
              <a:gd name="T65" fmla="*/ 487 h 1113"/>
              <a:gd name="T66" fmla="*/ 508 w 868"/>
              <a:gd name="T67" fmla="*/ 163 h 1113"/>
              <a:gd name="T68" fmla="*/ 489 w 868"/>
              <a:gd name="T69" fmla="*/ 201 h 1113"/>
              <a:gd name="T70" fmla="*/ 486 w 868"/>
              <a:gd name="T71" fmla="*/ 65 h 1113"/>
              <a:gd name="T72" fmla="*/ 361 w 868"/>
              <a:gd name="T73" fmla="*/ 163 h 1113"/>
              <a:gd name="T74" fmla="*/ 284 w 868"/>
              <a:gd name="T75" fmla="*/ 272 h 1113"/>
              <a:gd name="T76" fmla="*/ 403 w 868"/>
              <a:gd name="T77" fmla="*/ 329 h 1113"/>
              <a:gd name="T78" fmla="*/ 668 w 868"/>
              <a:gd name="T79" fmla="*/ 302 h 1113"/>
              <a:gd name="T80" fmla="*/ 434 w 868"/>
              <a:gd name="T81" fmla="*/ 497 h 1113"/>
              <a:gd name="T82" fmla="*/ 544 w 868"/>
              <a:gd name="T83" fmla="*/ 382 h 1113"/>
              <a:gd name="T84" fmla="*/ 431 w 868"/>
              <a:gd name="T85" fmla="*/ 344 h 1113"/>
              <a:gd name="T86" fmla="*/ 324 w 868"/>
              <a:gd name="T87" fmla="*/ 382 h 1113"/>
              <a:gd name="T88" fmla="*/ 449 w 868"/>
              <a:gd name="T89" fmla="*/ 497 h 1113"/>
              <a:gd name="T90" fmla="*/ 376 w 868"/>
              <a:gd name="T91" fmla="*/ 461 h 1113"/>
              <a:gd name="T92" fmla="*/ 370 w 868"/>
              <a:gd name="T93" fmla="*/ 886 h 1113"/>
              <a:gd name="T94" fmla="*/ 434 w 868"/>
              <a:gd name="T95" fmla="*/ 563 h 1113"/>
              <a:gd name="T96" fmla="*/ 434 w 868"/>
              <a:gd name="T97" fmla="*/ 977 h 1113"/>
              <a:gd name="T98" fmla="*/ 500 w 868"/>
              <a:gd name="T99" fmla="*/ 563 h 1113"/>
              <a:gd name="T100" fmla="*/ 216 w 868"/>
              <a:gd name="T101" fmla="*/ 1045 h 1113"/>
              <a:gd name="T102" fmla="*/ 294 w 868"/>
              <a:gd name="T103" fmla="*/ 1080 h 1113"/>
              <a:gd name="T104" fmla="*/ 299 w 868"/>
              <a:gd name="T105" fmla="*/ 1007 h 1113"/>
              <a:gd name="T106" fmla="*/ 371 w 868"/>
              <a:gd name="T107" fmla="*/ 1033 h 1113"/>
              <a:gd name="T108" fmla="*/ 796 w 868"/>
              <a:gd name="T109" fmla="*/ 774 h 1113"/>
              <a:gd name="T110" fmla="*/ 436 w 868"/>
              <a:gd name="T111" fmla="*/ 1037 h 1113"/>
              <a:gd name="T112" fmla="*/ 400 w 868"/>
              <a:gd name="T113" fmla="*/ 1111 h 1113"/>
              <a:gd name="T114" fmla="*/ 750 w 868"/>
              <a:gd name="T115" fmla="*/ 845 h 1113"/>
              <a:gd name="T116" fmla="*/ 811 w 868"/>
              <a:gd name="T117" fmla="*/ 883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8" h="1113">
                <a:moveTo>
                  <a:pt x="32" y="817"/>
                </a:moveTo>
                <a:cubicBezTo>
                  <a:pt x="22" y="810"/>
                  <a:pt x="17" y="803"/>
                  <a:pt x="14" y="791"/>
                </a:cubicBezTo>
                <a:cubicBezTo>
                  <a:pt x="9" y="768"/>
                  <a:pt x="14" y="746"/>
                  <a:pt x="45" y="738"/>
                </a:cubicBezTo>
                <a:cubicBezTo>
                  <a:pt x="77" y="728"/>
                  <a:pt x="90" y="748"/>
                  <a:pt x="97" y="772"/>
                </a:cubicBezTo>
                <a:cubicBezTo>
                  <a:pt x="99" y="780"/>
                  <a:pt x="99" y="785"/>
                  <a:pt x="100" y="792"/>
                </a:cubicBezTo>
                <a:cubicBezTo>
                  <a:pt x="83" y="797"/>
                  <a:pt x="83" y="797"/>
                  <a:pt x="83" y="797"/>
                </a:cubicBezTo>
                <a:cubicBezTo>
                  <a:pt x="81" y="794"/>
                  <a:pt x="81" y="794"/>
                  <a:pt x="81" y="794"/>
                </a:cubicBezTo>
                <a:cubicBezTo>
                  <a:pt x="87" y="788"/>
                  <a:pt x="89" y="779"/>
                  <a:pt x="87" y="770"/>
                </a:cubicBezTo>
                <a:cubicBezTo>
                  <a:pt x="84" y="757"/>
                  <a:pt x="69" y="750"/>
                  <a:pt x="57" y="755"/>
                </a:cubicBezTo>
                <a:cubicBezTo>
                  <a:pt x="65" y="793"/>
                  <a:pt x="65" y="793"/>
                  <a:pt x="65" y="793"/>
                </a:cubicBezTo>
                <a:cubicBezTo>
                  <a:pt x="72" y="796"/>
                  <a:pt x="72" y="796"/>
                  <a:pt x="72" y="796"/>
                </a:cubicBezTo>
                <a:cubicBezTo>
                  <a:pt x="74" y="800"/>
                  <a:pt x="74" y="800"/>
                  <a:pt x="74" y="800"/>
                </a:cubicBezTo>
                <a:cubicBezTo>
                  <a:pt x="56" y="804"/>
                  <a:pt x="56" y="804"/>
                  <a:pt x="56" y="804"/>
                </a:cubicBezTo>
                <a:cubicBezTo>
                  <a:pt x="54" y="801"/>
                  <a:pt x="54" y="801"/>
                  <a:pt x="54" y="801"/>
                </a:cubicBezTo>
                <a:cubicBezTo>
                  <a:pt x="57" y="797"/>
                  <a:pt x="57" y="797"/>
                  <a:pt x="57" y="797"/>
                </a:cubicBezTo>
                <a:cubicBezTo>
                  <a:pt x="47" y="758"/>
                  <a:pt x="47" y="758"/>
                  <a:pt x="47" y="758"/>
                </a:cubicBezTo>
                <a:cubicBezTo>
                  <a:pt x="32" y="759"/>
                  <a:pt x="21" y="774"/>
                  <a:pt x="24" y="789"/>
                </a:cubicBezTo>
                <a:cubicBezTo>
                  <a:pt x="26" y="798"/>
                  <a:pt x="38" y="809"/>
                  <a:pt x="50" y="810"/>
                </a:cubicBezTo>
                <a:cubicBezTo>
                  <a:pt x="50" y="813"/>
                  <a:pt x="50" y="813"/>
                  <a:pt x="50" y="813"/>
                </a:cubicBezTo>
                <a:lnTo>
                  <a:pt x="32" y="817"/>
                </a:lnTo>
                <a:close/>
                <a:moveTo>
                  <a:pt x="107" y="828"/>
                </a:moveTo>
                <a:cubicBezTo>
                  <a:pt x="110" y="832"/>
                  <a:pt x="110" y="832"/>
                  <a:pt x="110" y="832"/>
                </a:cubicBezTo>
                <a:cubicBezTo>
                  <a:pt x="115" y="830"/>
                  <a:pt x="115" y="830"/>
                  <a:pt x="115" y="830"/>
                </a:cubicBezTo>
                <a:cubicBezTo>
                  <a:pt x="104" y="806"/>
                  <a:pt x="104" y="806"/>
                  <a:pt x="104" y="806"/>
                </a:cubicBezTo>
                <a:cubicBezTo>
                  <a:pt x="100" y="808"/>
                  <a:pt x="100" y="808"/>
                  <a:pt x="100" y="808"/>
                </a:cubicBezTo>
                <a:cubicBezTo>
                  <a:pt x="100" y="815"/>
                  <a:pt x="100" y="815"/>
                  <a:pt x="100" y="815"/>
                </a:cubicBezTo>
                <a:cubicBezTo>
                  <a:pt x="39" y="842"/>
                  <a:pt x="39" y="842"/>
                  <a:pt x="39" y="842"/>
                </a:cubicBezTo>
                <a:cubicBezTo>
                  <a:pt x="34" y="838"/>
                  <a:pt x="34" y="838"/>
                  <a:pt x="34" y="838"/>
                </a:cubicBezTo>
                <a:cubicBezTo>
                  <a:pt x="30" y="838"/>
                  <a:pt x="30" y="838"/>
                  <a:pt x="30" y="838"/>
                </a:cubicBezTo>
                <a:cubicBezTo>
                  <a:pt x="43" y="865"/>
                  <a:pt x="43" y="865"/>
                  <a:pt x="43" y="865"/>
                </a:cubicBezTo>
                <a:cubicBezTo>
                  <a:pt x="46" y="863"/>
                  <a:pt x="46" y="863"/>
                  <a:pt x="46" y="863"/>
                </a:cubicBezTo>
                <a:cubicBezTo>
                  <a:pt x="44" y="856"/>
                  <a:pt x="44" y="856"/>
                  <a:pt x="44" y="856"/>
                </a:cubicBezTo>
                <a:lnTo>
                  <a:pt x="107" y="828"/>
                </a:lnTo>
                <a:close/>
                <a:moveTo>
                  <a:pt x="93" y="858"/>
                </a:moveTo>
                <a:cubicBezTo>
                  <a:pt x="90" y="860"/>
                  <a:pt x="88" y="865"/>
                  <a:pt x="90" y="870"/>
                </a:cubicBezTo>
                <a:cubicBezTo>
                  <a:pt x="92" y="875"/>
                  <a:pt x="98" y="877"/>
                  <a:pt x="103" y="875"/>
                </a:cubicBezTo>
                <a:cubicBezTo>
                  <a:pt x="107" y="873"/>
                  <a:pt x="109" y="867"/>
                  <a:pt x="107" y="863"/>
                </a:cubicBezTo>
                <a:cubicBezTo>
                  <a:pt x="104" y="858"/>
                  <a:pt x="98" y="855"/>
                  <a:pt x="93" y="858"/>
                </a:cubicBezTo>
                <a:close/>
                <a:moveTo>
                  <a:pt x="1" y="681"/>
                </a:moveTo>
                <a:cubicBezTo>
                  <a:pt x="1" y="639"/>
                  <a:pt x="1" y="639"/>
                  <a:pt x="1" y="639"/>
                </a:cubicBezTo>
                <a:cubicBezTo>
                  <a:pt x="6" y="639"/>
                  <a:pt x="6" y="639"/>
                  <a:pt x="6" y="639"/>
                </a:cubicBezTo>
                <a:cubicBezTo>
                  <a:pt x="10" y="644"/>
                  <a:pt x="10" y="644"/>
                  <a:pt x="10" y="644"/>
                </a:cubicBezTo>
                <a:cubicBezTo>
                  <a:pt x="78" y="646"/>
                  <a:pt x="78" y="646"/>
                  <a:pt x="78" y="646"/>
                </a:cubicBezTo>
                <a:cubicBezTo>
                  <a:pt x="81" y="641"/>
                  <a:pt x="81" y="641"/>
                  <a:pt x="81" y="641"/>
                </a:cubicBezTo>
                <a:cubicBezTo>
                  <a:pt x="86" y="641"/>
                  <a:pt x="86" y="641"/>
                  <a:pt x="86" y="641"/>
                </a:cubicBezTo>
                <a:cubicBezTo>
                  <a:pt x="83" y="677"/>
                  <a:pt x="83" y="677"/>
                  <a:pt x="83" y="677"/>
                </a:cubicBezTo>
                <a:cubicBezTo>
                  <a:pt x="82" y="698"/>
                  <a:pt x="70" y="721"/>
                  <a:pt x="46" y="723"/>
                </a:cubicBezTo>
                <a:cubicBezTo>
                  <a:pt x="20" y="723"/>
                  <a:pt x="0" y="700"/>
                  <a:pt x="1" y="681"/>
                </a:cubicBezTo>
                <a:close/>
                <a:moveTo>
                  <a:pt x="11" y="677"/>
                </a:moveTo>
                <a:cubicBezTo>
                  <a:pt x="12" y="690"/>
                  <a:pt x="27" y="705"/>
                  <a:pt x="46" y="705"/>
                </a:cubicBezTo>
                <a:cubicBezTo>
                  <a:pt x="59" y="704"/>
                  <a:pt x="70" y="691"/>
                  <a:pt x="72" y="682"/>
                </a:cubicBezTo>
                <a:cubicBezTo>
                  <a:pt x="74" y="675"/>
                  <a:pt x="73" y="671"/>
                  <a:pt x="74" y="664"/>
                </a:cubicBezTo>
                <a:cubicBezTo>
                  <a:pt x="11" y="662"/>
                  <a:pt x="11" y="662"/>
                  <a:pt x="11" y="662"/>
                </a:cubicBezTo>
                <a:cubicBezTo>
                  <a:pt x="11" y="662"/>
                  <a:pt x="10" y="665"/>
                  <a:pt x="11" y="677"/>
                </a:cubicBezTo>
                <a:close/>
                <a:moveTo>
                  <a:pt x="178" y="925"/>
                </a:moveTo>
                <a:cubicBezTo>
                  <a:pt x="180" y="923"/>
                  <a:pt x="180" y="923"/>
                  <a:pt x="180" y="923"/>
                </a:cubicBezTo>
                <a:cubicBezTo>
                  <a:pt x="169" y="910"/>
                  <a:pt x="169" y="910"/>
                  <a:pt x="169" y="910"/>
                </a:cubicBezTo>
                <a:cubicBezTo>
                  <a:pt x="166" y="913"/>
                  <a:pt x="166" y="913"/>
                  <a:pt x="166" y="913"/>
                </a:cubicBezTo>
                <a:cubicBezTo>
                  <a:pt x="167" y="918"/>
                  <a:pt x="167" y="918"/>
                  <a:pt x="167" y="918"/>
                </a:cubicBezTo>
                <a:cubicBezTo>
                  <a:pt x="133" y="951"/>
                  <a:pt x="133" y="951"/>
                  <a:pt x="133" y="951"/>
                </a:cubicBezTo>
                <a:cubicBezTo>
                  <a:pt x="148" y="884"/>
                  <a:pt x="148" y="884"/>
                  <a:pt x="148" y="884"/>
                </a:cubicBezTo>
                <a:cubicBezTo>
                  <a:pt x="139" y="871"/>
                  <a:pt x="139" y="871"/>
                  <a:pt x="139" y="871"/>
                </a:cubicBezTo>
                <a:cubicBezTo>
                  <a:pt x="136" y="874"/>
                  <a:pt x="136" y="874"/>
                  <a:pt x="136" y="874"/>
                </a:cubicBezTo>
                <a:cubicBezTo>
                  <a:pt x="135" y="879"/>
                  <a:pt x="135" y="879"/>
                  <a:pt x="135" y="879"/>
                </a:cubicBezTo>
                <a:cubicBezTo>
                  <a:pt x="81" y="917"/>
                  <a:pt x="81" y="917"/>
                  <a:pt x="81" y="917"/>
                </a:cubicBezTo>
                <a:cubicBezTo>
                  <a:pt x="76" y="914"/>
                  <a:pt x="76" y="914"/>
                  <a:pt x="76" y="914"/>
                </a:cubicBezTo>
                <a:cubicBezTo>
                  <a:pt x="72" y="917"/>
                  <a:pt x="72" y="917"/>
                  <a:pt x="72" y="917"/>
                </a:cubicBezTo>
                <a:cubicBezTo>
                  <a:pt x="86" y="935"/>
                  <a:pt x="86" y="935"/>
                  <a:pt x="86" y="935"/>
                </a:cubicBezTo>
                <a:cubicBezTo>
                  <a:pt x="91" y="931"/>
                  <a:pt x="91" y="931"/>
                  <a:pt x="91" y="931"/>
                </a:cubicBezTo>
                <a:cubicBezTo>
                  <a:pt x="91" y="925"/>
                  <a:pt x="91" y="925"/>
                  <a:pt x="91" y="925"/>
                </a:cubicBezTo>
                <a:cubicBezTo>
                  <a:pt x="129" y="899"/>
                  <a:pt x="129" y="899"/>
                  <a:pt x="129" y="899"/>
                </a:cubicBezTo>
                <a:cubicBezTo>
                  <a:pt x="113" y="970"/>
                  <a:pt x="113" y="970"/>
                  <a:pt x="113" y="970"/>
                </a:cubicBezTo>
                <a:cubicBezTo>
                  <a:pt x="121" y="978"/>
                  <a:pt x="121" y="978"/>
                  <a:pt x="121" y="978"/>
                </a:cubicBezTo>
                <a:cubicBezTo>
                  <a:pt x="173" y="926"/>
                  <a:pt x="173" y="926"/>
                  <a:pt x="173" y="926"/>
                </a:cubicBezTo>
                <a:lnTo>
                  <a:pt x="178" y="925"/>
                </a:lnTo>
                <a:close/>
                <a:moveTo>
                  <a:pt x="51" y="491"/>
                </a:moveTo>
                <a:cubicBezTo>
                  <a:pt x="112" y="522"/>
                  <a:pt x="112" y="522"/>
                  <a:pt x="112" y="522"/>
                </a:cubicBezTo>
                <a:cubicBezTo>
                  <a:pt x="110" y="527"/>
                  <a:pt x="110" y="527"/>
                  <a:pt x="110" y="527"/>
                </a:cubicBezTo>
                <a:cubicBezTo>
                  <a:pt x="116" y="529"/>
                  <a:pt x="116" y="529"/>
                  <a:pt x="116" y="529"/>
                </a:cubicBezTo>
                <a:cubicBezTo>
                  <a:pt x="127" y="506"/>
                  <a:pt x="127" y="506"/>
                  <a:pt x="127" y="506"/>
                </a:cubicBezTo>
                <a:cubicBezTo>
                  <a:pt x="123" y="504"/>
                  <a:pt x="123" y="504"/>
                  <a:pt x="123" y="504"/>
                </a:cubicBezTo>
                <a:cubicBezTo>
                  <a:pt x="117" y="508"/>
                  <a:pt x="117" y="508"/>
                  <a:pt x="117" y="508"/>
                </a:cubicBezTo>
                <a:cubicBezTo>
                  <a:pt x="60" y="477"/>
                  <a:pt x="60" y="477"/>
                  <a:pt x="60" y="477"/>
                </a:cubicBezTo>
                <a:cubicBezTo>
                  <a:pt x="59" y="471"/>
                  <a:pt x="59" y="471"/>
                  <a:pt x="59" y="471"/>
                </a:cubicBezTo>
                <a:cubicBezTo>
                  <a:pt x="56" y="469"/>
                  <a:pt x="56" y="469"/>
                  <a:pt x="56" y="469"/>
                </a:cubicBezTo>
                <a:cubicBezTo>
                  <a:pt x="43" y="495"/>
                  <a:pt x="43" y="495"/>
                  <a:pt x="43" y="495"/>
                </a:cubicBezTo>
                <a:cubicBezTo>
                  <a:pt x="46" y="496"/>
                  <a:pt x="46" y="496"/>
                  <a:pt x="46" y="496"/>
                </a:cubicBezTo>
                <a:lnTo>
                  <a:pt x="51" y="491"/>
                </a:lnTo>
                <a:close/>
                <a:moveTo>
                  <a:pt x="746" y="518"/>
                </a:moveTo>
                <a:cubicBezTo>
                  <a:pt x="738" y="502"/>
                  <a:pt x="748" y="485"/>
                  <a:pt x="765" y="480"/>
                </a:cubicBezTo>
                <a:cubicBezTo>
                  <a:pt x="779" y="476"/>
                  <a:pt x="792" y="481"/>
                  <a:pt x="797" y="492"/>
                </a:cubicBezTo>
                <a:cubicBezTo>
                  <a:pt x="800" y="481"/>
                  <a:pt x="800" y="474"/>
                  <a:pt x="798" y="463"/>
                </a:cubicBezTo>
                <a:cubicBezTo>
                  <a:pt x="796" y="456"/>
                  <a:pt x="794" y="456"/>
                  <a:pt x="792" y="451"/>
                </a:cubicBezTo>
                <a:cubicBezTo>
                  <a:pt x="794" y="448"/>
                  <a:pt x="794" y="448"/>
                  <a:pt x="794" y="448"/>
                </a:cubicBezTo>
                <a:cubicBezTo>
                  <a:pt x="805" y="457"/>
                  <a:pt x="809" y="460"/>
                  <a:pt x="811" y="473"/>
                </a:cubicBezTo>
                <a:cubicBezTo>
                  <a:pt x="813" y="481"/>
                  <a:pt x="809" y="499"/>
                  <a:pt x="809" y="514"/>
                </a:cubicBezTo>
                <a:cubicBezTo>
                  <a:pt x="829" y="504"/>
                  <a:pt x="829" y="504"/>
                  <a:pt x="829" y="504"/>
                </a:cubicBezTo>
                <a:cubicBezTo>
                  <a:pt x="838" y="522"/>
                  <a:pt x="838" y="522"/>
                  <a:pt x="838" y="522"/>
                </a:cubicBezTo>
                <a:cubicBezTo>
                  <a:pt x="835" y="523"/>
                  <a:pt x="835" y="523"/>
                  <a:pt x="835" y="523"/>
                </a:cubicBezTo>
                <a:cubicBezTo>
                  <a:pt x="830" y="520"/>
                  <a:pt x="830" y="520"/>
                  <a:pt x="830" y="520"/>
                </a:cubicBezTo>
                <a:cubicBezTo>
                  <a:pt x="770" y="551"/>
                  <a:pt x="770" y="551"/>
                  <a:pt x="770" y="551"/>
                </a:cubicBezTo>
                <a:cubicBezTo>
                  <a:pt x="769" y="555"/>
                  <a:pt x="769" y="555"/>
                  <a:pt x="769" y="555"/>
                </a:cubicBezTo>
                <a:cubicBezTo>
                  <a:pt x="763" y="558"/>
                  <a:pt x="763" y="558"/>
                  <a:pt x="763" y="558"/>
                </a:cubicBezTo>
                <a:lnTo>
                  <a:pt x="746" y="518"/>
                </a:lnTo>
                <a:close/>
                <a:moveTo>
                  <a:pt x="761" y="539"/>
                </a:moveTo>
                <a:cubicBezTo>
                  <a:pt x="800" y="519"/>
                  <a:pt x="800" y="519"/>
                  <a:pt x="800" y="519"/>
                </a:cubicBezTo>
                <a:cubicBezTo>
                  <a:pt x="798" y="506"/>
                  <a:pt x="787" y="489"/>
                  <a:pt x="770" y="494"/>
                </a:cubicBezTo>
                <a:cubicBezTo>
                  <a:pt x="749" y="499"/>
                  <a:pt x="754" y="523"/>
                  <a:pt x="761" y="539"/>
                </a:cubicBezTo>
                <a:close/>
                <a:moveTo>
                  <a:pt x="819" y="551"/>
                </a:moveTo>
                <a:cubicBezTo>
                  <a:pt x="819" y="554"/>
                  <a:pt x="819" y="554"/>
                  <a:pt x="819" y="554"/>
                </a:cubicBezTo>
                <a:cubicBezTo>
                  <a:pt x="832" y="556"/>
                  <a:pt x="843" y="566"/>
                  <a:pt x="845" y="575"/>
                </a:cubicBezTo>
                <a:cubicBezTo>
                  <a:pt x="848" y="590"/>
                  <a:pt x="837" y="606"/>
                  <a:pt x="822" y="606"/>
                </a:cubicBezTo>
                <a:cubicBezTo>
                  <a:pt x="812" y="567"/>
                  <a:pt x="812" y="567"/>
                  <a:pt x="812" y="567"/>
                </a:cubicBezTo>
                <a:cubicBezTo>
                  <a:pt x="815" y="562"/>
                  <a:pt x="815" y="562"/>
                  <a:pt x="815" y="562"/>
                </a:cubicBezTo>
                <a:cubicBezTo>
                  <a:pt x="814" y="559"/>
                  <a:pt x="814" y="559"/>
                  <a:pt x="814" y="559"/>
                </a:cubicBezTo>
                <a:cubicBezTo>
                  <a:pt x="796" y="564"/>
                  <a:pt x="796" y="564"/>
                  <a:pt x="796" y="564"/>
                </a:cubicBezTo>
                <a:cubicBezTo>
                  <a:pt x="797" y="568"/>
                  <a:pt x="797" y="568"/>
                  <a:pt x="797" y="568"/>
                </a:cubicBezTo>
                <a:cubicBezTo>
                  <a:pt x="804" y="571"/>
                  <a:pt x="804" y="571"/>
                  <a:pt x="804" y="571"/>
                </a:cubicBezTo>
                <a:cubicBezTo>
                  <a:pt x="812" y="610"/>
                  <a:pt x="812" y="610"/>
                  <a:pt x="812" y="610"/>
                </a:cubicBezTo>
                <a:cubicBezTo>
                  <a:pt x="800" y="615"/>
                  <a:pt x="785" y="607"/>
                  <a:pt x="782" y="594"/>
                </a:cubicBezTo>
                <a:cubicBezTo>
                  <a:pt x="780" y="585"/>
                  <a:pt x="782" y="576"/>
                  <a:pt x="789" y="570"/>
                </a:cubicBezTo>
                <a:cubicBezTo>
                  <a:pt x="786" y="567"/>
                  <a:pt x="786" y="567"/>
                  <a:pt x="786" y="567"/>
                </a:cubicBezTo>
                <a:cubicBezTo>
                  <a:pt x="769" y="571"/>
                  <a:pt x="769" y="571"/>
                  <a:pt x="769" y="571"/>
                </a:cubicBezTo>
                <a:cubicBezTo>
                  <a:pt x="771" y="579"/>
                  <a:pt x="771" y="584"/>
                  <a:pt x="773" y="592"/>
                </a:cubicBezTo>
                <a:cubicBezTo>
                  <a:pt x="779" y="616"/>
                  <a:pt x="793" y="636"/>
                  <a:pt x="824" y="627"/>
                </a:cubicBezTo>
                <a:cubicBezTo>
                  <a:pt x="854" y="619"/>
                  <a:pt x="860" y="597"/>
                  <a:pt x="855" y="574"/>
                </a:cubicBezTo>
                <a:cubicBezTo>
                  <a:pt x="852" y="562"/>
                  <a:pt x="847" y="555"/>
                  <a:pt x="837" y="547"/>
                </a:cubicBezTo>
                <a:lnTo>
                  <a:pt x="819" y="551"/>
                </a:lnTo>
                <a:close/>
                <a:moveTo>
                  <a:pt x="162" y="1018"/>
                </a:moveTo>
                <a:cubicBezTo>
                  <a:pt x="162" y="1018"/>
                  <a:pt x="162" y="1018"/>
                  <a:pt x="162" y="1018"/>
                </a:cubicBezTo>
                <a:cubicBezTo>
                  <a:pt x="161" y="1018"/>
                  <a:pt x="161" y="1018"/>
                  <a:pt x="161" y="1018"/>
                </a:cubicBezTo>
                <a:lnTo>
                  <a:pt x="162" y="1018"/>
                </a:lnTo>
                <a:close/>
                <a:moveTo>
                  <a:pt x="86" y="600"/>
                </a:moveTo>
                <a:cubicBezTo>
                  <a:pt x="89" y="601"/>
                  <a:pt x="89" y="601"/>
                  <a:pt x="89" y="601"/>
                </a:cubicBezTo>
                <a:cubicBezTo>
                  <a:pt x="94" y="585"/>
                  <a:pt x="94" y="585"/>
                  <a:pt x="94" y="585"/>
                </a:cubicBezTo>
                <a:cubicBezTo>
                  <a:pt x="90" y="584"/>
                  <a:pt x="90" y="584"/>
                  <a:pt x="90" y="584"/>
                </a:cubicBezTo>
                <a:cubicBezTo>
                  <a:pt x="86" y="587"/>
                  <a:pt x="86" y="587"/>
                  <a:pt x="86" y="587"/>
                </a:cubicBezTo>
                <a:cubicBezTo>
                  <a:pt x="41" y="577"/>
                  <a:pt x="41" y="577"/>
                  <a:pt x="41" y="577"/>
                </a:cubicBezTo>
                <a:cubicBezTo>
                  <a:pt x="106" y="552"/>
                  <a:pt x="106" y="552"/>
                  <a:pt x="106" y="552"/>
                </a:cubicBezTo>
                <a:cubicBezTo>
                  <a:pt x="111" y="538"/>
                  <a:pt x="111" y="538"/>
                  <a:pt x="111" y="538"/>
                </a:cubicBezTo>
                <a:cubicBezTo>
                  <a:pt x="107" y="536"/>
                  <a:pt x="107" y="536"/>
                  <a:pt x="107" y="536"/>
                </a:cubicBezTo>
                <a:cubicBezTo>
                  <a:pt x="102" y="538"/>
                  <a:pt x="102" y="538"/>
                  <a:pt x="102" y="538"/>
                </a:cubicBezTo>
                <a:cubicBezTo>
                  <a:pt x="42" y="514"/>
                  <a:pt x="42" y="514"/>
                  <a:pt x="42" y="514"/>
                </a:cubicBezTo>
                <a:cubicBezTo>
                  <a:pt x="41" y="509"/>
                  <a:pt x="41" y="509"/>
                  <a:pt x="41" y="509"/>
                </a:cubicBezTo>
                <a:cubicBezTo>
                  <a:pt x="37" y="507"/>
                  <a:pt x="37" y="507"/>
                  <a:pt x="37" y="507"/>
                </a:cubicBezTo>
                <a:cubicBezTo>
                  <a:pt x="29" y="528"/>
                  <a:pt x="29" y="528"/>
                  <a:pt x="29" y="528"/>
                </a:cubicBezTo>
                <a:cubicBezTo>
                  <a:pt x="35" y="530"/>
                  <a:pt x="35" y="530"/>
                  <a:pt x="35" y="530"/>
                </a:cubicBezTo>
                <a:cubicBezTo>
                  <a:pt x="40" y="527"/>
                  <a:pt x="40" y="527"/>
                  <a:pt x="40" y="527"/>
                </a:cubicBezTo>
                <a:cubicBezTo>
                  <a:pt x="83" y="544"/>
                  <a:pt x="83" y="544"/>
                  <a:pt x="83" y="544"/>
                </a:cubicBezTo>
                <a:cubicBezTo>
                  <a:pt x="14" y="571"/>
                  <a:pt x="14" y="571"/>
                  <a:pt x="14" y="571"/>
                </a:cubicBezTo>
                <a:cubicBezTo>
                  <a:pt x="11" y="581"/>
                  <a:pt x="11" y="581"/>
                  <a:pt x="11" y="581"/>
                </a:cubicBezTo>
                <a:cubicBezTo>
                  <a:pt x="83" y="597"/>
                  <a:pt x="83" y="597"/>
                  <a:pt x="83" y="597"/>
                </a:cubicBezTo>
                <a:lnTo>
                  <a:pt x="86" y="600"/>
                </a:lnTo>
                <a:close/>
                <a:moveTo>
                  <a:pt x="868" y="670"/>
                </a:moveTo>
                <a:cubicBezTo>
                  <a:pt x="864" y="670"/>
                  <a:pt x="864" y="670"/>
                  <a:pt x="864" y="670"/>
                </a:cubicBezTo>
                <a:cubicBezTo>
                  <a:pt x="863" y="673"/>
                  <a:pt x="863" y="673"/>
                  <a:pt x="863" y="673"/>
                </a:cubicBezTo>
                <a:cubicBezTo>
                  <a:pt x="794" y="674"/>
                  <a:pt x="794" y="674"/>
                  <a:pt x="794" y="674"/>
                </a:cubicBezTo>
                <a:cubicBezTo>
                  <a:pt x="794" y="660"/>
                  <a:pt x="794" y="650"/>
                  <a:pt x="797" y="648"/>
                </a:cubicBezTo>
                <a:cubicBezTo>
                  <a:pt x="798" y="647"/>
                  <a:pt x="800" y="646"/>
                  <a:pt x="802" y="646"/>
                </a:cubicBezTo>
                <a:cubicBezTo>
                  <a:pt x="780" y="632"/>
                  <a:pt x="780" y="632"/>
                  <a:pt x="780" y="632"/>
                </a:cubicBezTo>
                <a:cubicBezTo>
                  <a:pt x="786" y="649"/>
                  <a:pt x="786" y="649"/>
                  <a:pt x="786" y="649"/>
                </a:cubicBezTo>
                <a:cubicBezTo>
                  <a:pt x="785" y="712"/>
                  <a:pt x="785" y="712"/>
                  <a:pt x="785" y="712"/>
                </a:cubicBezTo>
                <a:cubicBezTo>
                  <a:pt x="782" y="724"/>
                  <a:pt x="782" y="724"/>
                  <a:pt x="782" y="724"/>
                </a:cubicBezTo>
                <a:cubicBezTo>
                  <a:pt x="800" y="712"/>
                  <a:pt x="800" y="712"/>
                  <a:pt x="800" y="712"/>
                </a:cubicBezTo>
                <a:cubicBezTo>
                  <a:pt x="798" y="712"/>
                  <a:pt x="796" y="711"/>
                  <a:pt x="796" y="710"/>
                </a:cubicBezTo>
                <a:cubicBezTo>
                  <a:pt x="794" y="708"/>
                  <a:pt x="795" y="697"/>
                  <a:pt x="795" y="690"/>
                </a:cubicBezTo>
                <a:cubicBezTo>
                  <a:pt x="863" y="689"/>
                  <a:pt x="863" y="689"/>
                  <a:pt x="863" y="689"/>
                </a:cubicBezTo>
                <a:cubicBezTo>
                  <a:pt x="866" y="694"/>
                  <a:pt x="866" y="694"/>
                  <a:pt x="866" y="694"/>
                </a:cubicBezTo>
                <a:cubicBezTo>
                  <a:pt x="868" y="694"/>
                  <a:pt x="868" y="694"/>
                  <a:pt x="868" y="694"/>
                </a:cubicBezTo>
                <a:lnTo>
                  <a:pt x="868" y="670"/>
                </a:lnTo>
                <a:close/>
                <a:moveTo>
                  <a:pt x="42" y="610"/>
                </a:moveTo>
                <a:cubicBezTo>
                  <a:pt x="37" y="613"/>
                  <a:pt x="35" y="618"/>
                  <a:pt x="37" y="623"/>
                </a:cubicBezTo>
                <a:cubicBezTo>
                  <a:pt x="39" y="628"/>
                  <a:pt x="45" y="630"/>
                  <a:pt x="49" y="628"/>
                </a:cubicBezTo>
                <a:cubicBezTo>
                  <a:pt x="54" y="624"/>
                  <a:pt x="56" y="619"/>
                  <a:pt x="54" y="614"/>
                </a:cubicBezTo>
                <a:cubicBezTo>
                  <a:pt x="52" y="610"/>
                  <a:pt x="46" y="609"/>
                  <a:pt x="42" y="610"/>
                </a:cubicBezTo>
                <a:close/>
                <a:moveTo>
                  <a:pt x="855" y="748"/>
                </a:moveTo>
                <a:cubicBezTo>
                  <a:pt x="788" y="737"/>
                  <a:pt x="788" y="737"/>
                  <a:pt x="788" y="737"/>
                </a:cubicBezTo>
                <a:cubicBezTo>
                  <a:pt x="788" y="732"/>
                  <a:pt x="788" y="732"/>
                  <a:pt x="788" y="732"/>
                </a:cubicBezTo>
                <a:cubicBezTo>
                  <a:pt x="782" y="731"/>
                  <a:pt x="782" y="731"/>
                  <a:pt x="782" y="731"/>
                </a:cubicBezTo>
                <a:cubicBezTo>
                  <a:pt x="779" y="757"/>
                  <a:pt x="779" y="757"/>
                  <a:pt x="779" y="757"/>
                </a:cubicBezTo>
                <a:cubicBezTo>
                  <a:pt x="783" y="758"/>
                  <a:pt x="783" y="758"/>
                  <a:pt x="783" y="758"/>
                </a:cubicBezTo>
                <a:cubicBezTo>
                  <a:pt x="787" y="753"/>
                  <a:pt x="787" y="753"/>
                  <a:pt x="787" y="753"/>
                </a:cubicBezTo>
                <a:cubicBezTo>
                  <a:pt x="852" y="764"/>
                  <a:pt x="852" y="764"/>
                  <a:pt x="852" y="764"/>
                </a:cubicBezTo>
                <a:cubicBezTo>
                  <a:pt x="854" y="770"/>
                  <a:pt x="854" y="770"/>
                  <a:pt x="854" y="770"/>
                </a:cubicBezTo>
                <a:cubicBezTo>
                  <a:pt x="858" y="771"/>
                  <a:pt x="858" y="771"/>
                  <a:pt x="858" y="771"/>
                </a:cubicBezTo>
                <a:cubicBezTo>
                  <a:pt x="863" y="743"/>
                  <a:pt x="863" y="743"/>
                  <a:pt x="863" y="743"/>
                </a:cubicBezTo>
                <a:cubicBezTo>
                  <a:pt x="860" y="743"/>
                  <a:pt x="860" y="743"/>
                  <a:pt x="860" y="743"/>
                </a:cubicBezTo>
                <a:lnTo>
                  <a:pt x="855" y="748"/>
                </a:lnTo>
                <a:close/>
                <a:moveTo>
                  <a:pt x="649" y="1016"/>
                </a:moveTo>
                <a:cubicBezTo>
                  <a:pt x="641" y="1000"/>
                  <a:pt x="641" y="1000"/>
                  <a:pt x="641" y="1000"/>
                </a:cubicBezTo>
                <a:cubicBezTo>
                  <a:pt x="641" y="1000"/>
                  <a:pt x="638" y="1005"/>
                  <a:pt x="635" y="1007"/>
                </a:cubicBezTo>
                <a:cubicBezTo>
                  <a:pt x="629" y="1013"/>
                  <a:pt x="613" y="1018"/>
                  <a:pt x="613" y="1018"/>
                </a:cubicBezTo>
                <a:cubicBezTo>
                  <a:pt x="602" y="996"/>
                  <a:pt x="602" y="996"/>
                  <a:pt x="602" y="996"/>
                </a:cubicBezTo>
                <a:cubicBezTo>
                  <a:pt x="602" y="996"/>
                  <a:pt x="617" y="985"/>
                  <a:pt x="627" y="982"/>
                </a:cubicBezTo>
                <a:cubicBezTo>
                  <a:pt x="630" y="981"/>
                  <a:pt x="637" y="980"/>
                  <a:pt x="637" y="980"/>
                </a:cubicBezTo>
                <a:cubicBezTo>
                  <a:pt x="637" y="980"/>
                  <a:pt x="637" y="975"/>
                  <a:pt x="638" y="973"/>
                </a:cubicBezTo>
                <a:cubicBezTo>
                  <a:pt x="639" y="969"/>
                  <a:pt x="643" y="963"/>
                  <a:pt x="643" y="963"/>
                </a:cubicBezTo>
                <a:cubicBezTo>
                  <a:pt x="580" y="1000"/>
                  <a:pt x="580" y="1000"/>
                  <a:pt x="580" y="1000"/>
                </a:cubicBezTo>
                <a:cubicBezTo>
                  <a:pt x="581" y="1004"/>
                  <a:pt x="581" y="1004"/>
                  <a:pt x="581" y="1004"/>
                </a:cubicBezTo>
                <a:cubicBezTo>
                  <a:pt x="587" y="1004"/>
                  <a:pt x="587" y="1004"/>
                  <a:pt x="587" y="1004"/>
                </a:cubicBezTo>
                <a:cubicBezTo>
                  <a:pt x="618" y="1065"/>
                  <a:pt x="618" y="1065"/>
                  <a:pt x="618" y="1065"/>
                </a:cubicBezTo>
                <a:cubicBezTo>
                  <a:pt x="617" y="1070"/>
                  <a:pt x="617" y="1070"/>
                  <a:pt x="617" y="1070"/>
                </a:cubicBezTo>
                <a:cubicBezTo>
                  <a:pt x="619" y="1074"/>
                  <a:pt x="619" y="1074"/>
                  <a:pt x="619" y="1074"/>
                </a:cubicBezTo>
                <a:cubicBezTo>
                  <a:pt x="641" y="1062"/>
                  <a:pt x="641" y="1062"/>
                  <a:pt x="641" y="1062"/>
                </a:cubicBezTo>
                <a:cubicBezTo>
                  <a:pt x="639" y="1060"/>
                  <a:pt x="639" y="1060"/>
                  <a:pt x="639" y="1060"/>
                </a:cubicBezTo>
                <a:cubicBezTo>
                  <a:pt x="633" y="1059"/>
                  <a:pt x="633" y="1059"/>
                  <a:pt x="633" y="1059"/>
                </a:cubicBezTo>
                <a:cubicBezTo>
                  <a:pt x="618" y="1027"/>
                  <a:pt x="618" y="1027"/>
                  <a:pt x="618" y="1027"/>
                </a:cubicBezTo>
                <a:cubicBezTo>
                  <a:pt x="618" y="1027"/>
                  <a:pt x="630" y="1018"/>
                  <a:pt x="639" y="1016"/>
                </a:cubicBezTo>
                <a:cubicBezTo>
                  <a:pt x="643" y="1015"/>
                  <a:pt x="649" y="1016"/>
                  <a:pt x="649" y="1016"/>
                </a:cubicBezTo>
                <a:close/>
                <a:moveTo>
                  <a:pt x="724" y="963"/>
                </a:moveTo>
                <a:cubicBezTo>
                  <a:pt x="729" y="974"/>
                  <a:pt x="725" y="989"/>
                  <a:pt x="718" y="995"/>
                </a:cubicBezTo>
                <a:cubicBezTo>
                  <a:pt x="706" y="1006"/>
                  <a:pt x="687" y="1004"/>
                  <a:pt x="680" y="991"/>
                </a:cubicBezTo>
                <a:cubicBezTo>
                  <a:pt x="710" y="962"/>
                  <a:pt x="710" y="962"/>
                  <a:pt x="710" y="962"/>
                </a:cubicBezTo>
                <a:cubicBezTo>
                  <a:pt x="715" y="962"/>
                  <a:pt x="715" y="962"/>
                  <a:pt x="715" y="962"/>
                </a:cubicBezTo>
                <a:cubicBezTo>
                  <a:pt x="718" y="960"/>
                  <a:pt x="718" y="960"/>
                  <a:pt x="718" y="960"/>
                </a:cubicBezTo>
                <a:cubicBezTo>
                  <a:pt x="705" y="947"/>
                  <a:pt x="705" y="947"/>
                  <a:pt x="705" y="947"/>
                </a:cubicBezTo>
                <a:cubicBezTo>
                  <a:pt x="703" y="950"/>
                  <a:pt x="703" y="950"/>
                  <a:pt x="703" y="950"/>
                </a:cubicBezTo>
                <a:cubicBezTo>
                  <a:pt x="703" y="958"/>
                  <a:pt x="703" y="958"/>
                  <a:pt x="703" y="958"/>
                </a:cubicBezTo>
                <a:cubicBezTo>
                  <a:pt x="673" y="984"/>
                  <a:pt x="673" y="984"/>
                  <a:pt x="673" y="984"/>
                </a:cubicBezTo>
                <a:cubicBezTo>
                  <a:pt x="663" y="975"/>
                  <a:pt x="662" y="958"/>
                  <a:pt x="673" y="949"/>
                </a:cubicBezTo>
                <a:cubicBezTo>
                  <a:pt x="679" y="943"/>
                  <a:pt x="688" y="941"/>
                  <a:pt x="697" y="944"/>
                </a:cubicBezTo>
                <a:cubicBezTo>
                  <a:pt x="699" y="940"/>
                  <a:pt x="699" y="940"/>
                  <a:pt x="699" y="940"/>
                </a:cubicBezTo>
                <a:cubicBezTo>
                  <a:pt x="686" y="927"/>
                  <a:pt x="686" y="927"/>
                  <a:pt x="686" y="927"/>
                </a:cubicBezTo>
                <a:cubicBezTo>
                  <a:pt x="680" y="932"/>
                  <a:pt x="675" y="935"/>
                  <a:pt x="670" y="940"/>
                </a:cubicBezTo>
                <a:cubicBezTo>
                  <a:pt x="652" y="957"/>
                  <a:pt x="640" y="979"/>
                  <a:pt x="663" y="1003"/>
                </a:cubicBezTo>
                <a:cubicBezTo>
                  <a:pt x="684" y="1025"/>
                  <a:pt x="706" y="1020"/>
                  <a:pt x="724" y="1003"/>
                </a:cubicBezTo>
                <a:cubicBezTo>
                  <a:pt x="733" y="995"/>
                  <a:pt x="737" y="988"/>
                  <a:pt x="739" y="975"/>
                </a:cubicBezTo>
                <a:cubicBezTo>
                  <a:pt x="727" y="961"/>
                  <a:pt x="727" y="961"/>
                  <a:pt x="727" y="961"/>
                </a:cubicBezTo>
                <a:lnTo>
                  <a:pt x="724" y="963"/>
                </a:lnTo>
                <a:close/>
                <a:moveTo>
                  <a:pt x="567" y="1040"/>
                </a:moveTo>
                <a:cubicBezTo>
                  <a:pt x="562" y="1042"/>
                  <a:pt x="560" y="1048"/>
                  <a:pt x="562" y="1052"/>
                </a:cubicBezTo>
                <a:cubicBezTo>
                  <a:pt x="564" y="1057"/>
                  <a:pt x="570" y="1059"/>
                  <a:pt x="575" y="1057"/>
                </a:cubicBezTo>
                <a:cubicBezTo>
                  <a:pt x="579" y="1055"/>
                  <a:pt x="581" y="1049"/>
                  <a:pt x="579" y="1044"/>
                </a:cubicBezTo>
                <a:cubicBezTo>
                  <a:pt x="577" y="1040"/>
                  <a:pt x="572" y="1038"/>
                  <a:pt x="567" y="1040"/>
                </a:cubicBezTo>
                <a:close/>
                <a:moveTo>
                  <a:pt x="215" y="1018"/>
                </a:moveTo>
                <a:cubicBezTo>
                  <a:pt x="199" y="1032"/>
                  <a:pt x="178" y="1032"/>
                  <a:pt x="162" y="1018"/>
                </a:cubicBezTo>
                <a:cubicBezTo>
                  <a:pt x="161" y="1018"/>
                  <a:pt x="161" y="1018"/>
                  <a:pt x="161" y="1018"/>
                </a:cubicBezTo>
                <a:cubicBezTo>
                  <a:pt x="146" y="1003"/>
                  <a:pt x="146" y="982"/>
                  <a:pt x="159" y="965"/>
                </a:cubicBezTo>
                <a:cubicBezTo>
                  <a:pt x="166" y="955"/>
                  <a:pt x="177" y="948"/>
                  <a:pt x="189" y="947"/>
                </a:cubicBezTo>
                <a:cubicBezTo>
                  <a:pt x="201" y="946"/>
                  <a:pt x="211" y="948"/>
                  <a:pt x="219" y="955"/>
                </a:cubicBezTo>
                <a:cubicBezTo>
                  <a:pt x="220" y="956"/>
                  <a:pt x="220" y="956"/>
                  <a:pt x="220" y="956"/>
                </a:cubicBezTo>
                <a:cubicBezTo>
                  <a:pt x="220" y="956"/>
                  <a:pt x="220" y="956"/>
                  <a:pt x="220" y="956"/>
                </a:cubicBezTo>
                <a:cubicBezTo>
                  <a:pt x="221" y="957"/>
                  <a:pt x="221" y="957"/>
                  <a:pt x="221" y="957"/>
                </a:cubicBezTo>
                <a:cubicBezTo>
                  <a:pt x="221" y="957"/>
                  <a:pt x="221" y="957"/>
                  <a:pt x="221" y="957"/>
                </a:cubicBezTo>
                <a:cubicBezTo>
                  <a:pt x="222" y="958"/>
                  <a:pt x="222" y="958"/>
                  <a:pt x="222" y="958"/>
                </a:cubicBezTo>
                <a:cubicBezTo>
                  <a:pt x="230" y="966"/>
                  <a:pt x="232" y="976"/>
                  <a:pt x="231" y="987"/>
                </a:cubicBezTo>
                <a:cubicBezTo>
                  <a:pt x="231" y="999"/>
                  <a:pt x="225" y="1010"/>
                  <a:pt x="215" y="1018"/>
                </a:cubicBezTo>
                <a:close/>
                <a:moveTo>
                  <a:pt x="205" y="1002"/>
                </a:moveTo>
                <a:cubicBezTo>
                  <a:pt x="209" y="998"/>
                  <a:pt x="226" y="977"/>
                  <a:pt x="213" y="964"/>
                </a:cubicBezTo>
                <a:cubicBezTo>
                  <a:pt x="211" y="962"/>
                  <a:pt x="211" y="962"/>
                  <a:pt x="211" y="962"/>
                </a:cubicBezTo>
                <a:cubicBezTo>
                  <a:pt x="198" y="950"/>
                  <a:pt x="181" y="968"/>
                  <a:pt x="176" y="973"/>
                </a:cubicBezTo>
                <a:cubicBezTo>
                  <a:pt x="171" y="978"/>
                  <a:pt x="163" y="990"/>
                  <a:pt x="163" y="999"/>
                </a:cubicBezTo>
                <a:cubicBezTo>
                  <a:pt x="164" y="1003"/>
                  <a:pt x="165" y="1006"/>
                  <a:pt x="169" y="1009"/>
                </a:cubicBezTo>
                <a:cubicBezTo>
                  <a:pt x="170" y="1010"/>
                  <a:pt x="170" y="1010"/>
                  <a:pt x="170" y="1010"/>
                </a:cubicBezTo>
                <a:cubicBezTo>
                  <a:pt x="173" y="1014"/>
                  <a:pt x="177" y="1015"/>
                  <a:pt x="182" y="1015"/>
                </a:cubicBezTo>
                <a:cubicBezTo>
                  <a:pt x="192" y="1015"/>
                  <a:pt x="202" y="1005"/>
                  <a:pt x="205" y="1002"/>
                </a:cubicBezTo>
                <a:close/>
                <a:moveTo>
                  <a:pt x="542" y="1070"/>
                </a:moveTo>
                <a:cubicBezTo>
                  <a:pt x="543" y="1082"/>
                  <a:pt x="532" y="1093"/>
                  <a:pt x="523" y="1095"/>
                </a:cubicBezTo>
                <a:cubicBezTo>
                  <a:pt x="508" y="1098"/>
                  <a:pt x="493" y="1087"/>
                  <a:pt x="492" y="1072"/>
                </a:cubicBezTo>
                <a:cubicBezTo>
                  <a:pt x="531" y="1063"/>
                  <a:pt x="531" y="1063"/>
                  <a:pt x="531" y="1063"/>
                </a:cubicBezTo>
                <a:cubicBezTo>
                  <a:pt x="535" y="1066"/>
                  <a:pt x="535" y="1066"/>
                  <a:pt x="535" y="1066"/>
                </a:cubicBezTo>
                <a:cubicBezTo>
                  <a:pt x="539" y="1065"/>
                  <a:pt x="539" y="1065"/>
                  <a:pt x="539" y="1065"/>
                </a:cubicBezTo>
                <a:cubicBezTo>
                  <a:pt x="534" y="1047"/>
                  <a:pt x="534" y="1047"/>
                  <a:pt x="534" y="1047"/>
                </a:cubicBezTo>
                <a:cubicBezTo>
                  <a:pt x="530" y="1048"/>
                  <a:pt x="530" y="1048"/>
                  <a:pt x="530" y="1048"/>
                </a:cubicBezTo>
                <a:cubicBezTo>
                  <a:pt x="527" y="1055"/>
                  <a:pt x="527" y="1055"/>
                  <a:pt x="527" y="1055"/>
                </a:cubicBezTo>
                <a:cubicBezTo>
                  <a:pt x="488" y="1063"/>
                  <a:pt x="488" y="1063"/>
                  <a:pt x="488" y="1063"/>
                </a:cubicBezTo>
                <a:cubicBezTo>
                  <a:pt x="484" y="1051"/>
                  <a:pt x="492" y="1035"/>
                  <a:pt x="505" y="1032"/>
                </a:cubicBezTo>
                <a:cubicBezTo>
                  <a:pt x="514" y="1030"/>
                  <a:pt x="523" y="1032"/>
                  <a:pt x="528" y="1039"/>
                </a:cubicBezTo>
                <a:cubicBezTo>
                  <a:pt x="532" y="1037"/>
                  <a:pt x="532" y="1037"/>
                  <a:pt x="532" y="1037"/>
                </a:cubicBezTo>
                <a:cubicBezTo>
                  <a:pt x="527" y="1020"/>
                  <a:pt x="527" y="1020"/>
                  <a:pt x="527" y="1020"/>
                </a:cubicBezTo>
                <a:cubicBezTo>
                  <a:pt x="520" y="1021"/>
                  <a:pt x="515" y="1021"/>
                  <a:pt x="507" y="1023"/>
                </a:cubicBezTo>
                <a:cubicBezTo>
                  <a:pt x="483" y="1030"/>
                  <a:pt x="462" y="1043"/>
                  <a:pt x="473" y="1075"/>
                </a:cubicBezTo>
                <a:cubicBezTo>
                  <a:pt x="480" y="1104"/>
                  <a:pt x="501" y="1110"/>
                  <a:pt x="524" y="1105"/>
                </a:cubicBezTo>
                <a:cubicBezTo>
                  <a:pt x="537" y="1102"/>
                  <a:pt x="544" y="1097"/>
                  <a:pt x="551" y="1088"/>
                </a:cubicBezTo>
                <a:cubicBezTo>
                  <a:pt x="545" y="1070"/>
                  <a:pt x="545" y="1070"/>
                  <a:pt x="545" y="1070"/>
                </a:cubicBezTo>
                <a:lnTo>
                  <a:pt x="542" y="1070"/>
                </a:lnTo>
                <a:close/>
                <a:moveTo>
                  <a:pt x="784" y="907"/>
                </a:moveTo>
                <a:cubicBezTo>
                  <a:pt x="784" y="907"/>
                  <a:pt x="786" y="916"/>
                  <a:pt x="785" y="921"/>
                </a:cubicBezTo>
                <a:cubicBezTo>
                  <a:pt x="783" y="932"/>
                  <a:pt x="768" y="946"/>
                  <a:pt x="768" y="946"/>
                </a:cubicBezTo>
                <a:cubicBezTo>
                  <a:pt x="716" y="903"/>
                  <a:pt x="716" y="903"/>
                  <a:pt x="716" y="903"/>
                </a:cubicBezTo>
                <a:cubicBezTo>
                  <a:pt x="718" y="897"/>
                  <a:pt x="718" y="897"/>
                  <a:pt x="718" y="897"/>
                </a:cubicBezTo>
                <a:cubicBezTo>
                  <a:pt x="714" y="894"/>
                  <a:pt x="714" y="894"/>
                  <a:pt x="714" y="894"/>
                </a:cubicBezTo>
                <a:cubicBezTo>
                  <a:pt x="696" y="917"/>
                  <a:pt x="696" y="917"/>
                  <a:pt x="696" y="917"/>
                </a:cubicBezTo>
                <a:cubicBezTo>
                  <a:pt x="701" y="920"/>
                  <a:pt x="701" y="920"/>
                  <a:pt x="701" y="920"/>
                </a:cubicBezTo>
                <a:cubicBezTo>
                  <a:pt x="706" y="917"/>
                  <a:pt x="706" y="917"/>
                  <a:pt x="706" y="917"/>
                </a:cubicBezTo>
                <a:cubicBezTo>
                  <a:pt x="757" y="959"/>
                  <a:pt x="757" y="959"/>
                  <a:pt x="757" y="959"/>
                </a:cubicBezTo>
                <a:cubicBezTo>
                  <a:pt x="756" y="965"/>
                  <a:pt x="756" y="965"/>
                  <a:pt x="756" y="965"/>
                </a:cubicBezTo>
                <a:cubicBezTo>
                  <a:pt x="758" y="969"/>
                  <a:pt x="758" y="969"/>
                  <a:pt x="758" y="969"/>
                </a:cubicBezTo>
                <a:cubicBezTo>
                  <a:pt x="798" y="923"/>
                  <a:pt x="798" y="923"/>
                  <a:pt x="798" y="923"/>
                </a:cubicBezTo>
                <a:cubicBezTo>
                  <a:pt x="789" y="901"/>
                  <a:pt x="789" y="901"/>
                  <a:pt x="789" y="901"/>
                </a:cubicBezTo>
                <a:lnTo>
                  <a:pt x="784" y="907"/>
                </a:lnTo>
                <a:close/>
                <a:moveTo>
                  <a:pt x="632" y="683"/>
                </a:moveTo>
                <a:cubicBezTo>
                  <a:pt x="576" y="822"/>
                  <a:pt x="503" y="948"/>
                  <a:pt x="464" y="990"/>
                </a:cubicBezTo>
                <a:cubicBezTo>
                  <a:pt x="455" y="999"/>
                  <a:pt x="447" y="1007"/>
                  <a:pt x="435" y="1007"/>
                </a:cubicBezTo>
                <a:cubicBezTo>
                  <a:pt x="435" y="1007"/>
                  <a:pt x="434" y="1007"/>
                  <a:pt x="434" y="1007"/>
                </a:cubicBezTo>
                <a:cubicBezTo>
                  <a:pt x="434" y="1007"/>
                  <a:pt x="434" y="1007"/>
                  <a:pt x="434" y="1007"/>
                </a:cubicBezTo>
                <a:cubicBezTo>
                  <a:pt x="434" y="1007"/>
                  <a:pt x="433" y="1007"/>
                  <a:pt x="433" y="1007"/>
                </a:cubicBezTo>
                <a:cubicBezTo>
                  <a:pt x="421" y="1007"/>
                  <a:pt x="414" y="999"/>
                  <a:pt x="405" y="990"/>
                </a:cubicBezTo>
                <a:cubicBezTo>
                  <a:pt x="367" y="948"/>
                  <a:pt x="294" y="822"/>
                  <a:pt x="238" y="683"/>
                </a:cubicBezTo>
                <a:cubicBezTo>
                  <a:pt x="202" y="591"/>
                  <a:pt x="165" y="473"/>
                  <a:pt x="165" y="372"/>
                </a:cubicBezTo>
                <a:cubicBezTo>
                  <a:pt x="165" y="340"/>
                  <a:pt x="168" y="310"/>
                  <a:pt x="177" y="282"/>
                </a:cubicBezTo>
                <a:cubicBezTo>
                  <a:pt x="181" y="272"/>
                  <a:pt x="181" y="272"/>
                  <a:pt x="181" y="272"/>
                </a:cubicBezTo>
                <a:cubicBezTo>
                  <a:pt x="255" y="272"/>
                  <a:pt x="255" y="272"/>
                  <a:pt x="255" y="272"/>
                </a:cubicBezTo>
                <a:cubicBezTo>
                  <a:pt x="255" y="204"/>
                  <a:pt x="255" y="204"/>
                  <a:pt x="255" y="204"/>
                </a:cubicBezTo>
                <a:cubicBezTo>
                  <a:pt x="255" y="185"/>
                  <a:pt x="264" y="165"/>
                  <a:pt x="289" y="157"/>
                </a:cubicBezTo>
                <a:cubicBezTo>
                  <a:pt x="307" y="135"/>
                  <a:pt x="332" y="117"/>
                  <a:pt x="361" y="105"/>
                </a:cubicBezTo>
                <a:cubicBezTo>
                  <a:pt x="361" y="42"/>
                  <a:pt x="361" y="42"/>
                  <a:pt x="361" y="42"/>
                </a:cubicBezTo>
                <a:cubicBezTo>
                  <a:pt x="361" y="42"/>
                  <a:pt x="391" y="42"/>
                  <a:pt x="403" y="42"/>
                </a:cubicBezTo>
                <a:cubicBezTo>
                  <a:pt x="403" y="30"/>
                  <a:pt x="403" y="0"/>
                  <a:pt x="403" y="0"/>
                </a:cubicBezTo>
                <a:cubicBezTo>
                  <a:pt x="434" y="0"/>
                  <a:pt x="434" y="0"/>
                  <a:pt x="434" y="0"/>
                </a:cubicBezTo>
                <a:cubicBezTo>
                  <a:pt x="434" y="0"/>
                  <a:pt x="434" y="0"/>
                  <a:pt x="434" y="0"/>
                </a:cubicBezTo>
                <a:cubicBezTo>
                  <a:pt x="466" y="0"/>
                  <a:pt x="466" y="0"/>
                  <a:pt x="466" y="0"/>
                </a:cubicBezTo>
                <a:cubicBezTo>
                  <a:pt x="466" y="0"/>
                  <a:pt x="466" y="30"/>
                  <a:pt x="466" y="42"/>
                </a:cubicBezTo>
                <a:cubicBezTo>
                  <a:pt x="478" y="42"/>
                  <a:pt x="509" y="42"/>
                  <a:pt x="509" y="42"/>
                </a:cubicBezTo>
                <a:cubicBezTo>
                  <a:pt x="509" y="105"/>
                  <a:pt x="509" y="105"/>
                  <a:pt x="509" y="105"/>
                </a:cubicBezTo>
                <a:cubicBezTo>
                  <a:pt x="537" y="117"/>
                  <a:pt x="562" y="135"/>
                  <a:pt x="580" y="157"/>
                </a:cubicBezTo>
                <a:cubicBezTo>
                  <a:pt x="606" y="165"/>
                  <a:pt x="615" y="185"/>
                  <a:pt x="615" y="204"/>
                </a:cubicBezTo>
                <a:cubicBezTo>
                  <a:pt x="615" y="272"/>
                  <a:pt x="615" y="272"/>
                  <a:pt x="615" y="272"/>
                </a:cubicBezTo>
                <a:cubicBezTo>
                  <a:pt x="690" y="272"/>
                  <a:pt x="690" y="272"/>
                  <a:pt x="690" y="272"/>
                </a:cubicBezTo>
                <a:cubicBezTo>
                  <a:pt x="693" y="282"/>
                  <a:pt x="693" y="282"/>
                  <a:pt x="693" y="282"/>
                </a:cubicBezTo>
                <a:cubicBezTo>
                  <a:pt x="702" y="310"/>
                  <a:pt x="706" y="340"/>
                  <a:pt x="706" y="372"/>
                </a:cubicBezTo>
                <a:cubicBezTo>
                  <a:pt x="706" y="473"/>
                  <a:pt x="669" y="591"/>
                  <a:pt x="632" y="683"/>
                </a:cubicBezTo>
                <a:close/>
                <a:moveTo>
                  <a:pt x="662" y="488"/>
                </a:moveTo>
                <a:cubicBezTo>
                  <a:pt x="629" y="483"/>
                  <a:pt x="549" y="470"/>
                  <a:pt x="493" y="461"/>
                </a:cubicBezTo>
                <a:cubicBezTo>
                  <a:pt x="651" y="534"/>
                  <a:pt x="651" y="534"/>
                  <a:pt x="651" y="534"/>
                </a:cubicBezTo>
                <a:cubicBezTo>
                  <a:pt x="655" y="518"/>
                  <a:pt x="659" y="503"/>
                  <a:pt x="662" y="488"/>
                </a:cubicBezTo>
                <a:close/>
                <a:moveTo>
                  <a:pt x="478" y="487"/>
                </a:moveTo>
                <a:cubicBezTo>
                  <a:pt x="509" y="534"/>
                  <a:pt x="509" y="534"/>
                  <a:pt x="509" y="534"/>
                </a:cubicBezTo>
                <a:cubicBezTo>
                  <a:pt x="578" y="534"/>
                  <a:pt x="578" y="534"/>
                  <a:pt x="578" y="534"/>
                </a:cubicBezTo>
                <a:lnTo>
                  <a:pt x="478" y="487"/>
                </a:lnTo>
                <a:close/>
                <a:moveTo>
                  <a:pt x="556" y="183"/>
                </a:moveTo>
                <a:cubicBezTo>
                  <a:pt x="535" y="183"/>
                  <a:pt x="526" y="186"/>
                  <a:pt x="522" y="189"/>
                </a:cubicBezTo>
                <a:cubicBezTo>
                  <a:pt x="521" y="190"/>
                  <a:pt x="519" y="192"/>
                  <a:pt x="519" y="201"/>
                </a:cubicBezTo>
                <a:cubicBezTo>
                  <a:pt x="519" y="201"/>
                  <a:pt x="519" y="247"/>
                  <a:pt x="519" y="272"/>
                </a:cubicBezTo>
                <a:cubicBezTo>
                  <a:pt x="586" y="272"/>
                  <a:pt x="586" y="272"/>
                  <a:pt x="586" y="272"/>
                </a:cubicBezTo>
                <a:cubicBezTo>
                  <a:pt x="586" y="248"/>
                  <a:pt x="586" y="204"/>
                  <a:pt x="586" y="204"/>
                </a:cubicBezTo>
                <a:cubicBezTo>
                  <a:pt x="586" y="195"/>
                  <a:pt x="582" y="183"/>
                  <a:pt x="556" y="183"/>
                </a:cubicBezTo>
                <a:close/>
                <a:moveTo>
                  <a:pt x="466" y="122"/>
                </a:moveTo>
                <a:cubicBezTo>
                  <a:pt x="466" y="126"/>
                  <a:pt x="466" y="129"/>
                  <a:pt x="466" y="132"/>
                </a:cubicBezTo>
                <a:cubicBezTo>
                  <a:pt x="484" y="138"/>
                  <a:pt x="499" y="148"/>
                  <a:pt x="508" y="163"/>
                </a:cubicBezTo>
                <a:cubicBezTo>
                  <a:pt x="517" y="158"/>
                  <a:pt x="527" y="156"/>
                  <a:pt x="537" y="155"/>
                </a:cubicBezTo>
                <a:cubicBezTo>
                  <a:pt x="517" y="139"/>
                  <a:pt x="492" y="128"/>
                  <a:pt x="466" y="122"/>
                </a:cubicBezTo>
                <a:close/>
                <a:moveTo>
                  <a:pt x="434" y="157"/>
                </a:moveTo>
                <a:cubicBezTo>
                  <a:pt x="434" y="157"/>
                  <a:pt x="434" y="157"/>
                  <a:pt x="434" y="157"/>
                </a:cubicBezTo>
                <a:cubicBezTo>
                  <a:pt x="394" y="157"/>
                  <a:pt x="380" y="180"/>
                  <a:pt x="380" y="201"/>
                </a:cubicBezTo>
                <a:cubicBezTo>
                  <a:pt x="380" y="272"/>
                  <a:pt x="380" y="272"/>
                  <a:pt x="380" y="272"/>
                </a:cubicBezTo>
                <a:cubicBezTo>
                  <a:pt x="434" y="272"/>
                  <a:pt x="434" y="272"/>
                  <a:pt x="434" y="272"/>
                </a:cubicBezTo>
                <a:cubicBezTo>
                  <a:pt x="434" y="272"/>
                  <a:pt x="434" y="272"/>
                  <a:pt x="434" y="272"/>
                </a:cubicBezTo>
                <a:cubicBezTo>
                  <a:pt x="489" y="272"/>
                  <a:pt x="489" y="272"/>
                  <a:pt x="489" y="272"/>
                </a:cubicBezTo>
                <a:cubicBezTo>
                  <a:pt x="489" y="201"/>
                  <a:pt x="489" y="201"/>
                  <a:pt x="489" y="201"/>
                </a:cubicBezTo>
                <a:cubicBezTo>
                  <a:pt x="489" y="180"/>
                  <a:pt x="475" y="157"/>
                  <a:pt x="434" y="157"/>
                </a:cubicBezTo>
                <a:close/>
                <a:moveTo>
                  <a:pt x="384" y="84"/>
                </a:moveTo>
                <a:cubicBezTo>
                  <a:pt x="395" y="84"/>
                  <a:pt x="425" y="84"/>
                  <a:pt x="425" y="84"/>
                </a:cubicBezTo>
                <a:cubicBezTo>
                  <a:pt x="425" y="84"/>
                  <a:pt x="425" y="114"/>
                  <a:pt x="425" y="126"/>
                </a:cubicBezTo>
                <a:cubicBezTo>
                  <a:pt x="429" y="126"/>
                  <a:pt x="432" y="126"/>
                  <a:pt x="434" y="126"/>
                </a:cubicBezTo>
                <a:cubicBezTo>
                  <a:pt x="434" y="126"/>
                  <a:pt x="434" y="126"/>
                  <a:pt x="434" y="126"/>
                </a:cubicBezTo>
                <a:cubicBezTo>
                  <a:pt x="437" y="126"/>
                  <a:pt x="440" y="126"/>
                  <a:pt x="443" y="126"/>
                </a:cubicBezTo>
                <a:cubicBezTo>
                  <a:pt x="443" y="114"/>
                  <a:pt x="443" y="84"/>
                  <a:pt x="443" y="84"/>
                </a:cubicBezTo>
                <a:cubicBezTo>
                  <a:pt x="443" y="84"/>
                  <a:pt x="474" y="84"/>
                  <a:pt x="486" y="84"/>
                </a:cubicBezTo>
                <a:cubicBezTo>
                  <a:pt x="486" y="76"/>
                  <a:pt x="486" y="72"/>
                  <a:pt x="486" y="65"/>
                </a:cubicBezTo>
                <a:cubicBezTo>
                  <a:pt x="474" y="65"/>
                  <a:pt x="443" y="65"/>
                  <a:pt x="443" y="65"/>
                </a:cubicBezTo>
                <a:cubicBezTo>
                  <a:pt x="443" y="65"/>
                  <a:pt x="443" y="35"/>
                  <a:pt x="443" y="23"/>
                </a:cubicBezTo>
                <a:cubicBezTo>
                  <a:pt x="440" y="23"/>
                  <a:pt x="437" y="23"/>
                  <a:pt x="434" y="23"/>
                </a:cubicBezTo>
                <a:cubicBezTo>
                  <a:pt x="434" y="23"/>
                  <a:pt x="434" y="23"/>
                  <a:pt x="434" y="23"/>
                </a:cubicBezTo>
                <a:cubicBezTo>
                  <a:pt x="432" y="23"/>
                  <a:pt x="429" y="23"/>
                  <a:pt x="425" y="23"/>
                </a:cubicBezTo>
                <a:cubicBezTo>
                  <a:pt x="425" y="35"/>
                  <a:pt x="425" y="65"/>
                  <a:pt x="425" y="65"/>
                </a:cubicBezTo>
                <a:cubicBezTo>
                  <a:pt x="425" y="65"/>
                  <a:pt x="395" y="65"/>
                  <a:pt x="384" y="65"/>
                </a:cubicBezTo>
                <a:cubicBezTo>
                  <a:pt x="384" y="72"/>
                  <a:pt x="384" y="76"/>
                  <a:pt x="384" y="84"/>
                </a:cubicBezTo>
                <a:close/>
                <a:moveTo>
                  <a:pt x="332" y="155"/>
                </a:moveTo>
                <a:cubicBezTo>
                  <a:pt x="343" y="156"/>
                  <a:pt x="353" y="158"/>
                  <a:pt x="361" y="163"/>
                </a:cubicBezTo>
                <a:cubicBezTo>
                  <a:pt x="371" y="148"/>
                  <a:pt x="385" y="138"/>
                  <a:pt x="403" y="132"/>
                </a:cubicBezTo>
                <a:cubicBezTo>
                  <a:pt x="403" y="129"/>
                  <a:pt x="403" y="126"/>
                  <a:pt x="403" y="122"/>
                </a:cubicBezTo>
                <a:cubicBezTo>
                  <a:pt x="377" y="128"/>
                  <a:pt x="352" y="139"/>
                  <a:pt x="332" y="155"/>
                </a:cubicBezTo>
                <a:close/>
                <a:moveTo>
                  <a:pt x="284" y="272"/>
                </a:moveTo>
                <a:cubicBezTo>
                  <a:pt x="351" y="272"/>
                  <a:pt x="351" y="272"/>
                  <a:pt x="351" y="272"/>
                </a:cubicBezTo>
                <a:cubicBezTo>
                  <a:pt x="351" y="247"/>
                  <a:pt x="351" y="201"/>
                  <a:pt x="351" y="201"/>
                </a:cubicBezTo>
                <a:cubicBezTo>
                  <a:pt x="351" y="192"/>
                  <a:pt x="348" y="190"/>
                  <a:pt x="347" y="189"/>
                </a:cubicBezTo>
                <a:cubicBezTo>
                  <a:pt x="343" y="186"/>
                  <a:pt x="335" y="183"/>
                  <a:pt x="313" y="183"/>
                </a:cubicBezTo>
                <a:cubicBezTo>
                  <a:pt x="287" y="183"/>
                  <a:pt x="284" y="195"/>
                  <a:pt x="284" y="204"/>
                </a:cubicBezTo>
                <a:cubicBezTo>
                  <a:pt x="284" y="204"/>
                  <a:pt x="284" y="248"/>
                  <a:pt x="284" y="272"/>
                </a:cubicBezTo>
                <a:close/>
                <a:moveTo>
                  <a:pt x="199" y="316"/>
                </a:moveTo>
                <a:cubicBezTo>
                  <a:pt x="307" y="316"/>
                  <a:pt x="307" y="316"/>
                  <a:pt x="307" y="316"/>
                </a:cubicBezTo>
                <a:cubicBezTo>
                  <a:pt x="354" y="316"/>
                  <a:pt x="374" y="327"/>
                  <a:pt x="374" y="354"/>
                </a:cubicBezTo>
                <a:cubicBezTo>
                  <a:pt x="374" y="363"/>
                  <a:pt x="369" y="372"/>
                  <a:pt x="361" y="378"/>
                </a:cubicBezTo>
                <a:cubicBezTo>
                  <a:pt x="367" y="380"/>
                  <a:pt x="389" y="388"/>
                  <a:pt x="392" y="390"/>
                </a:cubicBezTo>
                <a:cubicBezTo>
                  <a:pt x="399" y="386"/>
                  <a:pt x="402" y="376"/>
                  <a:pt x="399" y="371"/>
                </a:cubicBezTo>
                <a:cubicBezTo>
                  <a:pt x="397" y="369"/>
                  <a:pt x="396" y="367"/>
                  <a:pt x="392" y="365"/>
                </a:cubicBezTo>
                <a:cubicBezTo>
                  <a:pt x="389" y="364"/>
                  <a:pt x="383" y="364"/>
                  <a:pt x="383" y="364"/>
                </a:cubicBezTo>
                <a:cubicBezTo>
                  <a:pt x="383" y="352"/>
                  <a:pt x="383" y="352"/>
                  <a:pt x="383" y="352"/>
                </a:cubicBezTo>
                <a:cubicBezTo>
                  <a:pt x="383" y="341"/>
                  <a:pt x="391" y="333"/>
                  <a:pt x="403" y="329"/>
                </a:cubicBezTo>
                <a:cubicBezTo>
                  <a:pt x="404" y="329"/>
                  <a:pt x="404" y="329"/>
                  <a:pt x="404" y="328"/>
                </a:cubicBezTo>
                <a:cubicBezTo>
                  <a:pt x="411" y="323"/>
                  <a:pt x="420" y="319"/>
                  <a:pt x="433" y="318"/>
                </a:cubicBezTo>
                <a:cubicBezTo>
                  <a:pt x="463" y="319"/>
                  <a:pt x="474" y="336"/>
                  <a:pt x="474" y="353"/>
                </a:cubicBezTo>
                <a:cubicBezTo>
                  <a:pt x="474" y="363"/>
                  <a:pt x="469" y="371"/>
                  <a:pt x="467" y="374"/>
                </a:cubicBezTo>
                <a:cubicBezTo>
                  <a:pt x="468" y="382"/>
                  <a:pt x="473" y="387"/>
                  <a:pt x="476" y="390"/>
                </a:cubicBezTo>
                <a:cubicBezTo>
                  <a:pt x="479" y="388"/>
                  <a:pt x="501" y="380"/>
                  <a:pt x="507" y="378"/>
                </a:cubicBezTo>
                <a:cubicBezTo>
                  <a:pt x="499" y="372"/>
                  <a:pt x="494" y="363"/>
                  <a:pt x="494" y="354"/>
                </a:cubicBezTo>
                <a:cubicBezTo>
                  <a:pt x="494" y="327"/>
                  <a:pt x="514" y="316"/>
                  <a:pt x="561" y="316"/>
                </a:cubicBezTo>
                <a:cubicBezTo>
                  <a:pt x="671" y="316"/>
                  <a:pt x="671" y="316"/>
                  <a:pt x="671" y="316"/>
                </a:cubicBezTo>
                <a:cubicBezTo>
                  <a:pt x="670" y="311"/>
                  <a:pt x="669" y="306"/>
                  <a:pt x="668" y="302"/>
                </a:cubicBezTo>
                <a:cubicBezTo>
                  <a:pt x="658" y="302"/>
                  <a:pt x="546" y="302"/>
                  <a:pt x="434" y="302"/>
                </a:cubicBezTo>
                <a:cubicBezTo>
                  <a:pt x="434" y="302"/>
                  <a:pt x="434" y="302"/>
                  <a:pt x="434" y="302"/>
                </a:cubicBezTo>
                <a:cubicBezTo>
                  <a:pt x="323" y="302"/>
                  <a:pt x="213" y="302"/>
                  <a:pt x="202" y="302"/>
                </a:cubicBezTo>
                <a:cubicBezTo>
                  <a:pt x="201" y="306"/>
                  <a:pt x="200" y="311"/>
                  <a:pt x="199" y="316"/>
                </a:cubicBezTo>
                <a:close/>
                <a:moveTo>
                  <a:pt x="202" y="459"/>
                </a:moveTo>
                <a:cubicBezTo>
                  <a:pt x="389" y="430"/>
                  <a:pt x="389" y="430"/>
                  <a:pt x="389" y="430"/>
                </a:cubicBezTo>
                <a:cubicBezTo>
                  <a:pt x="387" y="435"/>
                  <a:pt x="385" y="442"/>
                  <a:pt x="385" y="448"/>
                </a:cubicBezTo>
                <a:cubicBezTo>
                  <a:pt x="385" y="475"/>
                  <a:pt x="406" y="497"/>
                  <a:pt x="433" y="497"/>
                </a:cubicBezTo>
                <a:cubicBezTo>
                  <a:pt x="433" y="497"/>
                  <a:pt x="433" y="497"/>
                  <a:pt x="434" y="497"/>
                </a:cubicBezTo>
                <a:cubicBezTo>
                  <a:pt x="434" y="497"/>
                  <a:pt x="434" y="497"/>
                  <a:pt x="434" y="497"/>
                </a:cubicBezTo>
                <a:cubicBezTo>
                  <a:pt x="435" y="497"/>
                  <a:pt x="435" y="497"/>
                  <a:pt x="436" y="497"/>
                </a:cubicBezTo>
                <a:cubicBezTo>
                  <a:pt x="463" y="497"/>
                  <a:pt x="484" y="475"/>
                  <a:pt x="484" y="448"/>
                </a:cubicBezTo>
                <a:cubicBezTo>
                  <a:pt x="484" y="442"/>
                  <a:pt x="483" y="435"/>
                  <a:pt x="481" y="430"/>
                </a:cubicBezTo>
                <a:cubicBezTo>
                  <a:pt x="668" y="459"/>
                  <a:pt x="668" y="459"/>
                  <a:pt x="668" y="459"/>
                </a:cubicBezTo>
                <a:cubicBezTo>
                  <a:pt x="673" y="427"/>
                  <a:pt x="676" y="398"/>
                  <a:pt x="676" y="372"/>
                </a:cubicBezTo>
                <a:cubicBezTo>
                  <a:pt x="676" y="362"/>
                  <a:pt x="676" y="353"/>
                  <a:pt x="675" y="344"/>
                </a:cubicBezTo>
                <a:cubicBezTo>
                  <a:pt x="561" y="344"/>
                  <a:pt x="561" y="344"/>
                  <a:pt x="561" y="344"/>
                </a:cubicBezTo>
                <a:cubicBezTo>
                  <a:pt x="531" y="344"/>
                  <a:pt x="528" y="347"/>
                  <a:pt x="527" y="349"/>
                </a:cubicBezTo>
                <a:cubicBezTo>
                  <a:pt x="524" y="351"/>
                  <a:pt x="524" y="356"/>
                  <a:pt x="527" y="358"/>
                </a:cubicBezTo>
                <a:cubicBezTo>
                  <a:pt x="534" y="362"/>
                  <a:pt x="544" y="367"/>
                  <a:pt x="544" y="382"/>
                </a:cubicBezTo>
                <a:cubicBezTo>
                  <a:pt x="544" y="382"/>
                  <a:pt x="544" y="383"/>
                  <a:pt x="544" y="383"/>
                </a:cubicBezTo>
                <a:cubicBezTo>
                  <a:pt x="544" y="395"/>
                  <a:pt x="533" y="399"/>
                  <a:pt x="508" y="410"/>
                </a:cubicBezTo>
                <a:cubicBezTo>
                  <a:pt x="500" y="412"/>
                  <a:pt x="474" y="422"/>
                  <a:pt x="474" y="422"/>
                </a:cubicBezTo>
                <a:cubicBezTo>
                  <a:pt x="468" y="419"/>
                  <a:pt x="468" y="419"/>
                  <a:pt x="468" y="419"/>
                </a:cubicBezTo>
                <a:cubicBezTo>
                  <a:pt x="460" y="415"/>
                  <a:pt x="441" y="402"/>
                  <a:pt x="441" y="380"/>
                </a:cubicBezTo>
                <a:cubicBezTo>
                  <a:pt x="441" y="368"/>
                  <a:pt x="447" y="366"/>
                  <a:pt x="447" y="357"/>
                </a:cubicBezTo>
                <a:cubicBezTo>
                  <a:pt x="447" y="350"/>
                  <a:pt x="442" y="344"/>
                  <a:pt x="434" y="344"/>
                </a:cubicBezTo>
                <a:cubicBezTo>
                  <a:pt x="434" y="344"/>
                  <a:pt x="433" y="344"/>
                  <a:pt x="433" y="344"/>
                </a:cubicBezTo>
                <a:cubicBezTo>
                  <a:pt x="432" y="344"/>
                  <a:pt x="432" y="344"/>
                  <a:pt x="431" y="344"/>
                </a:cubicBezTo>
                <a:cubicBezTo>
                  <a:pt x="431" y="344"/>
                  <a:pt x="431" y="344"/>
                  <a:pt x="431" y="344"/>
                </a:cubicBezTo>
                <a:cubicBezTo>
                  <a:pt x="416" y="345"/>
                  <a:pt x="414" y="356"/>
                  <a:pt x="414" y="356"/>
                </a:cubicBezTo>
                <a:cubicBezTo>
                  <a:pt x="414" y="356"/>
                  <a:pt x="419" y="358"/>
                  <a:pt x="423" y="365"/>
                </a:cubicBezTo>
                <a:cubicBezTo>
                  <a:pt x="423" y="365"/>
                  <a:pt x="423" y="365"/>
                  <a:pt x="423" y="365"/>
                </a:cubicBezTo>
                <a:cubicBezTo>
                  <a:pt x="424" y="368"/>
                  <a:pt x="425" y="370"/>
                  <a:pt x="426" y="373"/>
                </a:cubicBezTo>
                <a:cubicBezTo>
                  <a:pt x="426" y="375"/>
                  <a:pt x="427" y="377"/>
                  <a:pt x="427" y="380"/>
                </a:cubicBezTo>
                <a:cubicBezTo>
                  <a:pt x="427" y="402"/>
                  <a:pt x="408" y="415"/>
                  <a:pt x="399" y="419"/>
                </a:cubicBezTo>
                <a:cubicBezTo>
                  <a:pt x="393" y="422"/>
                  <a:pt x="393" y="422"/>
                  <a:pt x="393" y="422"/>
                </a:cubicBezTo>
                <a:cubicBezTo>
                  <a:pt x="393" y="422"/>
                  <a:pt x="368" y="412"/>
                  <a:pt x="360" y="410"/>
                </a:cubicBezTo>
                <a:cubicBezTo>
                  <a:pt x="335" y="399"/>
                  <a:pt x="324" y="395"/>
                  <a:pt x="324" y="383"/>
                </a:cubicBezTo>
                <a:cubicBezTo>
                  <a:pt x="324" y="383"/>
                  <a:pt x="324" y="382"/>
                  <a:pt x="324" y="382"/>
                </a:cubicBezTo>
                <a:cubicBezTo>
                  <a:pt x="324" y="367"/>
                  <a:pt x="335" y="362"/>
                  <a:pt x="341" y="358"/>
                </a:cubicBezTo>
                <a:cubicBezTo>
                  <a:pt x="344" y="356"/>
                  <a:pt x="344" y="351"/>
                  <a:pt x="341" y="349"/>
                </a:cubicBezTo>
                <a:cubicBezTo>
                  <a:pt x="340" y="347"/>
                  <a:pt x="338" y="344"/>
                  <a:pt x="307" y="344"/>
                </a:cubicBezTo>
                <a:cubicBezTo>
                  <a:pt x="195" y="344"/>
                  <a:pt x="195" y="344"/>
                  <a:pt x="195" y="344"/>
                </a:cubicBezTo>
                <a:cubicBezTo>
                  <a:pt x="195" y="353"/>
                  <a:pt x="194" y="362"/>
                  <a:pt x="194" y="372"/>
                </a:cubicBezTo>
                <a:cubicBezTo>
                  <a:pt x="194" y="398"/>
                  <a:pt x="197" y="427"/>
                  <a:pt x="202" y="459"/>
                </a:cubicBezTo>
                <a:close/>
                <a:moveTo>
                  <a:pt x="449" y="497"/>
                </a:moveTo>
                <a:cubicBezTo>
                  <a:pt x="449" y="534"/>
                  <a:pt x="449" y="534"/>
                  <a:pt x="449" y="534"/>
                </a:cubicBezTo>
                <a:cubicBezTo>
                  <a:pt x="474" y="534"/>
                  <a:pt x="474" y="534"/>
                  <a:pt x="474" y="534"/>
                </a:cubicBezTo>
                <a:lnTo>
                  <a:pt x="449" y="497"/>
                </a:lnTo>
                <a:close/>
                <a:moveTo>
                  <a:pt x="395" y="534"/>
                </a:moveTo>
                <a:cubicBezTo>
                  <a:pt x="419" y="534"/>
                  <a:pt x="419" y="534"/>
                  <a:pt x="419" y="534"/>
                </a:cubicBezTo>
                <a:cubicBezTo>
                  <a:pt x="419" y="497"/>
                  <a:pt x="419" y="497"/>
                  <a:pt x="419" y="497"/>
                </a:cubicBezTo>
                <a:lnTo>
                  <a:pt x="395" y="534"/>
                </a:lnTo>
                <a:close/>
                <a:moveTo>
                  <a:pt x="292" y="534"/>
                </a:moveTo>
                <a:cubicBezTo>
                  <a:pt x="360" y="534"/>
                  <a:pt x="360" y="534"/>
                  <a:pt x="360" y="534"/>
                </a:cubicBezTo>
                <a:cubicBezTo>
                  <a:pt x="391" y="487"/>
                  <a:pt x="391" y="487"/>
                  <a:pt x="391" y="487"/>
                </a:cubicBezTo>
                <a:lnTo>
                  <a:pt x="292" y="534"/>
                </a:lnTo>
                <a:close/>
                <a:moveTo>
                  <a:pt x="219" y="534"/>
                </a:moveTo>
                <a:cubicBezTo>
                  <a:pt x="376" y="461"/>
                  <a:pt x="376" y="461"/>
                  <a:pt x="376" y="461"/>
                </a:cubicBezTo>
                <a:cubicBezTo>
                  <a:pt x="321" y="470"/>
                  <a:pt x="241" y="483"/>
                  <a:pt x="208" y="488"/>
                </a:cubicBezTo>
                <a:cubicBezTo>
                  <a:pt x="211" y="503"/>
                  <a:pt x="215" y="518"/>
                  <a:pt x="219" y="534"/>
                </a:cubicBezTo>
                <a:close/>
                <a:moveTo>
                  <a:pt x="250" y="631"/>
                </a:moveTo>
                <a:cubicBezTo>
                  <a:pt x="276" y="631"/>
                  <a:pt x="350" y="631"/>
                  <a:pt x="370" y="631"/>
                </a:cubicBezTo>
                <a:cubicBezTo>
                  <a:pt x="370" y="617"/>
                  <a:pt x="370" y="583"/>
                  <a:pt x="370" y="563"/>
                </a:cubicBezTo>
                <a:cubicBezTo>
                  <a:pt x="228" y="563"/>
                  <a:pt x="228" y="563"/>
                  <a:pt x="228" y="563"/>
                </a:cubicBezTo>
                <a:cubicBezTo>
                  <a:pt x="234" y="585"/>
                  <a:pt x="241" y="608"/>
                  <a:pt x="250" y="631"/>
                </a:cubicBezTo>
                <a:close/>
                <a:moveTo>
                  <a:pt x="370" y="758"/>
                </a:moveTo>
                <a:cubicBezTo>
                  <a:pt x="356" y="758"/>
                  <a:pt x="325" y="758"/>
                  <a:pt x="302" y="758"/>
                </a:cubicBezTo>
                <a:cubicBezTo>
                  <a:pt x="325" y="806"/>
                  <a:pt x="348" y="850"/>
                  <a:pt x="370" y="886"/>
                </a:cubicBezTo>
                <a:cubicBezTo>
                  <a:pt x="370" y="839"/>
                  <a:pt x="370" y="774"/>
                  <a:pt x="370" y="758"/>
                </a:cubicBezTo>
                <a:close/>
                <a:moveTo>
                  <a:pt x="567" y="758"/>
                </a:moveTo>
                <a:cubicBezTo>
                  <a:pt x="545" y="758"/>
                  <a:pt x="513" y="758"/>
                  <a:pt x="500" y="758"/>
                </a:cubicBezTo>
                <a:cubicBezTo>
                  <a:pt x="500" y="774"/>
                  <a:pt x="500" y="839"/>
                  <a:pt x="500" y="886"/>
                </a:cubicBezTo>
                <a:cubicBezTo>
                  <a:pt x="521" y="850"/>
                  <a:pt x="544" y="806"/>
                  <a:pt x="567" y="758"/>
                </a:cubicBezTo>
                <a:close/>
                <a:moveTo>
                  <a:pt x="609" y="661"/>
                </a:moveTo>
                <a:cubicBezTo>
                  <a:pt x="470" y="661"/>
                  <a:pt x="470" y="661"/>
                  <a:pt x="470" y="661"/>
                </a:cubicBezTo>
                <a:cubicBezTo>
                  <a:pt x="470" y="563"/>
                  <a:pt x="470" y="563"/>
                  <a:pt x="470" y="563"/>
                </a:cubicBezTo>
                <a:cubicBezTo>
                  <a:pt x="434" y="563"/>
                  <a:pt x="434" y="563"/>
                  <a:pt x="434" y="563"/>
                </a:cubicBezTo>
                <a:cubicBezTo>
                  <a:pt x="434" y="563"/>
                  <a:pt x="434" y="563"/>
                  <a:pt x="434" y="563"/>
                </a:cubicBezTo>
                <a:cubicBezTo>
                  <a:pt x="398" y="563"/>
                  <a:pt x="398" y="563"/>
                  <a:pt x="398" y="563"/>
                </a:cubicBezTo>
                <a:cubicBezTo>
                  <a:pt x="398" y="661"/>
                  <a:pt x="398" y="661"/>
                  <a:pt x="398" y="661"/>
                </a:cubicBezTo>
                <a:cubicBezTo>
                  <a:pt x="261" y="661"/>
                  <a:pt x="261" y="661"/>
                  <a:pt x="261" y="661"/>
                </a:cubicBezTo>
                <a:cubicBezTo>
                  <a:pt x="263" y="664"/>
                  <a:pt x="264" y="668"/>
                  <a:pt x="266" y="672"/>
                </a:cubicBezTo>
                <a:cubicBezTo>
                  <a:pt x="273" y="691"/>
                  <a:pt x="281" y="710"/>
                  <a:pt x="290" y="729"/>
                </a:cubicBezTo>
                <a:cubicBezTo>
                  <a:pt x="384" y="729"/>
                  <a:pt x="384" y="729"/>
                  <a:pt x="384" y="729"/>
                </a:cubicBezTo>
                <a:cubicBezTo>
                  <a:pt x="398" y="729"/>
                  <a:pt x="398" y="729"/>
                  <a:pt x="398" y="729"/>
                </a:cubicBezTo>
                <a:cubicBezTo>
                  <a:pt x="398" y="933"/>
                  <a:pt x="398" y="933"/>
                  <a:pt x="398" y="933"/>
                </a:cubicBezTo>
                <a:cubicBezTo>
                  <a:pt x="409" y="948"/>
                  <a:pt x="418" y="961"/>
                  <a:pt x="426" y="969"/>
                </a:cubicBezTo>
                <a:cubicBezTo>
                  <a:pt x="429" y="972"/>
                  <a:pt x="432" y="975"/>
                  <a:pt x="434" y="977"/>
                </a:cubicBezTo>
                <a:cubicBezTo>
                  <a:pt x="436" y="975"/>
                  <a:pt x="440" y="972"/>
                  <a:pt x="442" y="969"/>
                </a:cubicBezTo>
                <a:cubicBezTo>
                  <a:pt x="450" y="961"/>
                  <a:pt x="460" y="948"/>
                  <a:pt x="470" y="933"/>
                </a:cubicBezTo>
                <a:cubicBezTo>
                  <a:pt x="470" y="729"/>
                  <a:pt x="470" y="729"/>
                  <a:pt x="470" y="729"/>
                </a:cubicBezTo>
                <a:cubicBezTo>
                  <a:pt x="485" y="729"/>
                  <a:pt x="485" y="729"/>
                  <a:pt x="485" y="729"/>
                </a:cubicBezTo>
                <a:cubicBezTo>
                  <a:pt x="580" y="729"/>
                  <a:pt x="580" y="729"/>
                  <a:pt x="580" y="729"/>
                </a:cubicBezTo>
                <a:cubicBezTo>
                  <a:pt x="588" y="710"/>
                  <a:pt x="597" y="691"/>
                  <a:pt x="604" y="672"/>
                </a:cubicBezTo>
                <a:cubicBezTo>
                  <a:pt x="606" y="668"/>
                  <a:pt x="608" y="664"/>
                  <a:pt x="609" y="661"/>
                </a:cubicBezTo>
                <a:close/>
                <a:moveTo>
                  <a:pt x="620" y="631"/>
                </a:moveTo>
                <a:cubicBezTo>
                  <a:pt x="629" y="608"/>
                  <a:pt x="636" y="585"/>
                  <a:pt x="643" y="563"/>
                </a:cubicBezTo>
                <a:cubicBezTo>
                  <a:pt x="500" y="563"/>
                  <a:pt x="500" y="563"/>
                  <a:pt x="500" y="563"/>
                </a:cubicBezTo>
                <a:cubicBezTo>
                  <a:pt x="500" y="583"/>
                  <a:pt x="500" y="617"/>
                  <a:pt x="500" y="631"/>
                </a:cubicBezTo>
                <a:cubicBezTo>
                  <a:pt x="519" y="631"/>
                  <a:pt x="594" y="631"/>
                  <a:pt x="620" y="631"/>
                </a:cubicBezTo>
                <a:close/>
                <a:moveTo>
                  <a:pt x="299" y="1007"/>
                </a:moveTo>
                <a:cubicBezTo>
                  <a:pt x="300" y="1009"/>
                  <a:pt x="300" y="1009"/>
                  <a:pt x="300" y="1009"/>
                </a:cubicBezTo>
                <a:cubicBezTo>
                  <a:pt x="272" y="1042"/>
                  <a:pt x="272" y="1042"/>
                  <a:pt x="272" y="1042"/>
                </a:cubicBezTo>
                <a:cubicBezTo>
                  <a:pt x="274" y="992"/>
                  <a:pt x="274" y="992"/>
                  <a:pt x="274" y="992"/>
                </a:cubicBezTo>
                <a:cubicBezTo>
                  <a:pt x="261" y="987"/>
                  <a:pt x="261" y="987"/>
                  <a:pt x="261" y="987"/>
                </a:cubicBezTo>
                <a:cubicBezTo>
                  <a:pt x="257" y="991"/>
                  <a:pt x="257" y="991"/>
                  <a:pt x="257" y="991"/>
                </a:cubicBezTo>
                <a:cubicBezTo>
                  <a:pt x="259" y="996"/>
                  <a:pt x="259" y="996"/>
                  <a:pt x="259" y="996"/>
                </a:cubicBezTo>
                <a:cubicBezTo>
                  <a:pt x="216" y="1045"/>
                  <a:pt x="216" y="1045"/>
                  <a:pt x="216" y="1045"/>
                </a:cubicBezTo>
                <a:cubicBezTo>
                  <a:pt x="210" y="1045"/>
                  <a:pt x="210" y="1045"/>
                  <a:pt x="210" y="1045"/>
                </a:cubicBezTo>
                <a:cubicBezTo>
                  <a:pt x="208" y="1049"/>
                  <a:pt x="208" y="1049"/>
                  <a:pt x="208" y="1049"/>
                </a:cubicBezTo>
                <a:cubicBezTo>
                  <a:pt x="226" y="1060"/>
                  <a:pt x="226" y="1060"/>
                  <a:pt x="226" y="1060"/>
                </a:cubicBezTo>
                <a:cubicBezTo>
                  <a:pt x="227" y="1057"/>
                  <a:pt x="227" y="1057"/>
                  <a:pt x="227" y="1057"/>
                </a:cubicBezTo>
                <a:cubicBezTo>
                  <a:pt x="224" y="1052"/>
                  <a:pt x="224" y="1052"/>
                  <a:pt x="224" y="1052"/>
                </a:cubicBezTo>
                <a:cubicBezTo>
                  <a:pt x="257" y="1012"/>
                  <a:pt x="257" y="1012"/>
                  <a:pt x="257" y="1012"/>
                </a:cubicBezTo>
                <a:cubicBezTo>
                  <a:pt x="251" y="1073"/>
                  <a:pt x="251" y="1073"/>
                  <a:pt x="251" y="1073"/>
                </a:cubicBezTo>
                <a:cubicBezTo>
                  <a:pt x="260" y="1076"/>
                  <a:pt x="260" y="1076"/>
                  <a:pt x="260" y="1076"/>
                </a:cubicBezTo>
                <a:cubicBezTo>
                  <a:pt x="300" y="1027"/>
                  <a:pt x="300" y="1027"/>
                  <a:pt x="300" y="1027"/>
                </a:cubicBezTo>
                <a:cubicBezTo>
                  <a:pt x="294" y="1080"/>
                  <a:pt x="294" y="1080"/>
                  <a:pt x="294" y="1080"/>
                </a:cubicBezTo>
                <a:cubicBezTo>
                  <a:pt x="290" y="1081"/>
                  <a:pt x="290" y="1081"/>
                  <a:pt x="290" y="1081"/>
                </a:cubicBezTo>
                <a:cubicBezTo>
                  <a:pt x="288" y="1086"/>
                  <a:pt x="288" y="1086"/>
                  <a:pt x="288" y="1086"/>
                </a:cubicBezTo>
                <a:cubicBezTo>
                  <a:pt x="311" y="1096"/>
                  <a:pt x="311" y="1096"/>
                  <a:pt x="311" y="1096"/>
                </a:cubicBezTo>
                <a:cubicBezTo>
                  <a:pt x="313" y="1092"/>
                  <a:pt x="313" y="1092"/>
                  <a:pt x="313" y="1092"/>
                </a:cubicBezTo>
                <a:cubicBezTo>
                  <a:pt x="308" y="1086"/>
                  <a:pt x="308" y="1086"/>
                  <a:pt x="308" y="1086"/>
                </a:cubicBezTo>
                <a:cubicBezTo>
                  <a:pt x="317" y="1019"/>
                  <a:pt x="317" y="1019"/>
                  <a:pt x="317" y="1019"/>
                </a:cubicBezTo>
                <a:cubicBezTo>
                  <a:pt x="320" y="1018"/>
                  <a:pt x="320" y="1018"/>
                  <a:pt x="320" y="1018"/>
                </a:cubicBezTo>
                <a:cubicBezTo>
                  <a:pt x="320" y="1013"/>
                  <a:pt x="320" y="1013"/>
                  <a:pt x="320" y="1013"/>
                </a:cubicBezTo>
                <a:cubicBezTo>
                  <a:pt x="301" y="1005"/>
                  <a:pt x="301" y="1005"/>
                  <a:pt x="301" y="1005"/>
                </a:cubicBezTo>
                <a:lnTo>
                  <a:pt x="299" y="1007"/>
                </a:lnTo>
                <a:close/>
                <a:moveTo>
                  <a:pt x="344" y="1027"/>
                </a:moveTo>
                <a:cubicBezTo>
                  <a:pt x="351" y="1031"/>
                  <a:pt x="351" y="1031"/>
                  <a:pt x="351" y="1031"/>
                </a:cubicBezTo>
                <a:cubicBezTo>
                  <a:pt x="338" y="1095"/>
                  <a:pt x="338" y="1095"/>
                  <a:pt x="338" y="1095"/>
                </a:cubicBezTo>
                <a:cubicBezTo>
                  <a:pt x="331" y="1097"/>
                  <a:pt x="331" y="1097"/>
                  <a:pt x="331" y="1097"/>
                </a:cubicBezTo>
                <a:cubicBezTo>
                  <a:pt x="329" y="1100"/>
                  <a:pt x="329" y="1100"/>
                  <a:pt x="329" y="1100"/>
                </a:cubicBezTo>
                <a:cubicBezTo>
                  <a:pt x="357" y="1107"/>
                  <a:pt x="357" y="1107"/>
                  <a:pt x="357" y="1107"/>
                </a:cubicBezTo>
                <a:cubicBezTo>
                  <a:pt x="357" y="1103"/>
                  <a:pt x="357" y="1103"/>
                  <a:pt x="357" y="1103"/>
                </a:cubicBezTo>
                <a:cubicBezTo>
                  <a:pt x="351" y="1099"/>
                  <a:pt x="351" y="1099"/>
                  <a:pt x="351" y="1099"/>
                </a:cubicBezTo>
                <a:cubicBezTo>
                  <a:pt x="364" y="1033"/>
                  <a:pt x="364" y="1033"/>
                  <a:pt x="364" y="1033"/>
                </a:cubicBezTo>
                <a:cubicBezTo>
                  <a:pt x="371" y="1033"/>
                  <a:pt x="371" y="1033"/>
                  <a:pt x="371" y="1033"/>
                </a:cubicBezTo>
                <a:cubicBezTo>
                  <a:pt x="371" y="1027"/>
                  <a:pt x="371" y="1027"/>
                  <a:pt x="371" y="1027"/>
                </a:cubicBezTo>
                <a:cubicBezTo>
                  <a:pt x="345" y="1022"/>
                  <a:pt x="345" y="1022"/>
                  <a:pt x="345" y="1022"/>
                </a:cubicBezTo>
                <a:lnTo>
                  <a:pt x="344" y="1027"/>
                </a:lnTo>
                <a:close/>
                <a:moveTo>
                  <a:pt x="831" y="783"/>
                </a:moveTo>
                <a:cubicBezTo>
                  <a:pt x="828" y="786"/>
                  <a:pt x="828" y="786"/>
                  <a:pt x="828" y="786"/>
                </a:cubicBezTo>
                <a:cubicBezTo>
                  <a:pt x="837" y="795"/>
                  <a:pt x="839" y="808"/>
                  <a:pt x="835" y="817"/>
                </a:cubicBezTo>
                <a:cubicBezTo>
                  <a:pt x="828" y="830"/>
                  <a:pt x="803" y="834"/>
                  <a:pt x="791" y="825"/>
                </a:cubicBezTo>
                <a:cubicBezTo>
                  <a:pt x="779" y="816"/>
                  <a:pt x="769" y="804"/>
                  <a:pt x="775" y="792"/>
                </a:cubicBezTo>
                <a:cubicBezTo>
                  <a:pt x="779" y="784"/>
                  <a:pt x="786" y="779"/>
                  <a:pt x="795" y="779"/>
                </a:cubicBezTo>
                <a:cubicBezTo>
                  <a:pt x="796" y="774"/>
                  <a:pt x="796" y="774"/>
                  <a:pt x="796" y="774"/>
                </a:cubicBezTo>
                <a:cubicBezTo>
                  <a:pt x="779" y="768"/>
                  <a:pt x="779" y="768"/>
                  <a:pt x="779" y="768"/>
                </a:cubicBezTo>
                <a:cubicBezTo>
                  <a:pt x="775" y="774"/>
                  <a:pt x="772" y="778"/>
                  <a:pt x="769" y="785"/>
                </a:cubicBezTo>
                <a:cubicBezTo>
                  <a:pt x="759" y="809"/>
                  <a:pt x="755" y="834"/>
                  <a:pt x="785" y="847"/>
                </a:cubicBezTo>
                <a:cubicBezTo>
                  <a:pt x="816" y="860"/>
                  <a:pt x="833" y="845"/>
                  <a:pt x="844" y="823"/>
                </a:cubicBezTo>
                <a:cubicBezTo>
                  <a:pt x="849" y="812"/>
                  <a:pt x="850" y="803"/>
                  <a:pt x="847" y="790"/>
                </a:cubicBezTo>
                <a:lnTo>
                  <a:pt x="831" y="783"/>
                </a:lnTo>
                <a:close/>
                <a:moveTo>
                  <a:pt x="453" y="1036"/>
                </a:moveTo>
                <a:cubicBezTo>
                  <a:pt x="453" y="1033"/>
                  <a:pt x="453" y="1033"/>
                  <a:pt x="453" y="1033"/>
                </a:cubicBezTo>
                <a:cubicBezTo>
                  <a:pt x="436" y="1033"/>
                  <a:pt x="436" y="1033"/>
                  <a:pt x="436" y="1033"/>
                </a:cubicBezTo>
                <a:cubicBezTo>
                  <a:pt x="436" y="1037"/>
                  <a:pt x="436" y="1037"/>
                  <a:pt x="436" y="1037"/>
                </a:cubicBezTo>
                <a:cubicBezTo>
                  <a:pt x="440" y="1040"/>
                  <a:pt x="440" y="1040"/>
                  <a:pt x="440" y="1040"/>
                </a:cubicBezTo>
                <a:cubicBezTo>
                  <a:pt x="445" y="1086"/>
                  <a:pt x="445" y="1086"/>
                  <a:pt x="445" y="1086"/>
                </a:cubicBezTo>
                <a:cubicBezTo>
                  <a:pt x="401" y="1031"/>
                  <a:pt x="401" y="1031"/>
                  <a:pt x="401" y="1031"/>
                </a:cubicBezTo>
                <a:cubicBezTo>
                  <a:pt x="386" y="1029"/>
                  <a:pt x="386" y="1029"/>
                  <a:pt x="386" y="1029"/>
                </a:cubicBezTo>
                <a:cubicBezTo>
                  <a:pt x="387" y="1034"/>
                  <a:pt x="387" y="1034"/>
                  <a:pt x="387" y="1034"/>
                </a:cubicBezTo>
                <a:cubicBezTo>
                  <a:pt x="389" y="1038"/>
                  <a:pt x="389" y="1038"/>
                  <a:pt x="389" y="1038"/>
                </a:cubicBezTo>
                <a:cubicBezTo>
                  <a:pt x="384" y="1103"/>
                  <a:pt x="384" y="1103"/>
                  <a:pt x="384" y="1103"/>
                </a:cubicBezTo>
                <a:cubicBezTo>
                  <a:pt x="379" y="1106"/>
                  <a:pt x="379" y="1106"/>
                  <a:pt x="379" y="1106"/>
                </a:cubicBezTo>
                <a:cubicBezTo>
                  <a:pt x="379" y="1110"/>
                  <a:pt x="379" y="1110"/>
                  <a:pt x="379" y="1110"/>
                </a:cubicBezTo>
                <a:cubicBezTo>
                  <a:pt x="400" y="1111"/>
                  <a:pt x="400" y="1111"/>
                  <a:pt x="400" y="1111"/>
                </a:cubicBezTo>
                <a:cubicBezTo>
                  <a:pt x="401" y="1105"/>
                  <a:pt x="401" y="1105"/>
                  <a:pt x="401" y="1105"/>
                </a:cubicBezTo>
                <a:cubicBezTo>
                  <a:pt x="397" y="1100"/>
                  <a:pt x="397" y="1100"/>
                  <a:pt x="397" y="1100"/>
                </a:cubicBezTo>
                <a:cubicBezTo>
                  <a:pt x="400" y="1055"/>
                  <a:pt x="400" y="1055"/>
                  <a:pt x="400" y="1055"/>
                </a:cubicBezTo>
                <a:cubicBezTo>
                  <a:pt x="446" y="1113"/>
                  <a:pt x="446" y="1113"/>
                  <a:pt x="446" y="1113"/>
                </a:cubicBezTo>
                <a:cubicBezTo>
                  <a:pt x="456" y="1113"/>
                  <a:pt x="456" y="1113"/>
                  <a:pt x="456" y="1113"/>
                </a:cubicBezTo>
                <a:cubicBezTo>
                  <a:pt x="450" y="1040"/>
                  <a:pt x="450" y="1040"/>
                  <a:pt x="450" y="1040"/>
                </a:cubicBezTo>
                <a:lnTo>
                  <a:pt x="453" y="1036"/>
                </a:lnTo>
                <a:close/>
                <a:moveTo>
                  <a:pt x="811" y="883"/>
                </a:moveTo>
                <a:cubicBezTo>
                  <a:pt x="749" y="849"/>
                  <a:pt x="749" y="849"/>
                  <a:pt x="749" y="849"/>
                </a:cubicBezTo>
                <a:cubicBezTo>
                  <a:pt x="750" y="845"/>
                  <a:pt x="750" y="845"/>
                  <a:pt x="750" y="845"/>
                </a:cubicBezTo>
                <a:cubicBezTo>
                  <a:pt x="745" y="842"/>
                  <a:pt x="745" y="842"/>
                  <a:pt x="745" y="842"/>
                </a:cubicBezTo>
                <a:cubicBezTo>
                  <a:pt x="736" y="865"/>
                  <a:pt x="736" y="865"/>
                  <a:pt x="736" y="865"/>
                </a:cubicBezTo>
                <a:cubicBezTo>
                  <a:pt x="739" y="867"/>
                  <a:pt x="739" y="867"/>
                  <a:pt x="739" y="867"/>
                </a:cubicBezTo>
                <a:cubicBezTo>
                  <a:pt x="745" y="864"/>
                  <a:pt x="745" y="864"/>
                  <a:pt x="745" y="864"/>
                </a:cubicBezTo>
                <a:cubicBezTo>
                  <a:pt x="802" y="896"/>
                  <a:pt x="802" y="896"/>
                  <a:pt x="802" y="896"/>
                </a:cubicBezTo>
                <a:cubicBezTo>
                  <a:pt x="803" y="902"/>
                  <a:pt x="803" y="902"/>
                  <a:pt x="803" y="902"/>
                </a:cubicBezTo>
                <a:cubicBezTo>
                  <a:pt x="805" y="905"/>
                  <a:pt x="805" y="905"/>
                  <a:pt x="805" y="905"/>
                </a:cubicBezTo>
                <a:cubicBezTo>
                  <a:pt x="820" y="880"/>
                  <a:pt x="820" y="880"/>
                  <a:pt x="820" y="880"/>
                </a:cubicBezTo>
                <a:cubicBezTo>
                  <a:pt x="817" y="879"/>
                  <a:pt x="817" y="879"/>
                  <a:pt x="817" y="879"/>
                </a:cubicBezTo>
                <a:lnTo>
                  <a:pt x="811" y="8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17117965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hf hdr="0" ftr="0" dt="0"/>
  <p:txStyles>
    <p:titleStyle>
      <a:lvl1pPr algn="l" defTabSz="1088610" rtl="0" eaLnBrk="1" latinLnBrk="0" hangingPunct="1">
        <a:spcBef>
          <a:spcPct val="0"/>
        </a:spcBef>
        <a:buNone/>
        <a:defRPr sz="1700" b="0" kern="1200" cap="all" baseline="0">
          <a:solidFill>
            <a:schemeClr val="accent1"/>
          </a:solidFill>
          <a:latin typeface="+mj-lt"/>
          <a:ea typeface="+mj-ea"/>
          <a:cs typeface="+mj-cs"/>
        </a:defRPr>
      </a:lvl1pPr>
    </p:titleStyle>
    <p:bodyStyle>
      <a:lvl1pPr marL="324000" indent="-324000" algn="l" defTabSz="1088610" rtl="0" eaLnBrk="1" latinLnBrk="0" hangingPunct="1">
        <a:spcBef>
          <a:spcPts val="900"/>
        </a:spcBef>
        <a:buFont typeface="Arial" pitchFamily="34" charset="0"/>
        <a:buChar char="•"/>
        <a:defRPr sz="1600" b="0" kern="1200" baseline="0">
          <a:solidFill>
            <a:schemeClr val="tx1"/>
          </a:solidFill>
          <a:latin typeface="+mn-lt"/>
          <a:ea typeface="+mn-ea"/>
          <a:cs typeface="+mn-cs"/>
        </a:defRPr>
      </a:lvl1pPr>
      <a:lvl2pPr marL="648000" indent="-324000" algn="l" defTabSz="1088610" rtl="0" eaLnBrk="1" latinLnBrk="0" hangingPunct="1">
        <a:spcBef>
          <a:spcPts val="600"/>
        </a:spcBef>
        <a:buFont typeface="Arial" pitchFamily="34" charset="0"/>
        <a:buChar char="•"/>
        <a:defRPr sz="1600" kern="1200">
          <a:solidFill>
            <a:schemeClr val="tx1"/>
          </a:solidFill>
          <a:latin typeface="+mn-lt"/>
          <a:ea typeface="+mn-ea"/>
          <a:cs typeface="+mn-cs"/>
        </a:defRPr>
      </a:lvl2pPr>
      <a:lvl3pPr marL="324000" indent="-324000" algn="l" defTabSz="1088610" rtl="0" eaLnBrk="1" latinLnBrk="0" hangingPunct="1">
        <a:spcBef>
          <a:spcPts val="0"/>
        </a:spcBef>
        <a:buFont typeface="+mj-lt"/>
        <a:buAutoNum type="arabicPeriod"/>
        <a:defRPr sz="1600" b="0" kern="1200">
          <a:solidFill>
            <a:schemeClr val="tx1"/>
          </a:solidFill>
          <a:latin typeface="+mn-lt"/>
          <a:ea typeface="+mn-ea"/>
          <a:cs typeface="+mn-cs"/>
        </a:defRPr>
      </a:lvl3pPr>
      <a:lvl4pPr marL="0" indent="0" algn="l" defTabSz="1088610" rtl="0" eaLnBrk="1" latinLnBrk="0" hangingPunct="1">
        <a:spcBef>
          <a:spcPts val="1800"/>
        </a:spcBef>
        <a:buFont typeface="Arial" pitchFamily="34" charset="0"/>
        <a:buNone/>
        <a:defRPr sz="1600" b="0" kern="1200">
          <a:solidFill>
            <a:schemeClr val="accent1"/>
          </a:solidFill>
          <a:latin typeface="+mj-lt"/>
          <a:ea typeface="Open Sans SemiBold" panose="020B0706030804020204" pitchFamily="34" charset="0"/>
          <a:cs typeface="Open Sans SemiBold" panose="020B0706030804020204" pitchFamily="34" charset="0"/>
        </a:defRPr>
      </a:lvl4pPr>
      <a:lvl5pPr marL="0"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5pPr>
      <a:lvl6pPr marL="324000"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6pPr>
      <a:lvl7pPr marL="648000"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7pPr>
      <a:lvl8pPr marL="810081"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8pPr>
      <a:lvl9pPr marL="0"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9pPr>
    </p:bodyStyle>
    <p:otherStyle>
      <a:defPPr>
        <a:defRPr lang="nl-NL"/>
      </a:defPPr>
      <a:lvl1pPr marL="0" algn="l" defTabSz="1088610" rtl="0" eaLnBrk="1" latinLnBrk="0" hangingPunct="1">
        <a:defRPr sz="2100" kern="1200">
          <a:solidFill>
            <a:schemeClr val="tx1"/>
          </a:solidFill>
          <a:latin typeface="+mn-lt"/>
          <a:ea typeface="+mn-ea"/>
          <a:cs typeface="+mn-cs"/>
        </a:defRPr>
      </a:lvl1pPr>
      <a:lvl2pPr marL="544306" algn="l" defTabSz="1088610" rtl="0" eaLnBrk="1" latinLnBrk="0" hangingPunct="1">
        <a:defRPr sz="2100" kern="1200">
          <a:solidFill>
            <a:schemeClr val="tx1"/>
          </a:solidFill>
          <a:latin typeface="+mn-lt"/>
          <a:ea typeface="+mn-ea"/>
          <a:cs typeface="+mn-cs"/>
        </a:defRPr>
      </a:lvl2pPr>
      <a:lvl3pPr marL="1088610" algn="l" defTabSz="1088610" rtl="0" eaLnBrk="1" latinLnBrk="0" hangingPunct="1">
        <a:defRPr sz="2100" kern="1200">
          <a:solidFill>
            <a:schemeClr val="tx1"/>
          </a:solidFill>
          <a:latin typeface="+mn-lt"/>
          <a:ea typeface="+mn-ea"/>
          <a:cs typeface="+mn-cs"/>
        </a:defRPr>
      </a:lvl3pPr>
      <a:lvl4pPr marL="1632916" algn="l" defTabSz="1088610" rtl="0" eaLnBrk="1" latinLnBrk="0" hangingPunct="1">
        <a:defRPr sz="2100" kern="1200">
          <a:solidFill>
            <a:schemeClr val="tx1"/>
          </a:solidFill>
          <a:latin typeface="+mn-lt"/>
          <a:ea typeface="+mn-ea"/>
          <a:cs typeface="+mn-cs"/>
        </a:defRPr>
      </a:lvl4pPr>
      <a:lvl5pPr marL="2177222" algn="l" defTabSz="1088610" rtl="0" eaLnBrk="1" latinLnBrk="0" hangingPunct="1">
        <a:defRPr sz="2100" kern="1200">
          <a:solidFill>
            <a:schemeClr val="tx1"/>
          </a:solidFill>
          <a:latin typeface="+mn-lt"/>
          <a:ea typeface="+mn-ea"/>
          <a:cs typeface="+mn-cs"/>
        </a:defRPr>
      </a:lvl5pPr>
      <a:lvl6pPr marL="2721526" algn="l" defTabSz="1088610" rtl="0" eaLnBrk="1" latinLnBrk="0" hangingPunct="1">
        <a:defRPr sz="2100" kern="1200">
          <a:solidFill>
            <a:schemeClr val="tx1"/>
          </a:solidFill>
          <a:latin typeface="+mn-lt"/>
          <a:ea typeface="+mn-ea"/>
          <a:cs typeface="+mn-cs"/>
        </a:defRPr>
      </a:lvl6pPr>
      <a:lvl7pPr marL="3265831" algn="l" defTabSz="1088610" rtl="0" eaLnBrk="1" latinLnBrk="0" hangingPunct="1">
        <a:defRPr sz="2100" kern="1200">
          <a:solidFill>
            <a:schemeClr val="tx1"/>
          </a:solidFill>
          <a:latin typeface="+mn-lt"/>
          <a:ea typeface="+mn-ea"/>
          <a:cs typeface="+mn-cs"/>
        </a:defRPr>
      </a:lvl7pPr>
      <a:lvl8pPr marL="3810137" algn="l" defTabSz="1088610" rtl="0" eaLnBrk="1" latinLnBrk="0" hangingPunct="1">
        <a:defRPr sz="2100" kern="1200">
          <a:solidFill>
            <a:schemeClr val="tx1"/>
          </a:solidFill>
          <a:latin typeface="+mn-lt"/>
          <a:ea typeface="+mn-ea"/>
          <a:cs typeface="+mn-cs"/>
        </a:defRPr>
      </a:lvl8pPr>
      <a:lvl9pPr marL="4354442" algn="l" defTabSz="1088610"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sv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0.xml"/><Relationship Id="rId6" Type="http://schemas.openxmlformats.org/officeDocument/2006/relationships/diagramColors" Target="../diagrams/colors1.xml"/><Relationship Id="rId11" Type="http://schemas.openxmlformats.org/officeDocument/2006/relationships/image" Target="../media/image9.svg"/><Relationship Id="rId5" Type="http://schemas.openxmlformats.org/officeDocument/2006/relationships/diagramQuickStyle" Target="../diagrams/quickStyle1.xml"/><Relationship Id="rId10" Type="http://schemas.openxmlformats.org/officeDocument/2006/relationships/image" Target="../media/image8.png"/><Relationship Id="rId4" Type="http://schemas.openxmlformats.org/officeDocument/2006/relationships/diagramLayout" Target="../diagrams/layout1.xml"/><Relationship Id="rId9" Type="http://schemas.openxmlformats.org/officeDocument/2006/relationships/image" Target="../media/image7.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0.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0.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0.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0.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4.png"/><Relationship Id="rId7" Type="http://schemas.openxmlformats.org/officeDocument/2006/relationships/image" Target="../media/image23.svg"/><Relationship Id="rId12"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0.xml"/><Relationship Id="rId6" Type="http://schemas.openxmlformats.org/officeDocument/2006/relationships/image" Target="../media/image22.png"/><Relationship Id="rId11" Type="http://schemas.openxmlformats.org/officeDocument/2006/relationships/image" Target="../media/image30.png"/><Relationship Id="rId5" Type="http://schemas.openxmlformats.org/officeDocument/2006/relationships/image" Target="../media/image26.png"/><Relationship Id="rId15" Type="http://schemas.openxmlformats.org/officeDocument/2006/relationships/image" Target="../media/image34.svg"/><Relationship Id="rId10" Type="http://schemas.openxmlformats.org/officeDocument/2006/relationships/image" Target="../media/image29.png"/><Relationship Id="rId4" Type="http://schemas.openxmlformats.org/officeDocument/2006/relationships/image" Target="../media/image25.png"/><Relationship Id="rId9" Type="http://schemas.openxmlformats.org/officeDocument/2006/relationships/image" Target="../media/image28.png"/><Relationship Id="rId14"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0.xml"/><Relationship Id="rId5" Type="http://schemas.openxmlformats.org/officeDocument/2006/relationships/image" Target="../media/image35.png"/><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0.png"/><Relationship Id="rId7"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20.xml"/><Relationship Id="rId6" Type="http://schemas.openxmlformats.org/officeDocument/2006/relationships/image" Target="../media/image37.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11.svg"/><Relationship Id="rId9" Type="http://schemas.openxmlformats.org/officeDocument/2006/relationships/image" Target="../media/image40.png"/></Relationships>
</file>

<file path=ppt/slides/_rels/slide1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41.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0.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4.png"/><Relationship Id="rId7"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20.xml"/><Relationship Id="rId6" Type="http://schemas.openxmlformats.org/officeDocument/2006/relationships/image" Target="../media/image46.png"/><Relationship Id="rId5" Type="http://schemas.openxmlformats.org/officeDocument/2006/relationships/image" Target="../media/image32.png"/><Relationship Id="rId10" Type="http://schemas.openxmlformats.org/officeDocument/2006/relationships/image" Target="../media/image41.png"/><Relationship Id="rId4" Type="http://schemas.openxmlformats.org/officeDocument/2006/relationships/image" Target="../media/image45.png"/><Relationship Id="rId9" Type="http://schemas.openxmlformats.org/officeDocument/2006/relationships/image" Target="../media/image48.png"/></Relationships>
</file>

<file path=ppt/slides/_rels/slide1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49.png"/><Relationship Id="rId7"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0.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8.xml"/><Relationship Id="rId1" Type="http://schemas.openxmlformats.org/officeDocument/2006/relationships/slideLayout" Target="../slideLayouts/slideLayout20.xml"/><Relationship Id="rId6" Type="http://schemas.openxmlformats.org/officeDocument/2006/relationships/image" Target="../media/image54.jpeg"/><Relationship Id="rId5" Type="http://schemas.openxmlformats.org/officeDocument/2006/relationships/image" Target="../media/image11.sv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3.png"/><Relationship Id="rId1" Type="http://schemas.openxmlformats.org/officeDocument/2006/relationships/slideLayout" Target="../slideLayouts/slideLayout20.xml"/><Relationship Id="rId4" Type="http://schemas.openxmlformats.org/officeDocument/2006/relationships/image" Target="../media/image11.svg"/></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11.svg"/><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image" Target="../media/image10.png"/><Relationship Id="rId5" Type="http://schemas.openxmlformats.org/officeDocument/2006/relationships/image" Target="../media/image54.jpeg"/><Relationship Id="rId4" Type="http://schemas.openxmlformats.org/officeDocument/2006/relationships/image" Target="../media/image5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0.xml"/><Relationship Id="rId5" Type="http://schemas.openxmlformats.org/officeDocument/2006/relationships/image" Target="../media/image7.sv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1.xml"/><Relationship Id="rId1" Type="http://schemas.openxmlformats.org/officeDocument/2006/relationships/slideLayout" Target="../slideLayouts/slideLayout20.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83632" y="2136843"/>
            <a:ext cx="9012823" cy="1561341"/>
          </a:xfrm>
          <a:prstGeom prst="rect">
            <a:avLst/>
          </a:prstGeom>
        </p:spPr>
        <p:txBody>
          <a:bodyPr vert="horz" wrap="square" lIns="0" tIns="18875" rIns="0" bIns="0" rtlCol="0">
            <a:spAutoFit/>
          </a:bodyPr>
          <a:lstStyle/>
          <a:p>
            <a:pPr marL="25168" marR="10067" lvl="0" indent="0" algn="l" defTabSz="1088502" rtl="0" eaLnBrk="1" fontAlgn="auto" latinLnBrk="0" hangingPunct="1">
              <a:lnSpc>
                <a:spcPct val="101699"/>
              </a:lnSpc>
              <a:spcBef>
                <a:spcPts val="149"/>
              </a:spcBef>
              <a:spcAft>
                <a:spcPts val="0"/>
              </a:spcAft>
              <a:buClrTx/>
              <a:buSzTx/>
              <a:buFontTx/>
              <a:buNone/>
              <a:tabLst>
                <a:tab pos="824239" algn="l"/>
                <a:tab pos="2979843" algn="l"/>
                <a:tab pos="4858603" algn="l"/>
                <a:tab pos="5916900" algn="l"/>
              </a:tabLst>
              <a:defRPr/>
            </a:pPr>
            <a:r>
              <a:rPr kumimoji="0" lang="nl-NL" sz="2000" b="0" i="0" u="none" strike="noStrike" kern="1200" cap="none" spc="-99" normalizeH="0" baseline="0" noProof="0" dirty="0">
                <a:ln>
                  <a:noFill/>
                </a:ln>
                <a:solidFill>
                  <a:prstClr val="black"/>
                </a:solidFill>
                <a:effectLst/>
                <a:uLnTx/>
                <a:uFillTx/>
                <a:latin typeface="Arial MT"/>
                <a:ea typeface="+mn-ea"/>
                <a:cs typeface="Arial MT"/>
              </a:rPr>
              <a:t>1-year Checkpoint</a:t>
            </a:r>
            <a:endParaRPr kumimoji="0" lang="nl-NL" sz="2800" b="0" i="0" u="none" strike="noStrike" kern="1200" cap="none" spc="-99" normalizeH="0" baseline="0" noProof="0" dirty="0">
              <a:ln>
                <a:noFill/>
              </a:ln>
              <a:solidFill>
                <a:prstClr val="black"/>
              </a:solidFill>
              <a:effectLst/>
              <a:uLnTx/>
              <a:uFillTx/>
              <a:latin typeface="Arial MT"/>
              <a:ea typeface="+mn-ea"/>
              <a:cs typeface="Arial MT"/>
            </a:endParaRPr>
          </a:p>
          <a:p>
            <a:pPr marL="25168" marR="10067" lvl="0" indent="0" algn="l" defTabSz="1088502" rtl="0" eaLnBrk="1" fontAlgn="auto" latinLnBrk="0" hangingPunct="1">
              <a:lnSpc>
                <a:spcPct val="101699"/>
              </a:lnSpc>
              <a:spcBef>
                <a:spcPts val="149"/>
              </a:spcBef>
              <a:spcAft>
                <a:spcPts val="0"/>
              </a:spcAft>
              <a:buClrTx/>
              <a:buSzTx/>
              <a:buFontTx/>
              <a:buNone/>
              <a:tabLst>
                <a:tab pos="824239" algn="l"/>
                <a:tab pos="2979843" algn="l"/>
                <a:tab pos="4858603" algn="l"/>
                <a:tab pos="5916900" algn="l"/>
              </a:tabLst>
              <a:defRPr/>
            </a:pPr>
            <a:r>
              <a:rPr kumimoji="0" lang="nl-NL" sz="4000" b="0" i="0" u="none" strike="noStrike" kern="1200" cap="none" spc="-99" normalizeH="0" baseline="0" noProof="0" dirty="0" err="1">
                <a:ln>
                  <a:noFill/>
                </a:ln>
                <a:solidFill>
                  <a:prstClr val="black"/>
                </a:solidFill>
                <a:effectLst/>
                <a:uLnTx/>
                <a:uFillTx/>
                <a:latin typeface="Arial MT"/>
                <a:ea typeface="+mn-ea"/>
                <a:cs typeface="Arial MT"/>
              </a:rPr>
              <a:t>Investigating</a:t>
            </a:r>
            <a:r>
              <a:rPr kumimoji="0" lang="nl-NL" sz="4000" b="0" i="0" u="none" strike="noStrike" kern="1200" cap="none" spc="-99" normalizeH="0" baseline="0" noProof="0" dirty="0">
                <a:ln>
                  <a:noFill/>
                </a:ln>
                <a:solidFill>
                  <a:prstClr val="black"/>
                </a:solidFill>
                <a:effectLst/>
                <a:uLnTx/>
                <a:uFillTx/>
                <a:latin typeface="Arial MT"/>
                <a:ea typeface="+mn-ea"/>
                <a:cs typeface="Arial MT"/>
              </a:rPr>
              <a:t> top-down processing in </a:t>
            </a:r>
            <a:r>
              <a:rPr kumimoji="0" lang="nl-NL" sz="4000" b="0" i="0" u="none" strike="noStrike" kern="1200" cap="none" spc="-99" normalizeH="0" baseline="0" noProof="0" dirty="0" err="1">
                <a:ln>
                  <a:noFill/>
                </a:ln>
                <a:solidFill>
                  <a:prstClr val="black"/>
                </a:solidFill>
                <a:effectLst/>
                <a:uLnTx/>
                <a:uFillTx/>
                <a:latin typeface="Arial MT"/>
                <a:ea typeface="+mn-ea"/>
                <a:cs typeface="Arial MT"/>
              </a:rPr>
              <a:t>the</a:t>
            </a:r>
            <a:r>
              <a:rPr kumimoji="0" lang="nl-NL" sz="4000" b="0" i="0" u="none" strike="noStrike" kern="1200" cap="none" spc="-99" normalizeH="0" baseline="0" noProof="0" dirty="0">
                <a:ln>
                  <a:noFill/>
                </a:ln>
                <a:solidFill>
                  <a:prstClr val="black"/>
                </a:solidFill>
                <a:effectLst/>
                <a:uLnTx/>
                <a:uFillTx/>
                <a:latin typeface="Arial MT"/>
                <a:ea typeface="+mn-ea"/>
                <a:cs typeface="Arial MT"/>
              </a:rPr>
              <a:t> </a:t>
            </a:r>
            <a:r>
              <a:rPr kumimoji="0" lang="nl-NL" sz="4000" b="0" i="0" u="none" strike="noStrike" kern="1200" cap="none" spc="-99" normalizeH="0" baseline="0" noProof="0" dirty="0" err="1">
                <a:ln>
                  <a:noFill/>
                </a:ln>
                <a:solidFill>
                  <a:prstClr val="black"/>
                </a:solidFill>
                <a:effectLst/>
                <a:uLnTx/>
                <a:uFillTx/>
                <a:latin typeface="Arial MT"/>
                <a:ea typeface="+mn-ea"/>
                <a:cs typeface="Arial MT"/>
              </a:rPr>
              <a:t>neural</a:t>
            </a:r>
            <a:r>
              <a:rPr kumimoji="0" lang="nl-NL" sz="4000" b="0" i="0" u="none" strike="noStrike" kern="1200" cap="none" spc="-99" normalizeH="0" baseline="0" noProof="0" dirty="0">
                <a:ln>
                  <a:noFill/>
                </a:ln>
                <a:solidFill>
                  <a:prstClr val="black"/>
                </a:solidFill>
                <a:effectLst/>
                <a:uLnTx/>
                <a:uFillTx/>
                <a:latin typeface="Arial MT"/>
                <a:ea typeface="+mn-ea"/>
                <a:cs typeface="Arial MT"/>
              </a:rPr>
              <a:t> microcircuit of </a:t>
            </a:r>
            <a:r>
              <a:rPr kumimoji="0" lang="nl-NL" sz="4000" b="0" i="0" u="none" strike="noStrike" kern="1200" cap="none" spc="-99" normalizeH="0" baseline="0" noProof="0" dirty="0" err="1">
                <a:ln>
                  <a:noFill/>
                </a:ln>
                <a:solidFill>
                  <a:prstClr val="black"/>
                </a:solidFill>
                <a:effectLst/>
                <a:uLnTx/>
                <a:uFillTx/>
                <a:latin typeface="Arial MT"/>
                <a:ea typeface="+mn-ea"/>
                <a:cs typeface="Arial MT"/>
              </a:rPr>
              <a:t>early</a:t>
            </a:r>
            <a:r>
              <a:rPr kumimoji="0" lang="nl-NL" sz="4000" b="0" i="0" u="none" strike="noStrike" kern="1200" cap="none" spc="-99" normalizeH="0" baseline="0" noProof="0" dirty="0">
                <a:ln>
                  <a:noFill/>
                </a:ln>
                <a:solidFill>
                  <a:prstClr val="black"/>
                </a:solidFill>
                <a:effectLst/>
                <a:uLnTx/>
                <a:uFillTx/>
                <a:latin typeface="Arial MT"/>
                <a:ea typeface="+mn-ea"/>
                <a:cs typeface="Arial MT"/>
              </a:rPr>
              <a:t> </a:t>
            </a:r>
            <a:r>
              <a:rPr kumimoji="0" lang="nl-NL" sz="4000" b="0" i="0" u="none" strike="noStrike" kern="1200" cap="none" spc="-99" normalizeH="0" baseline="0" noProof="0" dirty="0" err="1">
                <a:ln>
                  <a:noFill/>
                </a:ln>
                <a:solidFill>
                  <a:prstClr val="black"/>
                </a:solidFill>
                <a:effectLst/>
                <a:uLnTx/>
                <a:uFillTx/>
                <a:latin typeface="Arial MT"/>
                <a:ea typeface="+mn-ea"/>
                <a:cs typeface="Arial MT"/>
              </a:rPr>
              <a:t>visual</a:t>
            </a:r>
            <a:r>
              <a:rPr kumimoji="0" lang="nl-NL" sz="4000" b="0" i="0" u="none" strike="noStrike" kern="1200" cap="none" spc="-99" normalizeH="0" baseline="0" noProof="0" dirty="0">
                <a:ln>
                  <a:noFill/>
                </a:ln>
                <a:solidFill>
                  <a:prstClr val="black"/>
                </a:solidFill>
                <a:effectLst/>
                <a:uLnTx/>
                <a:uFillTx/>
                <a:latin typeface="Arial MT"/>
                <a:ea typeface="+mn-ea"/>
                <a:cs typeface="Arial MT"/>
              </a:rPr>
              <a:t> </a:t>
            </a:r>
            <a:r>
              <a:rPr kumimoji="0" lang="nl-NL" sz="4000" b="0" i="0" u="none" strike="noStrike" kern="1200" cap="none" spc="-99" normalizeH="0" baseline="0" noProof="0" dirty="0" err="1">
                <a:ln>
                  <a:noFill/>
                </a:ln>
                <a:solidFill>
                  <a:prstClr val="black"/>
                </a:solidFill>
                <a:effectLst/>
                <a:uLnTx/>
                <a:uFillTx/>
                <a:latin typeface="Arial MT"/>
                <a:ea typeface="+mn-ea"/>
                <a:cs typeface="Arial MT"/>
              </a:rPr>
              <a:t>areas</a:t>
            </a:r>
            <a:endParaRPr kumimoji="0" lang="nl-NL" sz="4000" b="0" i="0" u="none" strike="noStrike" kern="1200" cap="none" spc="-99" normalizeH="0" baseline="0" noProof="0" dirty="0">
              <a:ln>
                <a:noFill/>
              </a:ln>
              <a:solidFill>
                <a:prstClr val="black"/>
              </a:solidFill>
              <a:effectLst/>
              <a:uLnTx/>
              <a:uFillTx/>
              <a:latin typeface="Arial MT"/>
              <a:ea typeface="+mn-ea"/>
              <a:cs typeface="Arial MT"/>
            </a:endParaRPr>
          </a:p>
        </p:txBody>
      </p:sp>
      <p:sp>
        <p:nvSpPr>
          <p:cNvPr id="3" name="object 3"/>
          <p:cNvSpPr txBox="1"/>
          <p:nvPr/>
        </p:nvSpPr>
        <p:spPr>
          <a:xfrm>
            <a:off x="2783632" y="4435951"/>
            <a:ext cx="5587068" cy="1627658"/>
          </a:xfrm>
          <a:prstGeom prst="rect">
            <a:avLst/>
          </a:prstGeom>
        </p:spPr>
        <p:txBody>
          <a:bodyPr vert="horz" wrap="square" lIns="0" tIns="23909" rIns="0" bIns="0" rtlCol="0">
            <a:spAutoFit/>
          </a:bodyPr>
          <a:lstStyle/>
          <a:p>
            <a:pPr marL="25168" marR="0" lvl="0" indent="0" algn="l" defTabSz="1088502" rtl="0" eaLnBrk="1" fontAlgn="auto" latinLnBrk="0" hangingPunct="1">
              <a:lnSpc>
                <a:spcPts val="2764"/>
              </a:lnSpc>
              <a:spcBef>
                <a:spcPts val="188"/>
              </a:spcBef>
              <a:spcAft>
                <a:spcPts val="0"/>
              </a:spcAft>
              <a:buClrTx/>
              <a:buSzTx/>
              <a:buFontTx/>
              <a:buNone/>
              <a:tabLst/>
              <a:defRPr/>
            </a:pPr>
            <a:r>
              <a:rPr kumimoji="0" lang="nl-NL" sz="2378" b="0" i="0" u="none" strike="noStrike" kern="1200" cap="none" spc="-89" normalizeH="0" baseline="0" noProof="0" dirty="0">
                <a:ln>
                  <a:noFill/>
                </a:ln>
                <a:solidFill>
                  <a:srgbClr val="8D0000"/>
                </a:solidFill>
                <a:effectLst/>
                <a:uLnTx/>
                <a:uFillTx/>
                <a:latin typeface="Arial MT"/>
                <a:ea typeface="+mn-ea"/>
                <a:cs typeface="Arial MT"/>
              </a:rPr>
              <a:t>Wouter Kroot</a:t>
            </a:r>
            <a:endParaRPr kumimoji="0" sz="2378" b="0" i="0" u="none" strike="noStrike" kern="1200" cap="none" spc="0" normalizeH="0" baseline="0" noProof="0" dirty="0">
              <a:ln>
                <a:noFill/>
              </a:ln>
              <a:solidFill>
                <a:prstClr val="black"/>
              </a:solidFill>
              <a:effectLst/>
              <a:uLnTx/>
              <a:uFillTx/>
              <a:latin typeface="Arial MT"/>
              <a:ea typeface="+mn-ea"/>
              <a:cs typeface="Arial MT"/>
            </a:endParaRPr>
          </a:p>
          <a:p>
            <a:pPr marL="25168" marR="0" lvl="0" indent="0" algn="l" defTabSz="1088502" rtl="0" eaLnBrk="1" fontAlgn="auto" latinLnBrk="0" hangingPunct="1">
              <a:lnSpc>
                <a:spcPts val="1813"/>
              </a:lnSpc>
              <a:spcBef>
                <a:spcPts val="0"/>
              </a:spcBef>
              <a:spcAft>
                <a:spcPts val="0"/>
              </a:spcAft>
              <a:buClrTx/>
              <a:buSzTx/>
              <a:buFontTx/>
              <a:buNone/>
              <a:tabLst/>
              <a:defRPr/>
            </a:pPr>
            <a:r>
              <a:rPr kumimoji="0" lang="nl-NL" sz="1585" b="0" i="0" u="none" strike="noStrike" kern="1200" cap="none" spc="-20" normalizeH="0" baseline="0" noProof="0" dirty="0">
                <a:ln>
                  <a:noFill/>
                </a:ln>
                <a:solidFill>
                  <a:srgbClr val="8D0000"/>
                </a:solidFill>
                <a:effectLst/>
                <a:uLnTx/>
                <a:uFillTx/>
                <a:latin typeface="Arial MT"/>
                <a:ea typeface="+mn-ea"/>
                <a:cs typeface="Arial MT"/>
              </a:rPr>
              <a:t>Top-down </a:t>
            </a:r>
            <a:r>
              <a:rPr kumimoji="0" lang="nl-NL" sz="1585" b="0" i="0" u="none" strike="noStrike" kern="1200" cap="none" spc="-20" normalizeH="0" baseline="0" noProof="0" dirty="0" err="1">
                <a:ln>
                  <a:noFill/>
                </a:ln>
                <a:solidFill>
                  <a:srgbClr val="8D0000"/>
                </a:solidFill>
                <a:effectLst/>
                <a:uLnTx/>
                <a:uFillTx/>
                <a:latin typeface="Arial MT"/>
                <a:ea typeface="+mn-ea"/>
                <a:cs typeface="Arial MT"/>
              </a:rPr>
              <a:t>vision</a:t>
            </a:r>
            <a:r>
              <a:rPr kumimoji="0" lang="nl-NL" sz="1585" b="0" i="0" u="none" strike="noStrike" kern="1200" cap="none" spc="-20" normalizeH="0" baseline="0" noProof="0" dirty="0">
                <a:ln>
                  <a:noFill/>
                </a:ln>
                <a:solidFill>
                  <a:srgbClr val="8D0000"/>
                </a:solidFill>
                <a:effectLst/>
                <a:uLnTx/>
                <a:uFillTx/>
                <a:latin typeface="Arial MT"/>
                <a:ea typeface="+mn-ea"/>
                <a:cs typeface="Arial MT"/>
              </a:rPr>
              <a:t> lab</a:t>
            </a:r>
          </a:p>
          <a:p>
            <a:pPr marL="25168" marR="0" lvl="0" indent="0" algn="l" defTabSz="1088502" rtl="0" eaLnBrk="1" fontAlgn="auto" latinLnBrk="0" hangingPunct="1">
              <a:lnSpc>
                <a:spcPts val="1813"/>
              </a:lnSpc>
              <a:spcBef>
                <a:spcPts val="0"/>
              </a:spcBef>
              <a:spcAft>
                <a:spcPts val="0"/>
              </a:spcAft>
              <a:buClrTx/>
              <a:buSzTx/>
              <a:buFontTx/>
              <a:buNone/>
              <a:tabLst/>
              <a:defRPr/>
            </a:pPr>
            <a:r>
              <a:rPr kumimoji="0" sz="1585" b="0" i="0" u="none" strike="noStrike" kern="1200" cap="none" spc="-20" normalizeH="0" baseline="0" noProof="0" dirty="0">
                <a:ln>
                  <a:noFill/>
                </a:ln>
                <a:solidFill>
                  <a:srgbClr val="8D0000"/>
                </a:solidFill>
                <a:effectLst/>
                <a:uLnTx/>
                <a:uFillTx/>
                <a:latin typeface="Arial MT"/>
                <a:ea typeface="+mn-ea"/>
                <a:cs typeface="Arial MT"/>
              </a:rPr>
              <a:t>Donders</a:t>
            </a:r>
            <a:r>
              <a:rPr kumimoji="0" sz="1585" b="0" i="0" u="none" strike="noStrike" kern="1200" cap="none" spc="40" normalizeH="0" baseline="0" noProof="0" dirty="0">
                <a:ln>
                  <a:noFill/>
                </a:ln>
                <a:solidFill>
                  <a:srgbClr val="8D0000"/>
                </a:solidFill>
                <a:effectLst/>
                <a:uLnTx/>
                <a:uFillTx/>
                <a:latin typeface="Arial MT"/>
                <a:ea typeface="+mn-ea"/>
                <a:cs typeface="Arial MT"/>
              </a:rPr>
              <a:t> </a:t>
            </a:r>
            <a:r>
              <a:rPr kumimoji="0" lang="nl-NL" sz="1585" b="0" i="0" u="none" strike="noStrike" kern="1200" cap="none" spc="0" normalizeH="0" baseline="0" noProof="0" dirty="0">
                <a:ln>
                  <a:noFill/>
                </a:ln>
                <a:solidFill>
                  <a:srgbClr val="8D0000"/>
                </a:solidFill>
                <a:effectLst/>
                <a:uLnTx/>
                <a:uFillTx/>
                <a:latin typeface="Arial MT"/>
                <a:ea typeface="+mn-ea"/>
                <a:cs typeface="Arial MT"/>
              </a:rPr>
              <a:t>Centre </a:t>
            </a:r>
            <a:r>
              <a:rPr kumimoji="0" lang="nl-NL" sz="1585" b="0" i="0" u="none" strike="noStrike" kern="1200" cap="none" spc="0" normalizeH="0" baseline="0" noProof="0" dirty="0" err="1">
                <a:ln>
                  <a:noFill/>
                </a:ln>
                <a:solidFill>
                  <a:srgbClr val="8D0000"/>
                </a:solidFill>
                <a:effectLst/>
                <a:uLnTx/>
                <a:uFillTx/>
                <a:latin typeface="Arial MT"/>
                <a:ea typeface="+mn-ea"/>
                <a:cs typeface="Arial MT"/>
              </a:rPr>
              <a:t>for</a:t>
            </a:r>
            <a:r>
              <a:rPr kumimoji="0" lang="nl-NL" sz="1585" b="0" i="0" u="none" strike="noStrike" kern="1200" cap="none" spc="0" normalizeH="0" baseline="0" noProof="0" dirty="0">
                <a:ln>
                  <a:noFill/>
                </a:ln>
                <a:solidFill>
                  <a:srgbClr val="8D0000"/>
                </a:solidFill>
                <a:effectLst/>
                <a:uLnTx/>
                <a:uFillTx/>
                <a:latin typeface="Arial MT"/>
                <a:ea typeface="+mn-ea"/>
                <a:cs typeface="Arial MT"/>
              </a:rPr>
              <a:t> </a:t>
            </a:r>
            <a:r>
              <a:rPr kumimoji="0" lang="nl-NL" sz="1585" b="0" i="0" u="none" strike="noStrike" kern="1200" cap="none" spc="0" normalizeH="0" baseline="0" noProof="0" dirty="0" err="1">
                <a:ln>
                  <a:noFill/>
                </a:ln>
                <a:solidFill>
                  <a:srgbClr val="8D0000"/>
                </a:solidFill>
                <a:effectLst/>
                <a:uLnTx/>
                <a:uFillTx/>
                <a:latin typeface="Arial MT"/>
                <a:ea typeface="+mn-ea"/>
                <a:cs typeface="Arial MT"/>
              </a:rPr>
              <a:t>Neuroscience</a:t>
            </a:r>
            <a:r>
              <a:rPr kumimoji="0" lang="nl-NL" sz="1585" b="0" i="0" u="none" strike="noStrike" kern="1200" cap="none" spc="0" normalizeH="0" baseline="0" noProof="0" dirty="0">
                <a:ln>
                  <a:noFill/>
                </a:ln>
                <a:solidFill>
                  <a:srgbClr val="8D0000"/>
                </a:solidFill>
                <a:effectLst/>
                <a:uLnTx/>
                <a:uFillTx/>
                <a:latin typeface="Arial MT"/>
                <a:ea typeface="+mn-ea"/>
                <a:cs typeface="Arial MT"/>
              </a:rPr>
              <a:t>, </a:t>
            </a:r>
            <a:r>
              <a:rPr kumimoji="0" lang="nl-NL" sz="1585" b="0" i="0" u="none" strike="noStrike" kern="1200" cap="none" spc="0" normalizeH="0" baseline="0" noProof="0" dirty="0" err="1">
                <a:ln>
                  <a:noFill/>
                </a:ln>
                <a:solidFill>
                  <a:srgbClr val="8D0000"/>
                </a:solidFill>
                <a:effectLst/>
                <a:uLnTx/>
                <a:uFillTx/>
                <a:latin typeface="Arial MT"/>
                <a:ea typeface="+mn-ea"/>
                <a:cs typeface="Arial MT"/>
              </a:rPr>
              <a:t>Neurophysics</a:t>
            </a:r>
            <a:r>
              <a:rPr kumimoji="0" sz="1585" b="0" i="0" u="none" strike="noStrike" kern="1200" cap="none" spc="0" normalizeH="0" baseline="0" noProof="0" dirty="0">
                <a:ln>
                  <a:noFill/>
                </a:ln>
                <a:solidFill>
                  <a:srgbClr val="8D0000"/>
                </a:solidFill>
                <a:effectLst/>
                <a:uLnTx/>
                <a:uFillTx/>
                <a:latin typeface="Arial MT"/>
                <a:ea typeface="+mn-ea"/>
                <a:cs typeface="Arial MT"/>
              </a:rPr>
              <a:t>,</a:t>
            </a:r>
            <a:r>
              <a:rPr kumimoji="0" sz="1585" b="0" i="0" u="none" strike="noStrike" kern="1200" cap="none" spc="40" normalizeH="0" baseline="0" noProof="0" dirty="0">
                <a:ln>
                  <a:noFill/>
                </a:ln>
                <a:solidFill>
                  <a:srgbClr val="8D0000"/>
                </a:solidFill>
                <a:effectLst/>
                <a:uLnTx/>
                <a:uFillTx/>
                <a:latin typeface="Arial MT"/>
                <a:ea typeface="+mn-ea"/>
                <a:cs typeface="Arial MT"/>
              </a:rPr>
              <a:t> </a:t>
            </a:r>
            <a:r>
              <a:rPr kumimoji="0" lang="nl-NL" sz="1585" b="0" i="0" u="none" strike="noStrike" kern="1200" cap="none" spc="40" normalizeH="0" baseline="0" noProof="0" dirty="0">
                <a:ln>
                  <a:noFill/>
                </a:ln>
                <a:solidFill>
                  <a:srgbClr val="8D0000"/>
                </a:solidFill>
                <a:effectLst/>
                <a:uLnTx/>
                <a:uFillTx/>
                <a:latin typeface="Arial MT"/>
                <a:ea typeface="+mn-ea"/>
                <a:cs typeface="Arial MT"/>
              </a:rPr>
              <a:t>Radboud, </a:t>
            </a:r>
            <a:r>
              <a:rPr kumimoji="0" sz="1585" b="0" i="0" u="none" strike="noStrike" kern="1200" cap="none" spc="0" normalizeH="0" baseline="0" noProof="0" dirty="0">
                <a:ln>
                  <a:noFill/>
                </a:ln>
                <a:solidFill>
                  <a:srgbClr val="8D0000"/>
                </a:solidFill>
                <a:effectLst/>
                <a:uLnTx/>
                <a:uFillTx/>
                <a:latin typeface="Arial MT"/>
                <a:ea typeface="+mn-ea"/>
                <a:cs typeface="Arial MT"/>
              </a:rPr>
              <a:t>Nijmegen,</a:t>
            </a:r>
            <a:r>
              <a:rPr kumimoji="0" sz="1585" b="0" i="0" u="none" strike="noStrike" kern="1200" cap="none" spc="50" normalizeH="0" baseline="0" noProof="0" dirty="0">
                <a:ln>
                  <a:noFill/>
                </a:ln>
                <a:solidFill>
                  <a:srgbClr val="8D0000"/>
                </a:solidFill>
                <a:effectLst/>
                <a:uLnTx/>
                <a:uFillTx/>
                <a:latin typeface="Arial MT"/>
                <a:ea typeface="+mn-ea"/>
                <a:cs typeface="Arial MT"/>
              </a:rPr>
              <a:t> </a:t>
            </a:r>
            <a:r>
              <a:rPr kumimoji="0" sz="1585" b="0" i="0" u="none" strike="noStrike" kern="1200" cap="none" spc="-20" normalizeH="0" baseline="0" noProof="0" dirty="0">
                <a:ln>
                  <a:noFill/>
                </a:ln>
                <a:solidFill>
                  <a:srgbClr val="8D0000"/>
                </a:solidFill>
                <a:effectLst/>
                <a:uLnTx/>
                <a:uFillTx/>
                <a:latin typeface="Arial MT"/>
                <a:ea typeface="+mn-ea"/>
                <a:cs typeface="Arial MT"/>
              </a:rPr>
              <a:t>Netherlands</a:t>
            </a:r>
            <a:endParaRPr kumimoji="0" sz="1585" b="0" i="0" u="none" strike="noStrike" kern="1200" cap="none" spc="0" normalizeH="0" baseline="0" noProof="0" dirty="0">
              <a:ln>
                <a:noFill/>
              </a:ln>
              <a:solidFill>
                <a:prstClr val="black"/>
              </a:solidFill>
              <a:effectLst/>
              <a:uLnTx/>
              <a:uFillTx/>
              <a:latin typeface="Arial MT"/>
              <a:ea typeface="+mn-ea"/>
              <a:cs typeface="Arial MT"/>
            </a:endParaRPr>
          </a:p>
          <a:p>
            <a:pPr marL="0" marR="0" lvl="0" indent="0" algn="l" defTabSz="1088502" rtl="0" eaLnBrk="1" fontAlgn="auto" latinLnBrk="0" hangingPunct="1">
              <a:lnSpc>
                <a:spcPct val="100000"/>
              </a:lnSpc>
              <a:spcBef>
                <a:spcPts val="515"/>
              </a:spcBef>
              <a:spcAft>
                <a:spcPts val="0"/>
              </a:spcAft>
              <a:buClrTx/>
              <a:buSzTx/>
              <a:buFontTx/>
              <a:buNone/>
              <a:tabLst/>
              <a:defRPr/>
            </a:pPr>
            <a:endParaRPr kumimoji="0" sz="1585" b="0" i="0" u="none" strike="noStrike" kern="1200" cap="none" spc="0" normalizeH="0" baseline="0" noProof="0" dirty="0">
              <a:ln>
                <a:noFill/>
              </a:ln>
              <a:solidFill>
                <a:prstClr val="black"/>
              </a:solidFill>
              <a:effectLst/>
              <a:uLnTx/>
              <a:uFillTx/>
              <a:latin typeface="Arial MT"/>
              <a:ea typeface="+mn-ea"/>
              <a:cs typeface="Arial MT"/>
            </a:endParaRPr>
          </a:p>
          <a:p>
            <a:pPr marL="25168" marR="0" lvl="0" indent="0" algn="l" defTabSz="1088502" rtl="0" eaLnBrk="1" fontAlgn="auto" latinLnBrk="0" hangingPunct="1">
              <a:lnSpc>
                <a:spcPct val="100000"/>
              </a:lnSpc>
              <a:spcBef>
                <a:spcPts val="0"/>
              </a:spcBef>
              <a:spcAft>
                <a:spcPts val="0"/>
              </a:spcAft>
              <a:buClrTx/>
              <a:buSzTx/>
              <a:buFontTx/>
              <a:buNone/>
              <a:tabLst/>
              <a:defRPr/>
            </a:pPr>
            <a:r>
              <a:rPr kumimoji="0" lang="nl-NL" sz="1585" b="0" i="0" u="none" strike="noStrike" kern="1200" cap="none" spc="-20" normalizeH="0" baseline="0" noProof="0" dirty="0" err="1">
                <a:ln>
                  <a:noFill/>
                </a:ln>
                <a:solidFill>
                  <a:prstClr val="black"/>
                </a:solidFill>
                <a:effectLst/>
                <a:uLnTx/>
                <a:uFillTx/>
                <a:latin typeface="Arial MT"/>
                <a:ea typeface="+mn-ea"/>
                <a:cs typeface="Arial MT"/>
              </a:rPr>
              <a:t>February</a:t>
            </a:r>
            <a:r>
              <a:rPr kumimoji="0" sz="1585" b="0" i="0" u="none" strike="noStrike" kern="1200" cap="none" spc="0" normalizeH="0" baseline="0" noProof="0" dirty="0">
                <a:ln>
                  <a:noFill/>
                </a:ln>
                <a:solidFill>
                  <a:prstClr val="black"/>
                </a:solidFill>
                <a:effectLst/>
                <a:uLnTx/>
                <a:uFillTx/>
                <a:latin typeface="Arial MT"/>
                <a:ea typeface="+mn-ea"/>
                <a:cs typeface="Arial MT"/>
              </a:rPr>
              <a:t>, </a:t>
            </a:r>
            <a:r>
              <a:rPr kumimoji="0" sz="1585" b="0" i="0" u="none" strike="noStrike" kern="1200" cap="none" spc="-40" normalizeH="0" baseline="0" noProof="0" dirty="0">
                <a:ln>
                  <a:noFill/>
                </a:ln>
                <a:solidFill>
                  <a:prstClr val="black"/>
                </a:solidFill>
                <a:effectLst/>
                <a:uLnTx/>
                <a:uFillTx/>
                <a:latin typeface="Arial MT"/>
                <a:ea typeface="+mn-ea"/>
                <a:cs typeface="Arial MT"/>
              </a:rPr>
              <a:t>202</a:t>
            </a:r>
            <a:r>
              <a:rPr kumimoji="0" lang="nl-NL" sz="1585" b="0" i="0" u="none" strike="noStrike" kern="1200" cap="none" spc="-40" normalizeH="0" baseline="0" noProof="0" dirty="0">
                <a:ln>
                  <a:noFill/>
                </a:ln>
                <a:solidFill>
                  <a:prstClr val="black"/>
                </a:solidFill>
                <a:effectLst/>
                <a:uLnTx/>
                <a:uFillTx/>
                <a:latin typeface="Arial MT"/>
                <a:ea typeface="+mn-ea"/>
                <a:cs typeface="Arial MT"/>
              </a:rPr>
              <a:t>6</a:t>
            </a:r>
            <a:endParaRPr kumimoji="0" sz="1585" b="0" i="0" u="none" strike="noStrike" kern="1200" cap="none" spc="0" normalizeH="0" baseline="0" noProof="0" dirty="0">
              <a:ln>
                <a:noFill/>
              </a:ln>
              <a:solidFill>
                <a:prstClr val="black"/>
              </a:solidFill>
              <a:effectLst/>
              <a:uLnTx/>
              <a:uFillTx/>
              <a:latin typeface="Arial MT"/>
              <a:ea typeface="+mn-ea"/>
              <a:cs typeface="Arial MT"/>
            </a:endParaRPr>
          </a:p>
        </p:txBody>
      </p:sp>
      <p:sp>
        <p:nvSpPr>
          <p:cNvPr id="5" name="Rectangle 4">
            <a:extLst>
              <a:ext uri="{FF2B5EF4-FFF2-40B4-BE49-F238E27FC236}">
                <a16:creationId xmlns:a16="http://schemas.microsoft.com/office/drawing/2014/main" id="{6D57B58D-0857-5064-76D1-E3A1E8BE043D}"/>
              </a:ext>
            </a:extLst>
          </p:cNvPr>
          <p:cNvSpPr/>
          <p:nvPr/>
        </p:nvSpPr>
        <p:spPr>
          <a:xfrm>
            <a:off x="9264352" y="0"/>
            <a:ext cx="2927648" cy="720998"/>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1088502" rtl="0" eaLnBrk="1" fontAlgn="auto" latinLnBrk="0" hangingPunct="1">
              <a:lnSpc>
                <a:spcPct val="100000"/>
              </a:lnSpc>
              <a:spcBef>
                <a:spcPts val="0"/>
              </a:spcBef>
              <a:spcAft>
                <a:spcPts val="0"/>
              </a:spcAft>
              <a:buClrTx/>
              <a:buSzTx/>
              <a:buFontTx/>
              <a:buNone/>
              <a:tabLst/>
              <a:defRPr/>
            </a:pPr>
            <a:endParaRPr kumimoji="0" lang="en-NL" sz="2100" b="0" i="0" u="none" strike="noStrike" kern="1200" cap="none" spc="0" normalizeH="0" baseline="0" noProof="0">
              <a:ln>
                <a:noFill/>
              </a:ln>
              <a:solidFill>
                <a:prstClr val="black"/>
              </a:solidFill>
              <a:effectLst/>
              <a:uLnTx/>
              <a:uFillTx/>
              <a:latin typeface="Open Sans"/>
              <a:ea typeface="+mn-ea"/>
              <a:cs typeface="+mn-cs"/>
            </a:endParaRPr>
          </a:p>
        </p:txBody>
      </p:sp>
      <p:pic>
        <p:nvPicPr>
          <p:cNvPr id="2050" name="Picture 2" descr="Partners | Nederlandse Hersenolympiade">
            <a:extLst>
              <a:ext uri="{FF2B5EF4-FFF2-40B4-BE49-F238E27FC236}">
                <a16:creationId xmlns:a16="http://schemas.microsoft.com/office/drawing/2014/main" id="{7CFD4282-902A-C2D2-F2CC-647DAE478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0416" y="-666125"/>
            <a:ext cx="2232248" cy="22322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54AE7917-89F2-DFDB-A445-679DAE77CC2D}"/>
              </a:ext>
            </a:extLst>
          </p:cNvPr>
          <p:cNvSpPr/>
          <p:nvPr/>
        </p:nvSpPr>
        <p:spPr>
          <a:xfrm>
            <a:off x="7752184" y="6237312"/>
            <a:ext cx="4320480" cy="620688"/>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088502" rtl="0" eaLnBrk="1" fontAlgn="auto" latinLnBrk="0" hangingPunct="1">
              <a:lnSpc>
                <a:spcPct val="100000"/>
              </a:lnSpc>
              <a:spcBef>
                <a:spcPts val="0"/>
              </a:spcBef>
              <a:spcAft>
                <a:spcPts val="0"/>
              </a:spcAft>
              <a:buClrTx/>
              <a:buSzTx/>
              <a:buFontTx/>
              <a:buNone/>
              <a:tabLst/>
              <a:defRPr/>
            </a:pPr>
            <a:endParaRPr kumimoji="0" lang="en-NL" sz="2100" b="0" i="0" u="none" strike="noStrike" kern="1200" cap="none" spc="0" normalizeH="0" baseline="0" noProof="0" dirty="0">
              <a:ln>
                <a:noFill/>
              </a:ln>
              <a:solidFill>
                <a:prstClr val="white"/>
              </a:solidFill>
              <a:effectLst/>
              <a:uLnTx/>
              <a:uFillTx/>
              <a:latin typeface="Open Sans"/>
              <a:ea typeface="+mn-ea"/>
              <a:cs typeface="+mn-cs"/>
            </a:endParaRPr>
          </a:p>
        </p:txBody>
      </p:sp>
      <p:pic>
        <p:nvPicPr>
          <p:cNvPr id="2052" name="Picture 4" descr="Neurotechnology Summer School 2022 | NIN Summer School on Neurotechnology">
            <a:extLst>
              <a:ext uri="{FF2B5EF4-FFF2-40B4-BE49-F238E27FC236}">
                <a16:creationId xmlns:a16="http://schemas.microsoft.com/office/drawing/2014/main" id="{A45F95F8-FD59-6866-B94F-D02EACEE30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7245" y="169290"/>
            <a:ext cx="2245139" cy="66161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92D79A44-B555-EF78-446D-3DDE2E42ED81}"/>
              </a:ext>
            </a:extLst>
          </p:cNvPr>
          <p:cNvSpPr>
            <a:spLocks noGrp="1"/>
          </p:cNvSpPr>
          <p:nvPr>
            <p:ph type="sldNum" sz="quarter" idx="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NL" sz="1000" b="0" i="0" u="none" strike="noStrike" kern="1200" cap="none" spc="0" normalizeH="0" baseline="0" noProof="0" smtClean="0">
                <a:ln>
                  <a:noFill/>
                </a:ln>
                <a:solidFill>
                  <a:prstClr val="black">
                    <a:tint val="75000"/>
                  </a:prstClr>
                </a:solidFill>
                <a:effectLst/>
                <a:uLnTx/>
                <a:uFillTx/>
                <a:latin typeface="Open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NL" sz="1000" b="0" i="0" u="none" strike="noStrike" kern="1200" cap="none" spc="0" normalizeH="0" baseline="0" noProof="0">
              <a:ln>
                <a:noFill/>
              </a:ln>
              <a:solidFill>
                <a:prstClr val="black">
                  <a:tint val="75000"/>
                </a:prstClr>
              </a:solidFill>
              <a:effectLst/>
              <a:uLnTx/>
              <a:uFillTx/>
              <a:latin typeface="Open Sans"/>
              <a:ea typeface="+mn-ea"/>
              <a:cs typeface="+mn-cs"/>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A329AC-B2F0-333D-8AE8-070BB8C95AE8}"/>
              </a:ext>
            </a:extLst>
          </p:cNvPr>
          <p:cNvSpPr txBox="1"/>
          <p:nvPr/>
        </p:nvSpPr>
        <p:spPr>
          <a:xfrm>
            <a:off x="707571" y="1336459"/>
            <a:ext cx="9646418" cy="906017"/>
          </a:xfrm>
          <a:prstGeom prst="rect">
            <a:avLst/>
          </a:prstGeom>
          <a:noFill/>
        </p:spPr>
        <p:txBody>
          <a:bodyPr wrap="square" lIns="0" tIns="0" rIns="0" bIns="0" rtlCol="0">
            <a:spAutoFit/>
          </a:bodyPr>
          <a:lstStyle/>
          <a:p>
            <a:pPr marL="742950" marR="0" lvl="1" indent="-28575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endParaRPr kumimoji="0" lang="en-NL" sz="1400" b="0" i="0" u="none" strike="noStrike" kern="1200" cap="none" spc="0" normalizeH="0" baseline="0" noProof="0" dirty="0">
              <a:ln>
                <a:noFill/>
              </a:ln>
              <a:solidFill>
                <a:prstClr val="black"/>
              </a:solidFill>
              <a:effectLst/>
              <a:uLnTx/>
              <a:uFillTx/>
              <a:latin typeface="Open Sans"/>
              <a:ea typeface="+mn-ea"/>
              <a:cs typeface="+mn-cs"/>
            </a:endParaRPr>
          </a:p>
          <a:p>
            <a:pPr marL="742950" marR="0" lvl="1" indent="-28575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endParaRPr kumimoji="0" lang="en-NL" sz="1800" b="0" i="0" u="none" strike="noStrike" kern="1200" cap="none" spc="0" normalizeH="0" baseline="0" noProof="0" dirty="0">
              <a:ln>
                <a:noFill/>
              </a:ln>
              <a:solidFill>
                <a:prstClr val="black"/>
              </a:solidFill>
              <a:effectLst/>
              <a:uLnTx/>
              <a:uFillTx/>
              <a:latin typeface="Open Sans"/>
              <a:ea typeface="+mn-ea"/>
              <a:cs typeface="+mn-cs"/>
            </a:endParaRPr>
          </a:p>
        </p:txBody>
      </p:sp>
      <p:graphicFrame>
        <p:nvGraphicFramePr>
          <p:cNvPr id="4" name="TextBox 2">
            <a:extLst>
              <a:ext uri="{FF2B5EF4-FFF2-40B4-BE49-F238E27FC236}">
                <a16:creationId xmlns:a16="http://schemas.microsoft.com/office/drawing/2014/main" id="{04E7EA8D-C6B3-A087-EB91-F384135245EE}"/>
              </a:ext>
            </a:extLst>
          </p:cNvPr>
          <p:cNvGraphicFramePr/>
          <p:nvPr/>
        </p:nvGraphicFramePr>
        <p:xfrm>
          <a:off x="-299159" y="660218"/>
          <a:ext cx="11613161" cy="48613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0FF09120-E3DF-A9D5-9A63-93E895B20D5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pic>
        <p:nvPicPr>
          <p:cNvPr id="6" name="Graphic 5" descr="Laptop outline">
            <a:extLst>
              <a:ext uri="{FF2B5EF4-FFF2-40B4-BE49-F238E27FC236}">
                <a16:creationId xmlns:a16="http://schemas.microsoft.com/office/drawing/2014/main" id="{65EEFCEC-829E-D250-5F9A-AE55BA7C70D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01981" y="5232232"/>
            <a:ext cx="578618" cy="578618"/>
          </a:xfrm>
          <a:prstGeom prst="rect">
            <a:avLst/>
          </a:prstGeom>
        </p:spPr>
      </p:pic>
      <p:pic>
        <p:nvPicPr>
          <p:cNvPr id="9" name="Graphic 8" descr="Monkey outline">
            <a:extLst>
              <a:ext uri="{FF2B5EF4-FFF2-40B4-BE49-F238E27FC236}">
                <a16:creationId xmlns:a16="http://schemas.microsoft.com/office/drawing/2014/main" id="{BFF8A3EC-2C26-004F-1BAE-03FF132F2A7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560942" y="5208996"/>
            <a:ext cx="457200" cy="457200"/>
          </a:xfrm>
          <a:prstGeom prst="rect">
            <a:avLst/>
          </a:prstGeom>
        </p:spPr>
      </p:pic>
      <p:pic>
        <p:nvPicPr>
          <p:cNvPr id="12" name="Graphic 11" descr="Male profile outline">
            <a:extLst>
              <a:ext uri="{FF2B5EF4-FFF2-40B4-BE49-F238E27FC236}">
                <a16:creationId xmlns:a16="http://schemas.microsoft.com/office/drawing/2014/main" id="{862A6824-E612-89C6-2C46-9FF40E31C60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530780" y="1936521"/>
            <a:ext cx="611909" cy="611909"/>
          </a:xfrm>
          <a:prstGeom prst="rect">
            <a:avLst/>
          </a:prstGeom>
        </p:spPr>
      </p:pic>
    </p:spTree>
    <p:extLst>
      <p:ext uri="{BB962C8B-B14F-4D97-AF65-F5344CB8AC3E}">
        <p14:creationId xmlns:p14="http://schemas.microsoft.com/office/powerpoint/2010/main" val="2424989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91A73-5F4E-BA42-45ED-A439583EA5E0}"/>
              </a:ext>
            </a:extLst>
          </p:cNvPr>
          <p:cNvSpPr>
            <a:spLocks noGrp="1"/>
          </p:cNvSpPr>
          <p:nvPr>
            <p:ph type="title"/>
          </p:nvPr>
        </p:nvSpPr>
        <p:spPr>
          <a:xfrm>
            <a:off x="864817" y="839487"/>
            <a:ext cx="10440000" cy="720000"/>
          </a:xfrm>
        </p:spPr>
        <p:txBody>
          <a:bodyPr/>
          <a:lstStyle/>
          <a:p>
            <a:r>
              <a:rPr lang="en-NL" dirty="0"/>
              <a:t>Overview</a:t>
            </a:r>
          </a:p>
        </p:txBody>
      </p:sp>
      <p:sp>
        <p:nvSpPr>
          <p:cNvPr id="3" name="Slide Number Placeholder 2">
            <a:extLst>
              <a:ext uri="{FF2B5EF4-FFF2-40B4-BE49-F238E27FC236}">
                <a16:creationId xmlns:a16="http://schemas.microsoft.com/office/drawing/2014/main" id="{C758CC3D-3CDC-FB29-9BE0-4B6927AB8E92}"/>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sp>
        <p:nvSpPr>
          <p:cNvPr id="4" name="TextBox 3">
            <a:extLst>
              <a:ext uri="{FF2B5EF4-FFF2-40B4-BE49-F238E27FC236}">
                <a16:creationId xmlns:a16="http://schemas.microsoft.com/office/drawing/2014/main" id="{C47C0DAC-BE07-A497-CD2F-F337B2C9431E}"/>
              </a:ext>
            </a:extLst>
          </p:cNvPr>
          <p:cNvSpPr txBox="1"/>
          <p:nvPr/>
        </p:nvSpPr>
        <p:spPr>
          <a:xfrm>
            <a:off x="864817" y="1761878"/>
            <a:ext cx="7501221" cy="4154984"/>
          </a:xfrm>
          <a:prstGeom prst="rect">
            <a:avLst/>
          </a:prstGeom>
          <a:noFill/>
        </p:spPr>
        <p:txBody>
          <a:bodyPr wrap="non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TSP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dirty="0">
              <a:ln>
                <a:noFill/>
              </a:ln>
              <a:solidFill>
                <a:prstClr val="black"/>
              </a:solidFill>
              <a:effectLst/>
              <a:uLnTx/>
              <a:uFillTx/>
              <a:latin typeface="Open Sa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Center-surround modulation in a canonical microcircuit</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dirty="0">
              <a:ln>
                <a:noFill/>
              </a:ln>
              <a:solidFill>
                <a:prstClr val="black"/>
              </a:solidFill>
              <a:effectLst/>
              <a:uLnTx/>
              <a:uFillTx/>
              <a:latin typeface="Open Sa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Psychophysics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Passive vision: center-surround modulation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Active vision: spatial- and feature-specific attention</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dirty="0">
              <a:ln>
                <a:noFill/>
              </a:ln>
              <a:solidFill>
                <a:prstClr val="black"/>
              </a:solidFill>
              <a:effectLst/>
              <a:uLnTx/>
              <a:uFillTx/>
              <a:latin typeface="Open Sa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Cell-type specific RNN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Network stability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Recurrent feature amplification through top-down disinhibition</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dirty="0">
              <a:ln>
                <a:noFill/>
              </a:ln>
              <a:solidFill>
                <a:prstClr val="black"/>
              </a:solidFill>
              <a:effectLst/>
              <a:uLnTx/>
              <a:uFillTx/>
              <a:latin typeface="Open Sa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800" b="0" i="0" u="none" strike="noStrike" kern="1200" cap="none" spc="0" normalizeH="0" baseline="0" noProof="0" dirty="0">
                <a:ln>
                  <a:noFill/>
                </a:ln>
                <a:solidFill>
                  <a:prstClr val="black"/>
                </a:solidFill>
                <a:effectLst/>
                <a:uLnTx/>
                <a:uFillTx/>
                <a:latin typeface="Open Sans"/>
                <a:ea typeface="+mn-ea"/>
                <a:cs typeface="+mn-cs"/>
              </a:rPr>
              <a:t>Research Goals</a:t>
            </a:r>
            <a:endParaRPr kumimoji="0" lang="en-NL" sz="1800" b="0" i="0" u="none" strike="noStrike" kern="1200" cap="none" spc="0" normalizeH="0" baseline="0" noProof="0" dirty="0">
              <a:ln>
                <a:noFill/>
              </a:ln>
              <a:solidFill>
                <a:prstClr val="black"/>
              </a:solidFill>
              <a:effectLst/>
              <a:uLnTx/>
              <a:uFillTx/>
              <a:latin typeface="Open Sa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NL" sz="1800" b="0" i="0" u="none" strike="noStrike" kern="1200" cap="none" spc="0" normalizeH="0" baseline="0" noProof="0" dirty="0">
              <a:ln>
                <a:noFill/>
              </a:ln>
              <a:solidFill>
                <a:prstClr val="black"/>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dirty="0" err="1">
              <a:ln>
                <a:noFill/>
              </a:ln>
              <a:solidFill>
                <a:prstClr val="black"/>
              </a:solidFill>
              <a:effectLst/>
              <a:uLnTx/>
              <a:uFillTx/>
              <a:latin typeface="Open Sans"/>
              <a:ea typeface="+mn-ea"/>
              <a:cs typeface="+mn-cs"/>
            </a:endParaRPr>
          </a:p>
        </p:txBody>
      </p:sp>
    </p:spTree>
    <p:extLst>
      <p:ext uri="{BB962C8B-B14F-4D97-AF65-F5344CB8AC3E}">
        <p14:creationId xmlns:p14="http://schemas.microsoft.com/office/powerpoint/2010/main" val="1560367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B3802-AF6C-9FDA-4EBE-EB497E0B39E3}"/>
            </a:ext>
          </a:extLst>
        </p:cNvPr>
        <p:cNvGrpSpPr/>
        <p:nvPr/>
      </p:nvGrpSpPr>
      <p:grpSpPr>
        <a:xfrm>
          <a:off x="0" y="0"/>
          <a:ext cx="0" cy="0"/>
          <a:chOff x="0" y="0"/>
          <a:chExt cx="0" cy="0"/>
        </a:xfrm>
      </p:grpSpPr>
      <p:sp>
        <p:nvSpPr>
          <p:cNvPr id="3" name="AutoShape 8">
            <a:extLst>
              <a:ext uri="{FF2B5EF4-FFF2-40B4-BE49-F238E27FC236}">
                <a16:creationId xmlns:a16="http://schemas.microsoft.com/office/drawing/2014/main" id="{B1168B5F-85D4-43EF-7191-29E198074C2A}"/>
              </a:ext>
            </a:extLst>
          </p:cNvPr>
          <p:cNvSpPr>
            <a:spLocks noChangeAspect="1" noChangeArrowheads="1"/>
          </p:cNvSpPr>
          <p:nvPr/>
        </p:nvSpPr>
        <p:spPr bwMode="auto">
          <a:xfrm>
            <a:off x="2667000" y="476250"/>
            <a:ext cx="6858000" cy="5905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black"/>
              </a:solidFill>
              <a:effectLst/>
              <a:uLnTx/>
              <a:uFillTx/>
              <a:latin typeface="Open Sans"/>
              <a:ea typeface="+mn-ea"/>
              <a:cs typeface="+mn-cs"/>
            </a:endParaRPr>
          </a:p>
        </p:txBody>
      </p:sp>
      <p:pic>
        <p:nvPicPr>
          <p:cNvPr id="6" name="Picture 5">
            <a:extLst>
              <a:ext uri="{FF2B5EF4-FFF2-40B4-BE49-F238E27FC236}">
                <a16:creationId xmlns:a16="http://schemas.microsoft.com/office/drawing/2014/main" id="{46CEF174-6EA1-4287-5269-B1FC4F80D06D}"/>
              </a:ext>
            </a:extLst>
          </p:cNvPr>
          <p:cNvPicPr>
            <a:picLocks noChangeAspect="1"/>
          </p:cNvPicPr>
          <p:nvPr/>
        </p:nvPicPr>
        <p:blipFill>
          <a:blip r:embed="rId3"/>
          <a:stretch>
            <a:fillRect/>
          </a:stretch>
        </p:blipFill>
        <p:spPr>
          <a:xfrm>
            <a:off x="2556542" y="476250"/>
            <a:ext cx="6665257" cy="5727184"/>
          </a:xfrm>
          <a:prstGeom prst="rect">
            <a:avLst/>
          </a:prstGeom>
        </p:spPr>
      </p:pic>
      <p:sp>
        <p:nvSpPr>
          <p:cNvPr id="2" name="Slide Number Placeholder 1">
            <a:extLst>
              <a:ext uri="{FF2B5EF4-FFF2-40B4-BE49-F238E27FC236}">
                <a16:creationId xmlns:a16="http://schemas.microsoft.com/office/drawing/2014/main" id="{3838077F-518F-86B6-6213-D3837454C060}"/>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spTree>
    <p:extLst>
      <p:ext uri="{BB962C8B-B14F-4D97-AF65-F5344CB8AC3E}">
        <p14:creationId xmlns:p14="http://schemas.microsoft.com/office/powerpoint/2010/main" val="1274434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7D5DE-F394-34B5-A380-1CEB5C6406CB}"/>
            </a:ext>
          </a:extLst>
        </p:cNvPr>
        <p:cNvGrpSpPr/>
        <p:nvPr/>
      </p:nvGrpSpPr>
      <p:grpSpPr>
        <a:xfrm>
          <a:off x="0" y="0"/>
          <a:ext cx="0" cy="0"/>
          <a:chOff x="0" y="0"/>
          <a:chExt cx="0" cy="0"/>
        </a:xfrm>
      </p:grpSpPr>
      <p:sp>
        <p:nvSpPr>
          <p:cNvPr id="3" name="AutoShape 8">
            <a:extLst>
              <a:ext uri="{FF2B5EF4-FFF2-40B4-BE49-F238E27FC236}">
                <a16:creationId xmlns:a16="http://schemas.microsoft.com/office/drawing/2014/main" id="{44012E3D-28CB-57C5-4ACB-482DC160101D}"/>
              </a:ext>
            </a:extLst>
          </p:cNvPr>
          <p:cNvSpPr>
            <a:spLocks noChangeAspect="1" noChangeArrowheads="1"/>
          </p:cNvSpPr>
          <p:nvPr/>
        </p:nvSpPr>
        <p:spPr bwMode="auto">
          <a:xfrm>
            <a:off x="2667000" y="476250"/>
            <a:ext cx="6858000" cy="5905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black"/>
              </a:solidFill>
              <a:effectLst/>
              <a:uLnTx/>
              <a:uFillTx/>
              <a:latin typeface="Open Sans"/>
              <a:ea typeface="+mn-ea"/>
              <a:cs typeface="+mn-cs"/>
            </a:endParaRPr>
          </a:p>
        </p:txBody>
      </p:sp>
      <p:pic>
        <p:nvPicPr>
          <p:cNvPr id="6" name="Picture 5">
            <a:extLst>
              <a:ext uri="{FF2B5EF4-FFF2-40B4-BE49-F238E27FC236}">
                <a16:creationId xmlns:a16="http://schemas.microsoft.com/office/drawing/2014/main" id="{18E46A62-68C8-05FC-6F9D-F01486444277}"/>
              </a:ext>
            </a:extLst>
          </p:cNvPr>
          <p:cNvPicPr>
            <a:picLocks noChangeAspect="1"/>
          </p:cNvPicPr>
          <p:nvPr/>
        </p:nvPicPr>
        <p:blipFill>
          <a:blip r:embed="rId3"/>
          <a:stretch>
            <a:fillRect/>
          </a:stretch>
        </p:blipFill>
        <p:spPr>
          <a:xfrm>
            <a:off x="2556542" y="476250"/>
            <a:ext cx="6665257" cy="5727184"/>
          </a:xfrm>
          <a:prstGeom prst="rect">
            <a:avLst/>
          </a:prstGeom>
        </p:spPr>
      </p:pic>
      <p:sp>
        <p:nvSpPr>
          <p:cNvPr id="2" name="Oval 1">
            <a:extLst>
              <a:ext uri="{FF2B5EF4-FFF2-40B4-BE49-F238E27FC236}">
                <a16:creationId xmlns:a16="http://schemas.microsoft.com/office/drawing/2014/main" id="{4C394DA5-E0A5-A031-BA06-7E96A0F07EA0}"/>
              </a:ext>
            </a:extLst>
          </p:cNvPr>
          <p:cNvSpPr/>
          <p:nvPr/>
        </p:nvSpPr>
        <p:spPr>
          <a:xfrm>
            <a:off x="4561115" y="2579914"/>
            <a:ext cx="3581400" cy="979715"/>
          </a:xfrm>
          <a:prstGeom prst="ellipse">
            <a:avLst/>
          </a:prstGeom>
          <a:solidFill>
            <a:schemeClr val="accent1">
              <a:alpha val="15697"/>
            </a:schemeClr>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Open Sans"/>
              <a:ea typeface="+mn-ea"/>
              <a:cs typeface="+mn-cs"/>
            </a:endParaRPr>
          </a:p>
        </p:txBody>
      </p:sp>
      <p:sp>
        <p:nvSpPr>
          <p:cNvPr id="4" name="TextBox 3">
            <a:extLst>
              <a:ext uri="{FF2B5EF4-FFF2-40B4-BE49-F238E27FC236}">
                <a16:creationId xmlns:a16="http://schemas.microsoft.com/office/drawing/2014/main" id="{15BE3FAF-296D-193B-F8EA-D938B4B8FC80}"/>
              </a:ext>
            </a:extLst>
          </p:cNvPr>
          <p:cNvSpPr txBox="1"/>
          <p:nvPr/>
        </p:nvSpPr>
        <p:spPr>
          <a:xfrm>
            <a:off x="1320168" y="4075938"/>
            <a:ext cx="9551663" cy="2516458"/>
          </a:xfrm>
          <a:prstGeom prst="rect">
            <a:avLst/>
          </a:prstGeom>
          <a:solidFill>
            <a:schemeClr val="bg1">
              <a:alpha val="74657"/>
            </a:schemeClr>
          </a:solid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2800" b="0" i="0" u="none" strike="noStrike" kern="1200" cap="none" spc="0" normalizeH="0" baseline="0" noProof="0" dirty="0">
                <a:ln>
                  <a:noFill/>
                </a:ln>
                <a:solidFill>
                  <a:prstClr val="black"/>
                </a:solidFill>
                <a:effectLst/>
                <a:uLnTx/>
                <a:uFillTx/>
                <a:latin typeface="Open Sans"/>
                <a:ea typeface="+mn-ea"/>
                <a:cs typeface="+mn-cs"/>
              </a:rPr>
              <a:t>“Top-down processing is how knowledge, expectations, or past experiences shape the </a:t>
            </a:r>
            <a:r>
              <a:rPr kumimoji="0" lang="en-GB" sz="2800" b="0" i="0" u="none" strike="noStrike" kern="1200" cap="none" spc="0" normalizeH="0" baseline="0" noProof="0" dirty="0">
                <a:ln>
                  <a:noFill/>
                </a:ln>
                <a:solidFill>
                  <a:srgbClr val="FF0000"/>
                </a:solidFill>
                <a:effectLst/>
                <a:uLnTx/>
                <a:uFillTx/>
                <a:latin typeface="Open Sans"/>
                <a:ea typeface="+mn-ea"/>
                <a:cs typeface="+mn-cs"/>
              </a:rPr>
              <a:t>interpretation of sensory information</a:t>
            </a:r>
            <a:r>
              <a:rPr kumimoji="0" lang="en-GB" sz="2800" b="0" i="0" u="none" strike="noStrike" kern="1200" cap="none" spc="0" normalizeH="0" baseline="0" noProof="0" dirty="0">
                <a:ln>
                  <a:noFill/>
                </a:ln>
                <a:solidFill>
                  <a:prstClr val="black"/>
                </a:solidFill>
                <a:effectLst/>
                <a:uLnTx/>
                <a:uFillTx/>
                <a:latin typeface="Open Sans"/>
                <a:ea typeface="+mn-ea"/>
                <a:cs typeface="+mn-cs"/>
              </a:rPr>
              <a:t>” ( Gazzaniga, Heatherton, &amp; Halpern, 2016, p. 173 ).</a:t>
            </a:r>
            <a:endParaRPr kumimoji="0" lang="en-NL" sz="3600" b="0" i="0" u="none" strike="noStrike" kern="1200" cap="none" spc="0" normalizeH="0" baseline="0" noProof="0" dirty="0">
              <a:ln>
                <a:noFill/>
              </a:ln>
              <a:solidFill>
                <a:prstClr val="black"/>
              </a:solidFill>
              <a:effectLst/>
              <a:uLnTx/>
              <a:uFillTx/>
              <a:latin typeface="Open Sans"/>
              <a:ea typeface="+mn-ea"/>
              <a:cs typeface="+mn-cs"/>
            </a:endParaRPr>
          </a:p>
        </p:txBody>
      </p:sp>
      <p:sp>
        <p:nvSpPr>
          <p:cNvPr id="5" name="Slide Number Placeholder 4">
            <a:extLst>
              <a:ext uri="{FF2B5EF4-FFF2-40B4-BE49-F238E27FC236}">
                <a16:creationId xmlns:a16="http://schemas.microsoft.com/office/drawing/2014/main" id="{7319EE44-D6D3-E152-05C2-148B7CB5D59C}"/>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spTree>
    <p:extLst>
      <p:ext uri="{BB962C8B-B14F-4D97-AF65-F5344CB8AC3E}">
        <p14:creationId xmlns:p14="http://schemas.microsoft.com/office/powerpoint/2010/main" val="191146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24FB7-CECD-ECA1-1A77-1C4A653F41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39916D-D016-1A00-38A5-A244CBE423B1}"/>
              </a:ext>
            </a:extLst>
          </p:cNvPr>
          <p:cNvSpPr>
            <a:spLocks noGrp="1"/>
          </p:cNvSpPr>
          <p:nvPr>
            <p:ph type="title"/>
          </p:nvPr>
        </p:nvSpPr>
        <p:spPr/>
        <p:txBody>
          <a:bodyPr/>
          <a:lstStyle/>
          <a:p>
            <a:r>
              <a:rPr lang="nl-NL" dirty="0" err="1"/>
              <a:t>Representation</a:t>
            </a:r>
            <a:r>
              <a:rPr lang="nl-NL" dirty="0"/>
              <a:t> in </a:t>
            </a:r>
            <a:r>
              <a:rPr lang="nl-NL" dirty="0" err="1"/>
              <a:t>the</a:t>
            </a:r>
            <a:r>
              <a:rPr lang="nl-NL" dirty="0"/>
              <a:t> </a:t>
            </a:r>
            <a:r>
              <a:rPr lang="nl-NL" dirty="0" err="1"/>
              <a:t>visual</a:t>
            </a:r>
            <a:r>
              <a:rPr lang="nl-NL" dirty="0"/>
              <a:t> cortex</a:t>
            </a:r>
            <a:endParaRPr lang="en-NL" dirty="0"/>
          </a:p>
        </p:txBody>
      </p:sp>
      <p:sp>
        <p:nvSpPr>
          <p:cNvPr id="3" name="Slide Number Placeholder 2">
            <a:extLst>
              <a:ext uri="{FF2B5EF4-FFF2-40B4-BE49-F238E27FC236}">
                <a16:creationId xmlns:a16="http://schemas.microsoft.com/office/drawing/2014/main" id="{B724D9D2-DEA1-601F-8AD6-4EE2F1B32F21}"/>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pic>
        <p:nvPicPr>
          <p:cNvPr id="17" name="Picture 2">
            <a:extLst>
              <a:ext uri="{FF2B5EF4-FFF2-40B4-BE49-F238E27FC236}">
                <a16:creationId xmlns:a16="http://schemas.microsoft.com/office/drawing/2014/main" id="{B4F76452-82DF-4380-C9BA-CE63E4C8AD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866" y="2342180"/>
            <a:ext cx="11616267" cy="2633323"/>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25">
            <a:extLst>
              <a:ext uri="{FF2B5EF4-FFF2-40B4-BE49-F238E27FC236}">
                <a16:creationId xmlns:a16="http://schemas.microsoft.com/office/drawing/2014/main" id="{CA54ED12-8C03-981A-DC43-41840FE0449A}"/>
              </a:ext>
            </a:extLst>
          </p:cNvPr>
          <p:cNvSpPr/>
          <p:nvPr/>
        </p:nvSpPr>
        <p:spPr>
          <a:xfrm>
            <a:off x="3984786" y="3359230"/>
            <a:ext cx="460587" cy="262541"/>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Arial"/>
              <a:ea typeface="+mn-ea"/>
              <a:cs typeface="+mn-cs"/>
            </a:endParaRPr>
          </a:p>
        </p:txBody>
      </p:sp>
      <p:sp>
        <p:nvSpPr>
          <p:cNvPr id="27" name="Rectangle 26">
            <a:extLst>
              <a:ext uri="{FF2B5EF4-FFF2-40B4-BE49-F238E27FC236}">
                <a16:creationId xmlns:a16="http://schemas.microsoft.com/office/drawing/2014/main" id="{00724649-2F91-8451-56C5-EC521E784CFE}"/>
              </a:ext>
            </a:extLst>
          </p:cNvPr>
          <p:cNvSpPr/>
          <p:nvPr/>
        </p:nvSpPr>
        <p:spPr>
          <a:xfrm>
            <a:off x="7168252" y="2713680"/>
            <a:ext cx="460587" cy="262541"/>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Arial"/>
              <a:ea typeface="+mn-ea"/>
              <a:cs typeface="+mn-cs"/>
            </a:endParaRPr>
          </a:p>
        </p:txBody>
      </p:sp>
      <p:sp>
        <p:nvSpPr>
          <p:cNvPr id="28" name="Rectangle 27">
            <a:extLst>
              <a:ext uri="{FF2B5EF4-FFF2-40B4-BE49-F238E27FC236}">
                <a16:creationId xmlns:a16="http://schemas.microsoft.com/office/drawing/2014/main" id="{AE4CD9EB-E302-C7A6-829E-84CBD2432A0F}"/>
              </a:ext>
            </a:extLst>
          </p:cNvPr>
          <p:cNvSpPr/>
          <p:nvPr/>
        </p:nvSpPr>
        <p:spPr>
          <a:xfrm>
            <a:off x="10248402" y="2593844"/>
            <a:ext cx="590996" cy="352393"/>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Arial"/>
              <a:ea typeface="+mn-ea"/>
              <a:cs typeface="+mn-cs"/>
            </a:endParaRPr>
          </a:p>
        </p:txBody>
      </p:sp>
      <p:sp>
        <p:nvSpPr>
          <p:cNvPr id="29" name="Rectangle 28">
            <a:extLst>
              <a:ext uri="{FF2B5EF4-FFF2-40B4-BE49-F238E27FC236}">
                <a16:creationId xmlns:a16="http://schemas.microsoft.com/office/drawing/2014/main" id="{AF95FCC1-563B-CC79-62E6-30FD27B140FE}"/>
              </a:ext>
            </a:extLst>
          </p:cNvPr>
          <p:cNvSpPr/>
          <p:nvPr/>
        </p:nvSpPr>
        <p:spPr>
          <a:xfrm>
            <a:off x="9936830" y="3419200"/>
            <a:ext cx="460587" cy="202571"/>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Arial"/>
              <a:ea typeface="+mn-ea"/>
              <a:cs typeface="+mn-cs"/>
            </a:endParaRPr>
          </a:p>
        </p:txBody>
      </p:sp>
      <p:sp>
        <p:nvSpPr>
          <p:cNvPr id="30" name="Rectangle 29">
            <a:extLst>
              <a:ext uri="{FF2B5EF4-FFF2-40B4-BE49-F238E27FC236}">
                <a16:creationId xmlns:a16="http://schemas.microsoft.com/office/drawing/2014/main" id="{A585C01A-1D19-0323-1299-C51CA6F89153}"/>
              </a:ext>
            </a:extLst>
          </p:cNvPr>
          <p:cNvSpPr/>
          <p:nvPr/>
        </p:nvSpPr>
        <p:spPr>
          <a:xfrm>
            <a:off x="9632030" y="4120165"/>
            <a:ext cx="460587" cy="202571"/>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Arial"/>
              <a:ea typeface="+mn-ea"/>
              <a:cs typeface="+mn-cs"/>
            </a:endParaRPr>
          </a:p>
        </p:txBody>
      </p:sp>
      <p:sp>
        <p:nvSpPr>
          <p:cNvPr id="31" name="Rectangle 30">
            <a:extLst>
              <a:ext uri="{FF2B5EF4-FFF2-40B4-BE49-F238E27FC236}">
                <a16:creationId xmlns:a16="http://schemas.microsoft.com/office/drawing/2014/main" id="{BAA2918D-1A93-4697-3530-2B2B4C25171E}"/>
              </a:ext>
            </a:extLst>
          </p:cNvPr>
          <p:cNvSpPr/>
          <p:nvPr/>
        </p:nvSpPr>
        <p:spPr>
          <a:xfrm>
            <a:off x="6887130" y="3419200"/>
            <a:ext cx="460587" cy="202571"/>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Arial"/>
              <a:ea typeface="+mn-ea"/>
              <a:cs typeface="+mn-cs"/>
            </a:endParaRPr>
          </a:p>
        </p:txBody>
      </p:sp>
      <p:sp>
        <p:nvSpPr>
          <p:cNvPr id="32" name="Rectangle 31">
            <a:extLst>
              <a:ext uri="{FF2B5EF4-FFF2-40B4-BE49-F238E27FC236}">
                <a16:creationId xmlns:a16="http://schemas.microsoft.com/office/drawing/2014/main" id="{42F41027-31D3-C9BA-7F81-94DA751C0D19}"/>
              </a:ext>
            </a:extLst>
          </p:cNvPr>
          <p:cNvSpPr/>
          <p:nvPr/>
        </p:nvSpPr>
        <p:spPr>
          <a:xfrm>
            <a:off x="6629743" y="4133772"/>
            <a:ext cx="460587" cy="202571"/>
          </a:xfrm>
          <a:prstGeom prst="rect">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Arial"/>
              <a:ea typeface="+mn-ea"/>
              <a:cs typeface="+mn-cs"/>
            </a:endParaRPr>
          </a:p>
        </p:txBody>
      </p:sp>
      <p:pic>
        <p:nvPicPr>
          <p:cNvPr id="44" name="Picture 43">
            <a:extLst>
              <a:ext uri="{FF2B5EF4-FFF2-40B4-BE49-F238E27FC236}">
                <a16:creationId xmlns:a16="http://schemas.microsoft.com/office/drawing/2014/main" id="{7E803A78-753D-6289-4BA0-6FE4B01AA327}"/>
              </a:ext>
            </a:extLst>
          </p:cNvPr>
          <p:cNvPicPr>
            <a:picLocks noChangeAspect="1"/>
          </p:cNvPicPr>
          <p:nvPr/>
        </p:nvPicPr>
        <p:blipFill>
          <a:blip r:embed="rId4"/>
          <a:stretch>
            <a:fillRect/>
          </a:stretch>
        </p:blipFill>
        <p:spPr>
          <a:xfrm>
            <a:off x="212500" y="2917661"/>
            <a:ext cx="1479666" cy="1271417"/>
          </a:xfrm>
          <a:prstGeom prst="rect">
            <a:avLst/>
          </a:prstGeom>
        </p:spPr>
      </p:pic>
    </p:spTree>
    <p:extLst>
      <p:ext uri="{BB962C8B-B14F-4D97-AF65-F5344CB8AC3E}">
        <p14:creationId xmlns:p14="http://schemas.microsoft.com/office/powerpoint/2010/main" val="2969307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E2892-123B-FE72-83E2-4394E646BF0B}"/>
              </a:ext>
            </a:extLst>
          </p:cNvPr>
          <p:cNvSpPr>
            <a:spLocks noGrp="1"/>
          </p:cNvSpPr>
          <p:nvPr>
            <p:ph type="title"/>
          </p:nvPr>
        </p:nvSpPr>
        <p:spPr/>
        <p:txBody>
          <a:bodyPr/>
          <a:lstStyle/>
          <a:p>
            <a:r>
              <a:rPr lang="en-NL" dirty="0"/>
              <a:t>Orientation selectivity in V1</a:t>
            </a:r>
          </a:p>
        </p:txBody>
      </p:sp>
      <p:sp>
        <p:nvSpPr>
          <p:cNvPr id="3" name="Slide Number Placeholder 2">
            <a:extLst>
              <a:ext uri="{FF2B5EF4-FFF2-40B4-BE49-F238E27FC236}">
                <a16:creationId xmlns:a16="http://schemas.microsoft.com/office/drawing/2014/main" id="{E129CC61-5B37-ECCB-FB3F-6C3924344F3C}"/>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pic>
        <p:nvPicPr>
          <p:cNvPr id="4" name="Picture 2">
            <a:extLst>
              <a:ext uri="{FF2B5EF4-FFF2-40B4-BE49-F238E27FC236}">
                <a16:creationId xmlns:a16="http://schemas.microsoft.com/office/drawing/2014/main" id="{EA277123-AD49-FED1-B271-8DFB10E844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0212"/>
          <a:stretch>
            <a:fillRect/>
          </a:stretch>
        </p:blipFill>
        <p:spPr bwMode="auto">
          <a:xfrm>
            <a:off x="5766343" y="1725142"/>
            <a:ext cx="6425657" cy="422845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2A2AE6F3-2E6C-FD17-DE78-D7B85FD1402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358" t="-1" b="45927"/>
          <a:stretch>
            <a:fillRect/>
          </a:stretch>
        </p:blipFill>
        <p:spPr bwMode="auto">
          <a:xfrm>
            <a:off x="910852" y="1213053"/>
            <a:ext cx="5069645" cy="47405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3CF840EB-DFB6-97A2-72B1-1624EC1D27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4942" b="40583"/>
          <a:stretch>
            <a:fillRect/>
          </a:stretch>
        </p:blipFill>
        <p:spPr bwMode="auto">
          <a:xfrm>
            <a:off x="679846" y="5980710"/>
            <a:ext cx="5300651" cy="392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8868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9FDC1-6870-97FA-51B8-516CB0F12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357D8-60F8-0142-6DE0-2C1353882E79}"/>
              </a:ext>
            </a:extLst>
          </p:cNvPr>
          <p:cNvSpPr>
            <a:spLocks noGrp="1"/>
          </p:cNvSpPr>
          <p:nvPr>
            <p:ph type="title"/>
          </p:nvPr>
        </p:nvSpPr>
        <p:spPr/>
        <p:txBody>
          <a:bodyPr/>
          <a:lstStyle/>
          <a:p>
            <a:r>
              <a:rPr lang="en-NL" dirty="0"/>
              <a:t>Inhibitory modulators</a:t>
            </a:r>
          </a:p>
        </p:txBody>
      </p:sp>
      <p:sp>
        <p:nvSpPr>
          <p:cNvPr id="3" name="Slide Number Placeholder 2">
            <a:extLst>
              <a:ext uri="{FF2B5EF4-FFF2-40B4-BE49-F238E27FC236}">
                <a16:creationId xmlns:a16="http://schemas.microsoft.com/office/drawing/2014/main" id="{61D105F7-F33C-AE6D-477B-B200F80515D0}"/>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sp>
        <p:nvSpPr>
          <p:cNvPr id="6" name="TextBox 5">
            <a:extLst>
              <a:ext uri="{FF2B5EF4-FFF2-40B4-BE49-F238E27FC236}">
                <a16:creationId xmlns:a16="http://schemas.microsoft.com/office/drawing/2014/main" id="{2A673D62-4AE9-56B0-B289-92A48E546DE8}"/>
              </a:ext>
            </a:extLst>
          </p:cNvPr>
          <p:cNvSpPr txBox="1"/>
          <p:nvPr/>
        </p:nvSpPr>
        <p:spPr>
          <a:xfrm>
            <a:off x="6434114" y="3214471"/>
            <a:ext cx="5757886" cy="3185487"/>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NL" sz="1800" b="1" i="0" u="none" strike="noStrike" kern="1200" cap="none" spc="0" normalizeH="0" baseline="0" noProof="0" dirty="0">
                <a:ln>
                  <a:noFill/>
                </a:ln>
                <a:solidFill>
                  <a:prstClr val="black"/>
                </a:solidFill>
                <a:effectLst/>
                <a:uLnTx/>
                <a:uFillTx/>
                <a:latin typeface="Open Sans"/>
                <a:ea typeface="+mn-ea"/>
                <a:cs typeface="+mn-cs"/>
              </a:rPr>
              <a:t>Inhibitory interneurons: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Parvalbumin (PV): </a:t>
            </a:r>
          </a:p>
          <a:p>
            <a:pPr marL="742950" marR="0" lvl="1" indent="-285750" algn="l" defTabSz="914400" rtl="0" eaLnBrk="1" fontAlgn="auto" latinLnBrk="0" hangingPunct="1">
              <a:lnSpc>
                <a:spcPct val="150000"/>
              </a:lnSpc>
              <a:spcBef>
                <a:spcPts val="0"/>
              </a:spcBef>
              <a:spcAft>
                <a:spcPts val="0"/>
              </a:spcAft>
              <a:buClrTx/>
              <a:buSzTx/>
              <a:buFontTx/>
              <a:buChar char="-"/>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Feedforward normalisation and stability</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Somatostatin (SOM): </a:t>
            </a:r>
          </a:p>
          <a:p>
            <a:pPr marL="742950" marR="0" lvl="1" indent="-285750" algn="l" defTabSz="914400" rtl="0" eaLnBrk="1" fontAlgn="auto" latinLnBrk="0" hangingPunct="1">
              <a:lnSpc>
                <a:spcPct val="150000"/>
              </a:lnSpc>
              <a:spcBef>
                <a:spcPts val="0"/>
              </a:spcBef>
              <a:spcAft>
                <a:spcPts val="0"/>
              </a:spcAft>
              <a:buClrTx/>
              <a:buSzTx/>
              <a:buFontTx/>
              <a:buChar char="-"/>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Horizontal modulation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Vasoactive intestinal peptide (VIP):</a:t>
            </a:r>
          </a:p>
          <a:p>
            <a:pPr marL="742950" marR="0" lvl="1" indent="-285750" algn="l" defTabSz="914400" rtl="0" eaLnBrk="1" fontAlgn="auto" latinLnBrk="0" hangingPunct="1">
              <a:lnSpc>
                <a:spcPct val="150000"/>
              </a:lnSpc>
              <a:spcBef>
                <a:spcPts val="0"/>
              </a:spcBef>
              <a:spcAft>
                <a:spcPts val="0"/>
              </a:spcAft>
              <a:buClrTx/>
              <a:buSzTx/>
              <a:buFontTx/>
              <a:buChar char="-"/>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Feedback disinhibition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dirty="0">
              <a:ln>
                <a:noFill/>
              </a:ln>
              <a:solidFill>
                <a:prstClr val="black"/>
              </a:solidFill>
              <a:effectLst/>
              <a:uLnTx/>
              <a:uFillTx/>
              <a:latin typeface="Open Sans"/>
              <a:ea typeface="+mn-ea"/>
              <a:cs typeface="+mn-cs"/>
            </a:endParaRPr>
          </a:p>
        </p:txBody>
      </p:sp>
      <p:grpSp>
        <p:nvGrpSpPr>
          <p:cNvPr id="13" name="Group 12">
            <a:extLst>
              <a:ext uri="{FF2B5EF4-FFF2-40B4-BE49-F238E27FC236}">
                <a16:creationId xmlns:a16="http://schemas.microsoft.com/office/drawing/2014/main" id="{F6DEB91C-6006-D816-8CB2-CFB2D2F3C668}"/>
              </a:ext>
            </a:extLst>
          </p:cNvPr>
          <p:cNvGrpSpPr/>
          <p:nvPr/>
        </p:nvGrpSpPr>
        <p:grpSpPr>
          <a:xfrm>
            <a:off x="864816" y="781437"/>
            <a:ext cx="8418883" cy="2340636"/>
            <a:chOff x="864817" y="765924"/>
            <a:chExt cx="7966668" cy="2340636"/>
          </a:xfrm>
        </p:grpSpPr>
        <p:pic>
          <p:nvPicPr>
            <p:cNvPr id="4" name="Picture 2">
              <a:extLst>
                <a:ext uri="{FF2B5EF4-FFF2-40B4-BE49-F238E27FC236}">
                  <a16:creationId xmlns:a16="http://schemas.microsoft.com/office/drawing/2014/main" id="{4002A1AD-BE9F-C0D3-2C33-6549BFA2FB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817" y="765924"/>
              <a:ext cx="7966668" cy="234063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F0471AD-1D03-08A5-04F6-D0EB5BAAC3B0}"/>
                </a:ext>
              </a:extLst>
            </p:cNvPr>
            <p:cNvSpPr txBox="1"/>
            <p:nvPr/>
          </p:nvSpPr>
          <p:spPr>
            <a:xfrm>
              <a:off x="978184" y="2859002"/>
              <a:ext cx="14440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200" b="0" i="0" u="none" strike="noStrike" kern="1200" cap="none" spc="0" normalizeH="0" baseline="0" noProof="0" dirty="0">
                  <a:ln>
                    <a:noFill/>
                  </a:ln>
                  <a:solidFill>
                    <a:prstClr val="black"/>
                  </a:solidFill>
                  <a:effectLst/>
                  <a:uLnTx/>
                  <a:uFillTx/>
                  <a:latin typeface="Open Sans"/>
                  <a:ea typeface="+mn-ea"/>
                  <a:cs typeface="+mn-cs"/>
                </a:rPr>
                <a:t>Deleuze et al. 2014</a:t>
              </a:r>
            </a:p>
          </p:txBody>
        </p:sp>
      </p:grpSp>
      <p:pic>
        <p:nvPicPr>
          <p:cNvPr id="12" name="Picture 11">
            <a:extLst>
              <a:ext uri="{FF2B5EF4-FFF2-40B4-BE49-F238E27FC236}">
                <a16:creationId xmlns:a16="http://schemas.microsoft.com/office/drawing/2014/main" id="{EA00BE24-BEC3-197D-0D5C-FB019D95FF88}"/>
              </a:ext>
            </a:extLst>
          </p:cNvPr>
          <p:cNvPicPr>
            <a:picLocks noChangeAspect="1"/>
          </p:cNvPicPr>
          <p:nvPr/>
        </p:nvPicPr>
        <p:blipFill>
          <a:blip r:embed="rId4"/>
          <a:stretch>
            <a:fillRect/>
          </a:stretch>
        </p:blipFill>
        <p:spPr>
          <a:xfrm>
            <a:off x="661617" y="3214471"/>
            <a:ext cx="5073568" cy="3175650"/>
          </a:xfrm>
          <a:prstGeom prst="rect">
            <a:avLst/>
          </a:prstGeom>
        </p:spPr>
      </p:pic>
    </p:spTree>
    <p:extLst>
      <p:ext uri="{BB962C8B-B14F-4D97-AF65-F5344CB8AC3E}">
        <p14:creationId xmlns:p14="http://schemas.microsoft.com/office/powerpoint/2010/main" val="2679718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ECBA8-9B06-D89E-DA16-5C91FFF30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95C098-0110-6185-733C-2B8A6FE67A74}"/>
              </a:ext>
            </a:extLst>
          </p:cNvPr>
          <p:cNvSpPr>
            <a:spLocks noGrp="1"/>
          </p:cNvSpPr>
          <p:nvPr>
            <p:ph type="body" sz="quarter" idx="10"/>
          </p:nvPr>
        </p:nvSpPr>
        <p:spPr>
          <a:xfrm>
            <a:off x="864719" y="2808000"/>
            <a:ext cx="10440000" cy="2160000"/>
          </a:xfrm>
        </p:spPr>
        <p:txBody>
          <a:bodyPr>
            <a:normAutofit/>
          </a:bodyPr>
          <a:lstStyle/>
          <a:p>
            <a:r>
              <a:rPr lang="en-NL" dirty="0"/>
              <a:t>Cell-type specific RNN</a:t>
            </a:r>
          </a:p>
        </p:txBody>
      </p:sp>
      <p:sp>
        <p:nvSpPr>
          <p:cNvPr id="3" name="Slide Number Placeholder 2" hidden="1">
            <a:extLst>
              <a:ext uri="{FF2B5EF4-FFF2-40B4-BE49-F238E27FC236}">
                <a16:creationId xmlns:a16="http://schemas.microsoft.com/office/drawing/2014/main" id="{5FB62F4B-A3DF-05E0-D2FC-50C86C9EF339}"/>
              </a:ext>
            </a:extLst>
          </p:cNvPr>
          <p:cNvSpPr>
            <a:spLocks noGrp="1"/>
          </p:cNvSpPr>
          <p:nvPr>
            <p:ph type="sldNum" sz="quarter" idx="4294967295"/>
          </p:nvPr>
        </p:nvSpPr>
        <p:spPr>
          <a:xfrm>
            <a:off x="11116439" y="6489368"/>
            <a:ext cx="389588" cy="252000"/>
          </a:xfrm>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9</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spTree>
    <p:extLst>
      <p:ext uri="{BB962C8B-B14F-4D97-AF65-F5344CB8AC3E}">
        <p14:creationId xmlns:p14="http://schemas.microsoft.com/office/powerpoint/2010/main" val="43337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8C81D-B146-8AB4-D2E8-F33E3746F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A94EDD-F4F5-B574-64CC-D3275BEBE010}"/>
              </a:ext>
            </a:extLst>
          </p:cNvPr>
          <p:cNvSpPr>
            <a:spLocks noGrp="1"/>
          </p:cNvSpPr>
          <p:nvPr>
            <p:ph type="title"/>
          </p:nvPr>
        </p:nvSpPr>
        <p:spPr/>
        <p:txBody>
          <a:bodyPr/>
          <a:lstStyle/>
          <a:p>
            <a:r>
              <a:rPr lang="en-NL" dirty="0"/>
              <a:t>The recurrent microcircuit model </a:t>
            </a:r>
          </a:p>
        </p:txBody>
      </p:sp>
      <p:sp>
        <p:nvSpPr>
          <p:cNvPr id="3" name="Slide Number Placeholder 2">
            <a:extLst>
              <a:ext uri="{FF2B5EF4-FFF2-40B4-BE49-F238E27FC236}">
                <a16:creationId xmlns:a16="http://schemas.microsoft.com/office/drawing/2014/main" id="{53252CA2-B85C-D554-889D-FC2C1010113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pic>
        <p:nvPicPr>
          <p:cNvPr id="5" name="Picture 4">
            <a:extLst>
              <a:ext uri="{FF2B5EF4-FFF2-40B4-BE49-F238E27FC236}">
                <a16:creationId xmlns:a16="http://schemas.microsoft.com/office/drawing/2014/main" id="{0BAA9E76-94FA-2033-6428-39DF2FAF3A0D}"/>
              </a:ext>
            </a:extLst>
          </p:cNvPr>
          <p:cNvPicPr>
            <a:picLocks noChangeAspect="1"/>
          </p:cNvPicPr>
          <p:nvPr/>
        </p:nvPicPr>
        <p:blipFill>
          <a:blip r:embed="rId3"/>
          <a:srcRect b="-434"/>
          <a:stretch>
            <a:fillRect/>
          </a:stretch>
        </p:blipFill>
        <p:spPr>
          <a:xfrm>
            <a:off x="1080016" y="1752739"/>
            <a:ext cx="4028311" cy="1638666"/>
          </a:xfrm>
          <a:prstGeom prst="rect">
            <a:avLst/>
          </a:prstGeom>
        </p:spPr>
      </p:pic>
      <p:sp>
        <p:nvSpPr>
          <p:cNvPr id="7" name="TextBox 6">
            <a:extLst>
              <a:ext uri="{FF2B5EF4-FFF2-40B4-BE49-F238E27FC236}">
                <a16:creationId xmlns:a16="http://schemas.microsoft.com/office/drawing/2014/main" id="{049C9250-180A-0D7B-571C-82C8CE65EB6D}"/>
              </a:ext>
            </a:extLst>
          </p:cNvPr>
          <p:cNvSpPr txBox="1"/>
          <p:nvPr/>
        </p:nvSpPr>
        <p:spPr>
          <a:xfrm>
            <a:off x="3973524" y="3683529"/>
            <a:ext cx="3340100" cy="83099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         Internal connectivity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1" i="0" u="none" strike="noStrike" kern="1200" cap="none" spc="0" normalizeH="0" baseline="0" noProof="0" dirty="0">
                <a:ln>
                  <a:noFill/>
                </a:ln>
                <a:solidFill>
                  <a:prstClr val="black"/>
                </a:solidFill>
                <a:effectLst/>
                <a:uLnTx/>
                <a:uFillTx/>
                <a:latin typeface="Open Sans"/>
                <a:ea typeface="+mn-ea"/>
                <a:cs typeface="+mn-cs"/>
              </a:rPr>
              <a:t>    E            PV        SOM        VIP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dirty="0">
              <a:ln>
                <a:noFill/>
              </a:ln>
              <a:solidFill>
                <a:prstClr val="black"/>
              </a:solidFill>
              <a:effectLst/>
              <a:uLnTx/>
              <a:uFillTx/>
              <a:latin typeface="Open Sans"/>
              <a:ea typeface="+mn-ea"/>
              <a:cs typeface="+mn-cs"/>
            </a:endParaRPr>
          </a:p>
        </p:txBody>
      </p:sp>
      <p:pic>
        <p:nvPicPr>
          <p:cNvPr id="12" name="Picture 11">
            <a:extLst>
              <a:ext uri="{FF2B5EF4-FFF2-40B4-BE49-F238E27FC236}">
                <a16:creationId xmlns:a16="http://schemas.microsoft.com/office/drawing/2014/main" id="{CB1D8016-EDED-AC3F-83F2-B1C0F09E5317}"/>
              </a:ext>
            </a:extLst>
          </p:cNvPr>
          <p:cNvPicPr>
            <a:picLocks noChangeAspect="1"/>
          </p:cNvPicPr>
          <p:nvPr/>
        </p:nvPicPr>
        <p:blipFill>
          <a:blip r:embed="rId4"/>
          <a:srcRect l="26539" r="30303"/>
          <a:stretch>
            <a:fillRect/>
          </a:stretch>
        </p:blipFill>
        <p:spPr>
          <a:xfrm>
            <a:off x="2953155" y="4221889"/>
            <a:ext cx="4717645" cy="1710950"/>
          </a:xfrm>
          <a:prstGeom prst="rect">
            <a:avLst/>
          </a:prstGeom>
        </p:spPr>
      </p:pic>
      <p:sp>
        <p:nvSpPr>
          <p:cNvPr id="10" name="TextBox 9">
            <a:extLst>
              <a:ext uri="{FF2B5EF4-FFF2-40B4-BE49-F238E27FC236}">
                <a16:creationId xmlns:a16="http://schemas.microsoft.com/office/drawing/2014/main" id="{3DFF3123-A428-E3DC-578C-0EF2D2D1CB83}"/>
              </a:ext>
            </a:extLst>
          </p:cNvPr>
          <p:cNvSpPr txBox="1"/>
          <p:nvPr/>
        </p:nvSpPr>
        <p:spPr>
          <a:xfrm>
            <a:off x="4646514" y="5933656"/>
            <a:ext cx="1914178"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Open Sans"/>
                <a:ea typeface="+mn-ea"/>
                <a:cs typeface="+mn-cs"/>
              </a:rPr>
              <a:t>a = SOM 1</a:t>
            </a:r>
            <a:r>
              <a:rPr kumimoji="0" lang="en-GB" sz="1800" b="0" i="0" u="none" strike="noStrike" kern="1200" cap="none" spc="0" normalizeH="0" baseline="0" noProof="0" dirty="0">
                <a:ln>
                  <a:noFill/>
                </a:ln>
                <a:solidFill>
                  <a:prstClr val="black"/>
                </a:solidFill>
                <a:effectLst/>
                <a:uLnTx/>
                <a:uFillTx/>
                <a:latin typeface="Open Sans"/>
                <a:ea typeface="+mn-ea"/>
                <a:cs typeface="+mn-cs"/>
                <a:sym typeface="Wingdings" pitchFamily="2" charset="2"/>
              </a:rPr>
              <a:t> </a:t>
            </a:r>
            <a:r>
              <a:rPr kumimoji="0" lang="en-GB" sz="1800" b="0" i="0" u="none" strike="noStrike" kern="1200" cap="none" spc="0" normalizeH="0" baseline="0" noProof="0" dirty="0" err="1">
                <a:ln>
                  <a:noFill/>
                </a:ln>
                <a:solidFill>
                  <a:prstClr val="black"/>
                </a:solidFill>
                <a:effectLst/>
                <a:uLnTx/>
                <a:uFillTx/>
                <a:latin typeface="Open Sans"/>
                <a:ea typeface="+mn-ea"/>
                <a:cs typeface="+mn-cs"/>
                <a:sym typeface="Wingdings" pitchFamily="2" charset="2"/>
              </a:rPr>
              <a:t>Exc</a:t>
            </a:r>
            <a:r>
              <a:rPr kumimoji="0" lang="en-GB" sz="1800" b="0" i="0" u="none" strike="noStrike" kern="1200" cap="none" spc="0" normalizeH="0" baseline="0" noProof="0" dirty="0">
                <a:ln>
                  <a:noFill/>
                </a:ln>
                <a:solidFill>
                  <a:prstClr val="black"/>
                </a:solidFill>
                <a:effectLst/>
                <a:uLnTx/>
                <a:uFillTx/>
                <a:latin typeface="Open Sans"/>
                <a:ea typeface="+mn-ea"/>
                <a:cs typeface="+mn-cs"/>
                <a:sym typeface="Wingdings" pitchFamily="2" charset="2"/>
              </a:rPr>
              <a:t> 1</a:t>
            </a:r>
            <a:endParaRPr kumimoji="0" lang="en-NL" sz="1800" b="0" i="0" u="none" strike="noStrike" kern="1200" cap="none" spc="0" normalizeH="0" baseline="0" noProof="0" dirty="0" err="1">
              <a:ln>
                <a:noFill/>
              </a:ln>
              <a:solidFill>
                <a:prstClr val="black"/>
              </a:solidFill>
              <a:effectLst/>
              <a:uLnTx/>
              <a:uFillTx/>
              <a:latin typeface="Open Sans"/>
              <a:ea typeface="+mn-ea"/>
              <a:cs typeface="+mn-cs"/>
            </a:endParaRPr>
          </a:p>
        </p:txBody>
      </p:sp>
      <p:pic>
        <p:nvPicPr>
          <p:cNvPr id="22" name="Graphic 21" descr="Laptop outline">
            <a:extLst>
              <a:ext uri="{FF2B5EF4-FFF2-40B4-BE49-F238E27FC236}">
                <a16:creationId xmlns:a16="http://schemas.microsoft.com/office/drawing/2014/main" id="{6C904D09-D717-E099-A981-B33A83959ED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506027" y="68727"/>
            <a:ext cx="578618" cy="578618"/>
          </a:xfrm>
          <a:prstGeom prst="rect">
            <a:avLst/>
          </a:prstGeom>
        </p:spPr>
      </p:pic>
      <p:pic>
        <p:nvPicPr>
          <p:cNvPr id="23" name="Picture 22">
            <a:extLst>
              <a:ext uri="{FF2B5EF4-FFF2-40B4-BE49-F238E27FC236}">
                <a16:creationId xmlns:a16="http://schemas.microsoft.com/office/drawing/2014/main" id="{82AD59F9-6E49-EAF9-6A2F-143B0FC9DCAB}"/>
              </a:ext>
            </a:extLst>
          </p:cNvPr>
          <p:cNvPicPr>
            <a:picLocks noChangeAspect="1"/>
          </p:cNvPicPr>
          <p:nvPr/>
        </p:nvPicPr>
        <p:blipFill>
          <a:blip r:embed="rId4"/>
          <a:srcRect r="75624"/>
          <a:stretch>
            <a:fillRect/>
          </a:stretch>
        </p:blipFill>
        <p:spPr>
          <a:xfrm>
            <a:off x="232149" y="4211224"/>
            <a:ext cx="2664576" cy="1710950"/>
          </a:xfrm>
          <a:prstGeom prst="rect">
            <a:avLst/>
          </a:prstGeom>
        </p:spPr>
      </p:pic>
      <p:sp>
        <p:nvSpPr>
          <p:cNvPr id="15" name="TextBox 14">
            <a:extLst>
              <a:ext uri="{FF2B5EF4-FFF2-40B4-BE49-F238E27FC236}">
                <a16:creationId xmlns:a16="http://schemas.microsoft.com/office/drawing/2014/main" id="{53E97D14-AFA5-8A41-2A82-0D678FC23150}"/>
              </a:ext>
            </a:extLst>
          </p:cNvPr>
          <p:cNvSpPr txBox="1"/>
          <p:nvPr/>
        </p:nvSpPr>
        <p:spPr>
          <a:xfrm>
            <a:off x="504479" y="5498837"/>
            <a:ext cx="2664576" cy="5539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Rows are Postsynaptic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Columns are Presynaptic</a:t>
            </a:r>
          </a:p>
        </p:txBody>
      </p:sp>
      <p:pic>
        <p:nvPicPr>
          <p:cNvPr id="33" name="Picture 32">
            <a:extLst>
              <a:ext uri="{FF2B5EF4-FFF2-40B4-BE49-F238E27FC236}">
                <a16:creationId xmlns:a16="http://schemas.microsoft.com/office/drawing/2014/main" id="{962AF144-9406-F348-BC71-5568A56A46E7}"/>
              </a:ext>
            </a:extLst>
          </p:cNvPr>
          <p:cNvPicPr>
            <a:picLocks noChangeAspect="1"/>
          </p:cNvPicPr>
          <p:nvPr/>
        </p:nvPicPr>
        <p:blipFill>
          <a:blip r:embed="rId7"/>
          <a:stretch>
            <a:fillRect/>
          </a:stretch>
        </p:blipFill>
        <p:spPr>
          <a:xfrm>
            <a:off x="467940" y="1063455"/>
            <a:ext cx="5252461" cy="486339"/>
          </a:xfrm>
          <a:prstGeom prst="rect">
            <a:avLst/>
          </a:prstGeom>
        </p:spPr>
      </p:pic>
      <p:sp>
        <p:nvSpPr>
          <p:cNvPr id="35" name="TextBox 34">
            <a:extLst>
              <a:ext uri="{FF2B5EF4-FFF2-40B4-BE49-F238E27FC236}">
                <a16:creationId xmlns:a16="http://schemas.microsoft.com/office/drawing/2014/main" id="{1E627796-0B1F-FDE3-5D9B-DDCE4EB405D0}"/>
              </a:ext>
            </a:extLst>
          </p:cNvPr>
          <p:cNvSpPr txBox="1"/>
          <p:nvPr/>
        </p:nvSpPr>
        <p:spPr>
          <a:xfrm>
            <a:off x="8601993" y="3688602"/>
            <a:ext cx="2491067" cy="83099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Horizontal connectivity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L" sz="1800" b="1" i="0" u="none" strike="noStrike" kern="1200" cap="none" spc="0" normalizeH="0" baseline="0" noProof="0" dirty="0">
                <a:ln>
                  <a:noFill/>
                </a:ln>
                <a:solidFill>
                  <a:prstClr val="black"/>
                </a:solidFill>
                <a:effectLst/>
                <a:uLnTx/>
                <a:uFillTx/>
                <a:latin typeface="Open Sans"/>
                <a:ea typeface="+mn-ea"/>
                <a:cs typeface="+mn-cs"/>
              </a:rPr>
              <a:t>  E     PV  SOM VIP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dirty="0">
              <a:ln>
                <a:noFill/>
              </a:ln>
              <a:solidFill>
                <a:prstClr val="black"/>
              </a:solidFill>
              <a:effectLst/>
              <a:uLnTx/>
              <a:uFillTx/>
              <a:latin typeface="Open Sans"/>
              <a:ea typeface="+mn-ea"/>
              <a:cs typeface="+mn-cs"/>
            </a:endParaRPr>
          </a:p>
        </p:txBody>
      </p:sp>
      <p:sp>
        <p:nvSpPr>
          <p:cNvPr id="36" name="TextBox 35">
            <a:extLst>
              <a:ext uri="{FF2B5EF4-FFF2-40B4-BE49-F238E27FC236}">
                <a16:creationId xmlns:a16="http://schemas.microsoft.com/office/drawing/2014/main" id="{7244DF8B-810A-FDF7-A48E-3F733B946B20}"/>
              </a:ext>
            </a:extLst>
          </p:cNvPr>
          <p:cNvSpPr txBox="1"/>
          <p:nvPr/>
        </p:nvSpPr>
        <p:spPr>
          <a:xfrm>
            <a:off x="9126977" y="5943504"/>
            <a:ext cx="1826013" cy="5539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Open Sans"/>
                <a:ea typeface="+mn-ea"/>
                <a:cs typeface="+mn-cs"/>
              </a:rPr>
              <a:t>b: </a:t>
            </a:r>
            <a:r>
              <a:rPr kumimoji="0" lang="en-GB" sz="1800" b="0" i="0" u="none" strike="noStrike" kern="1200" cap="none" spc="0" normalizeH="0" baseline="0" noProof="0" dirty="0" err="1">
                <a:ln>
                  <a:noFill/>
                </a:ln>
                <a:solidFill>
                  <a:prstClr val="black"/>
                </a:solidFill>
                <a:effectLst/>
                <a:uLnTx/>
                <a:uFillTx/>
                <a:latin typeface="Open Sans"/>
                <a:ea typeface="+mn-ea"/>
                <a:cs typeface="+mn-cs"/>
              </a:rPr>
              <a:t>Exc</a:t>
            </a:r>
            <a:r>
              <a:rPr kumimoji="0" lang="en-GB" sz="1800" b="0" i="0" u="none" strike="noStrike" kern="1200" cap="none" spc="0" normalizeH="0" baseline="0" noProof="0" dirty="0">
                <a:ln>
                  <a:noFill/>
                </a:ln>
                <a:solidFill>
                  <a:prstClr val="black"/>
                </a:solidFill>
                <a:effectLst/>
                <a:uLnTx/>
                <a:uFillTx/>
                <a:latin typeface="Open Sans"/>
                <a:ea typeface="+mn-ea"/>
                <a:cs typeface="+mn-cs"/>
              </a:rPr>
              <a:t> 1</a:t>
            </a:r>
            <a:r>
              <a:rPr kumimoji="0" lang="en-GB" sz="1800" b="0" i="0" u="none" strike="noStrike" kern="1200" cap="none" spc="0" normalizeH="0" baseline="0" noProof="0" dirty="0">
                <a:ln>
                  <a:noFill/>
                </a:ln>
                <a:solidFill>
                  <a:prstClr val="black"/>
                </a:solidFill>
                <a:effectLst/>
                <a:uLnTx/>
                <a:uFillTx/>
                <a:latin typeface="Open Sans"/>
                <a:ea typeface="+mn-ea"/>
                <a:cs typeface="+mn-cs"/>
                <a:sym typeface="Wingdings" pitchFamily="2" charset="2"/>
              </a:rPr>
              <a:t> </a:t>
            </a:r>
            <a:r>
              <a:rPr kumimoji="0" lang="en-GB" sz="1800" b="0" i="0" u="none" strike="noStrike" kern="1200" cap="none" spc="0" normalizeH="0" baseline="0" noProof="0" dirty="0" err="1">
                <a:ln>
                  <a:noFill/>
                </a:ln>
                <a:solidFill>
                  <a:prstClr val="black"/>
                </a:solidFill>
                <a:effectLst/>
                <a:uLnTx/>
                <a:uFillTx/>
                <a:latin typeface="Open Sans"/>
                <a:ea typeface="+mn-ea"/>
                <a:cs typeface="+mn-cs"/>
                <a:sym typeface="Wingdings" pitchFamily="2" charset="2"/>
              </a:rPr>
              <a:t>Exc</a:t>
            </a:r>
            <a:r>
              <a:rPr kumimoji="0" lang="en-GB" sz="1800" b="0" i="0" u="none" strike="noStrike" kern="1200" cap="none" spc="0" normalizeH="0" baseline="0" noProof="0" dirty="0">
                <a:ln>
                  <a:noFill/>
                </a:ln>
                <a:solidFill>
                  <a:prstClr val="black"/>
                </a:solidFill>
                <a:effectLst/>
                <a:uLnTx/>
                <a:uFillTx/>
                <a:latin typeface="Open Sans"/>
                <a:ea typeface="+mn-ea"/>
                <a:cs typeface="+mn-cs"/>
                <a:sym typeface="Wingdings" pitchFamily="2" charset="2"/>
              </a:rPr>
              <a:t> 2</a:t>
            </a:r>
            <a:endParaRPr kumimoji="0" lang="en-GB" sz="1800" b="0" i="0" u="none" strike="noStrike" kern="1200" cap="none" spc="0" normalizeH="0" baseline="0" noProof="0" dirty="0">
              <a:ln>
                <a:noFill/>
              </a:ln>
              <a:solidFill>
                <a:prstClr val="black"/>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Open Sans"/>
                <a:ea typeface="+mn-ea"/>
                <a:cs typeface="+mn-cs"/>
              </a:rPr>
              <a:t>c: </a:t>
            </a:r>
            <a:r>
              <a:rPr kumimoji="0" lang="en-GB" sz="1800" b="0" i="0" u="none" strike="noStrike" kern="1200" cap="none" spc="0" normalizeH="0" baseline="0" noProof="0" dirty="0" err="1">
                <a:ln>
                  <a:noFill/>
                </a:ln>
                <a:solidFill>
                  <a:prstClr val="black"/>
                </a:solidFill>
                <a:effectLst/>
                <a:uLnTx/>
                <a:uFillTx/>
                <a:latin typeface="Open Sans"/>
                <a:ea typeface="+mn-ea"/>
                <a:cs typeface="+mn-cs"/>
              </a:rPr>
              <a:t>Exc</a:t>
            </a:r>
            <a:r>
              <a:rPr kumimoji="0" lang="en-GB" sz="1800" b="0" i="0" u="none" strike="noStrike" kern="1200" cap="none" spc="0" normalizeH="0" baseline="0" noProof="0" dirty="0">
                <a:ln>
                  <a:noFill/>
                </a:ln>
                <a:solidFill>
                  <a:prstClr val="black"/>
                </a:solidFill>
                <a:effectLst/>
                <a:uLnTx/>
                <a:uFillTx/>
                <a:latin typeface="Open Sans"/>
                <a:ea typeface="+mn-ea"/>
                <a:cs typeface="+mn-cs"/>
              </a:rPr>
              <a:t> 1 </a:t>
            </a:r>
            <a:r>
              <a:rPr kumimoji="0" lang="en-GB" sz="1800" b="0" i="0" u="none" strike="noStrike" kern="1200" cap="none" spc="0" normalizeH="0" baseline="0" noProof="0" dirty="0">
                <a:ln>
                  <a:noFill/>
                </a:ln>
                <a:solidFill>
                  <a:prstClr val="black"/>
                </a:solidFill>
                <a:effectLst/>
                <a:uLnTx/>
                <a:uFillTx/>
                <a:latin typeface="Open Sans"/>
                <a:ea typeface="+mn-ea"/>
                <a:cs typeface="+mn-cs"/>
                <a:sym typeface="Wingdings" pitchFamily="2" charset="2"/>
              </a:rPr>
              <a:t> SOM 2</a:t>
            </a:r>
            <a:endParaRPr kumimoji="0" lang="en-NL" sz="1800" b="0" i="0" u="none" strike="noStrike" kern="1200" cap="none" spc="0" normalizeH="0" baseline="0" noProof="0" dirty="0" err="1">
              <a:ln>
                <a:noFill/>
              </a:ln>
              <a:solidFill>
                <a:prstClr val="black"/>
              </a:solidFill>
              <a:effectLst/>
              <a:uLnTx/>
              <a:uFillTx/>
              <a:latin typeface="Open Sans"/>
              <a:ea typeface="+mn-ea"/>
              <a:cs typeface="+mn-cs"/>
            </a:endParaRPr>
          </a:p>
        </p:txBody>
      </p:sp>
      <p:pic>
        <p:nvPicPr>
          <p:cNvPr id="37" name="Picture 36">
            <a:extLst>
              <a:ext uri="{FF2B5EF4-FFF2-40B4-BE49-F238E27FC236}">
                <a16:creationId xmlns:a16="http://schemas.microsoft.com/office/drawing/2014/main" id="{61FBB10D-46C3-8BD7-43E7-D3792CE4AA97}"/>
              </a:ext>
            </a:extLst>
          </p:cNvPr>
          <p:cNvPicPr>
            <a:picLocks noChangeAspect="1"/>
          </p:cNvPicPr>
          <p:nvPr/>
        </p:nvPicPr>
        <p:blipFill>
          <a:blip r:embed="rId4"/>
          <a:srcRect l="72067"/>
          <a:stretch>
            <a:fillRect/>
          </a:stretch>
        </p:blipFill>
        <p:spPr>
          <a:xfrm>
            <a:off x="8039704" y="4211224"/>
            <a:ext cx="3053356" cy="1710950"/>
          </a:xfrm>
          <a:prstGeom prst="rect">
            <a:avLst/>
          </a:prstGeom>
        </p:spPr>
      </p:pic>
      <p:pic>
        <p:nvPicPr>
          <p:cNvPr id="38" name="Picture 37">
            <a:extLst>
              <a:ext uri="{FF2B5EF4-FFF2-40B4-BE49-F238E27FC236}">
                <a16:creationId xmlns:a16="http://schemas.microsoft.com/office/drawing/2014/main" id="{9E95A550-3B80-44E3-F444-1EEC26DCDD3E}"/>
              </a:ext>
            </a:extLst>
          </p:cNvPr>
          <p:cNvPicPr>
            <a:picLocks noChangeAspect="1"/>
          </p:cNvPicPr>
          <p:nvPr/>
        </p:nvPicPr>
        <p:blipFill>
          <a:blip r:embed="rId8"/>
          <a:stretch>
            <a:fillRect/>
          </a:stretch>
        </p:blipFill>
        <p:spPr>
          <a:xfrm>
            <a:off x="6368234" y="358036"/>
            <a:ext cx="5073568" cy="3175650"/>
          </a:xfrm>
          <a:prstGeom prst="rect">
            <a:avLst/>
          </a:prstGeom>
        </p:spPr>
      </p:pic>
      <p:sp>
        <p:nvSpPr>
          <p:cNvPr id="41" name="Rounded Rectangle 40">
            <a:extLst>
              <a:ext uri="{FF2B5EF4-FFF2-40B4-BE49-F238E27FC236}">
                <a16:creationId xmlns:a16="http://schemas.microsoft.com/office/drawing/2014/main" id="{F69AAF92-CC9C-A86A-CC9C-570651A4EC62}"/>
              </a:ext>
            </a:extLst>
          </p:cNvPr>
          <p:cNvSpPr/>
          <p:nvPr/>
        </p:nvSpPr>
        <p:spPr>
          <a:xfrm>
            <a:off x="7271339" y="352444"/>
            <a:ext cx="2053119" cy="3325493"/>
          </a:xfrm>
          <a:prstGeom prst="roundRect">
            <a:avLst/>
          </a:prstGeom>
          <a:solidFill>
            <a:schemeClr val="accent1">
              <a:alpha val="24811"/>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Open Sans"/>
              <a:ea typeface="+mn-ea"/>
              <a:cs typeface="+mn-cs"/>
            </a:endParaRPr>
          </a:p>
        </p:txBody>
      </p:sp>
      <p:sp>
        <p:nvSpPr>
          <p:cNvPr id="42" name="Rounded Rectangle 41">
            <a:extLst>
              <a:ext uri="{FF2B5EF4-FFF2-40B4-BE49-F238E27FC236}">
                <a16:creationId xmlns:a16="http://schemas.microsoft.com/office/drawing/2014/main" id="{B2A57C5B-8F55-804E-3B1A-51D87730A0A9}"/>
              </a:ext>
            </a:extLst>
          </p:cNvPr>
          <p:cNvSpPr/>
          <p:nvPr/>
        </p:nvSpPr>
        <p:spPr>
          <a:xfrm>
            <a:off x="9388683" y="352444"/>
            <a:ext cx="1994751" cy="3325493"/>
          </a:xfrm>
          <a:prstGeom prst="roundRect">
            <a:avLst/>
          </a:prstGeom>
          <a:solidFill>
            <a:srgbClr val="00B0F0">
              <a:alpha val="24811"/>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Open Sans"/>
              <a:ea typeface="+mn-ea"/>
              <a:cs typeface="+mn-cs"/>
            </a:endParaRPr>
          </a:p>
        </p:txBody>
      </p:sp>
      <p:sp>
        <p:nvSpPr>
          <p:cNvPr id="43" name="TextBox 42">
            <a:extLst>
              <a:ext uri="{FF2B5EF4-FFF2-40B4-BE49-F238E27FC236}">
                <a16:creationId xmlns:a16="http://schemas.microsoft.com/office/drawing/2014/main" id="{928823C5-E776-B1E4-43B8-641CBC257233}"/>
              </a:ext>
            </a:extLst>
          </p:cNvPr>
          <p:cNvSpPr txBox="1"/>
          <p:nvPr/>
        </p:nvSpPr>
        <p:spPr>
          <a:xfrm>
            <a:off x="7970209" y="83573"/>
            <a:ext cx="722955"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Center</a:t>
            </a:r>
          </a:p>
        </p:txBody>
      </p:sp>
      <p:sp>
        <p:nvSpPr>
          <p:cNvPr id="44" name="TextBox 43">
            <a:extLst>
              <a:ext uri="{FF2B5EF4-FFF2-40B4-BE49-F238E27FC236}">
                <a16:creationId xmlns:a16="http://schemas.microsoft.com/office/drawing/2014/main" id="{E91AFDBA-F387-1734-ED73-72E9B57417D6}"/>
              </a:ext>
            </a:extLst>
          </p:cNvPr>
          <p:cNvSpPr txBox="1"/>
          <p:nvPr/>
        </p:nvSpPr>
        <p:spPr>
          <a:xfrm>
            <a:off x="9959682" y="82305"/>
            <a:ext cx="1014893"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Surround</a:t>
            </a:r>
          </a:p>
        </p:txBody>
      </p:sp>
      <p:pic>
        <p:nvPicPr>
          <p:cNvPr id="45" name="Picture 44">
            <a:extLst>
              <a:ext uri="{FF2B5EF4-FFF2-40B4-BE49-F238E27FC236}">
                <a16:creationId xmlns:a16="http://schemas.microsoft.com/office/drawing/2014/main" id="{0FD032EB-A45C-7DA5-C8A7-8FBFD521BE57}"/>
              </a:ext>
            </a:extLst>
          </p:cNvPr>
          <p:cNvPicPr>
            <a:picLocks noChangeAspect="1"/>
          </p:cNvPicPr>
          <p:nvPr/>
        </p:nvPicPr>
        <p:blipFill>
          <a:blip r:embed="rId3"/>
          <a:srcRect t="48290" r="73740" b="33179"/>
          <a:stretch>
            <a:fillRect/>
          </a:stretch>
        </p:blipFill>
        <p:spPr>
          <a:xfrm>
            <a:off x="517520" y="3884559"/>
            <a:ext cx="1500789" cy="428936"/>
          </a:xfrm>
          <a:prstGeom prst="rect">
            <a:avLst/>
          </a:prstGeom>
        </p:spPr>
      </p:pic>
    </p:spTree>
    <p:extLst>
      <p:ext uri="{BB962C8B-B14F-4D97-AF65-F5344CB8AC3E}">
        <p14:creationId xmlns:p14="http://schemas.microsoft.com/office/powerpoint/2010/main" val="3292582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5" grpId="0"/>
      <p:bldP spid="35" grpId="0"/>
      <p:bldP spid="36" grpId="0"/>
      <p:bldP spid="41" grpId="0" animBg="1"/>
      <p:bldP spid="42" grpId="0" animBg="1"/>
      <p:bldP spid="43" grpId="0"/>
      <p:bldP spid="4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DBBB7-9CFD-3B5E-5020-CEE6A6F891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4FADC0-930E-60A4-BB95-D43FEF49C783}"/>
              </a:ext>
            </a:extLst>
          </p:cNvPr>
          <p:cNvSpPr>
            <a:spLocks noGrp="1"/>
          </p:cNvSpPr>
          <p:nvPr>
            <p:ph type="title"/>
          </p:nvPr>
        </p:nvSpPr>
        <p:spPr/>
        <p:txBody>
          <a:bodyPr/>
          <a:lstStyle/>
          <a:p>
            <a:r>
              <a:rPr lang="en-GB" sz="2400" dirty="0"/>
              <a:t>Surrounding information </a:t>
            </a:r>
            <a:r>
              <a:rPr lang="nl-NL" sz="2400" dirty="0" err="1"/>
              <a:t>increases</a:t>
            </a:r>
            <a:r>
              <a:rPr lang="nl-NL" sz="2400" dirty="0"/>
              <a:t> </a:t>
            </a:r>
            <a:r>
              <a:rPr lang="nl-NL" sz="2400" dirty="0" err="1"/>
              <a:t>figure-ground</a:t>
            </a:r>
            <a:r>
              <a:rPr lang="nl-NL" sz="2400" dirty="0"/>
              <a:t> </a:t>
            </a:r>
            <a:r>
              <a:rPr lang="nl-NL" sz="2400" dirty="0" err="1"/>
              <a:t>segmentation</a:t>
            </a:r>
            <a:r>
              <a:rPr lang="nl-NL" sz="2400" dirty="0"/>
              <a:t> </a:t>
            </a:r>
            <a:r>
              <a:rPr lang="nl-NL" sz="2400" dirty="0" err="1"/>
              <a:t>through</a:t>
            </a:r>
            <a:r>
              <a:rPr lang="nl-NL" sz="2400" dirty="0"/>
              <a:t> feedback</a:t>
            </a:r>
            <a:endParaRPr lang="en-NL" sz="2000" dirty="0"/>
          </a:p>
        </p:txBody>
      </p:sp>
      <p:sp>
        <p:nvSpPr>
          <p:cNvPr id="7" name="TextBox 6">
            <a:extLst>
              <a:ext uri="{FF2B5EF4-FFF2-40B4-BE49-F238E27FC236}">
                <a16:creationId xmlns:a16="http://schemas.microsoft.com/office/drawing/2014/main" id="{19564D56-C4D0-BD3A-72D6-6F3A875ADFDC}"/>
              </a:ext>
            </a:extLst>
          </p:cNvPr>
          <p:cNvSpPr txBox="1"/>
          <p:nvPr/>
        </p:nvSpPr>
        <p:spPr>
          <a:xfrm>
            <a:off x="8925928" y="5475879"/>
            <a:ext cx="1186222"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200" b="0" i="0" u="none" strike="noStrike" kern="1200" cap="none" spc="0" normalizeH="0" baseline="0" noProof="0" dirty="0">
                <a:ln>
                  <a:noFill/>
                </a:ln>
                <a:solidFill>
                  <a:prstClr val="black"/>
                </a:solidFill>
                <a:effectLst/>
                <a:uLnTx/>
                <a:uFillTx/>
                <a:latin typeface="Open Sans"/>
                <a:ea typeface="+mn-ea"/>
                <a:cs typeface="+mn-cs"/>
              </a:rPr>
              <a:t>Keller et al. 2020</a:t>
            </a:r>
          </a:p>
        </p:txBody>
      </p:sp>
      <p:grpSp>
        <p:nvGrpSpPr>
          <p:cNvPr id="9" name="Group 8">
            <a:extLst>
              <a:ext uri="{FF2B5EF4-FFF2-40B4-BE49-F238E27FC236}">
                <a16:creationId xmlns:a16="http://schemas.microsoft.com/office/drawing/2014/main" id="{6BBAA9B9-08D3-47DA-4E1F-27BFB6E9BB80}"/>
              </a:ext>
            </a:extLst>
          </p:cNvPr>
          <p:cNvGrpSpPr/>
          <p:nvPr/>
        </p:nvGrpSpPr>
        <p:grpSpPr>
          <a:xfrm>
            <a:off x="278810" y="2155321"/>
            <a:ext cx="5758016" cy="3443602"/>
            <a:chOff x="6096000" y="2155321"/>
            <a:chExt cx="5758016" cy="3443602"/>
          </a:xfrm>
        </p:grpSpPr>
        <p:pic>
          <p:nvPicPr>
            <p:cNvPr id="3" name="Picture 2">
              <a:extLst>
                <a:ext uri="{FF2B5EF4-FFF2-40B4-BE49-F238E27FC236}">
                  <a16:creationId xmlns:a16="http://schemas.microsoft.com/office/drawing/2014/main" id="{01A0612C-1C62-513F-1D43-9B774E0BCD03}"/>
                </a:ext>
              </a:extLst>
            </p:cNvPr>
            <p:cNvPicPr>
              <a:picLocks noChangeAspect="1"/>
            </p:cNvPicPr>
            <p:nvPr/>
          </p:nvPicPr>
          <p:blipFill>
            <a:blip r:embed="rId3"/>
            <a:stretch>
              <a:fillRect/>
            </a:stretch>
          </p:blipFill>
          <p:spPr>
            <a:xfrm>
              <a:off x="6096000" y="2293821"/>
              <a:ext cx="5758016" cy="3305102"/>
            </a:xfrm>
            <a:prstGeom prst="rect">
              <a:avLst/>
            </a:prstGeom>
          </p:spPr>
        </p:pic>
        <p:sp>
          <p:nvSpPr>
            <p:cNvPr id="11" name="TextBox 10">
              <a:extLst>
                <a:ext uri="{FF2B5EF4-FFF2-40B4-BE49-F238E27FC236}">
                  <a16:creationId xmlns:a16="http://schemas.microsoft.com/office/drawing/2014/main" id="{59A33E2A-698F-2184-65E2-818AB6415EF5}"/>
                </a:ext>
              </a:extLst>
            </p:cNvPr>
            <p:cNvSpPr txBox="1"/>
            <p:nvPr/>
          </p:nvSpPr>
          <p:spPr>
            <a:xfrm>
              <a:off x="8212780" y="2155321"/>
              <a:ext cx="1633460"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1" i="0" u="none" strike="noStrike" kern="1200" cap="none" spc="0" normalizeH="0" baseline="0" noProof="0" dirty="0">
                  <a:ln>
                    <a:noFill/>
                  </a:ln>
                  <a:solidFill>
                    <a:prstClr val="black"/>
                  </a:solidFill>
                  <a:effectLst/>
                  <a:uLnTx/>
                  <a:uFillTx/>
                  <a:latin typeface="Open Sans"/>
                  <a:ea typeface="+mn-ea"/>
                  <a:cs typeface="+mn-cs"/>
                </a:rPr>
                <a:t>Pop-out effect</a:t>
              </a:r>
            </a:p>
          </p:txBody>
        </p:sp>
      </p:grpSp>
      <p:pic>
        <p:nvPicPr>
          <p:cNvPr id="6" name="Picture 5">
            <a:extLst>
              <a:ext uri="{FF2B5EF4-FFF2-40B4-BE49-F238E27FC236}">
                <a16:creationId xmlns:a16="http://schemas.microsoft.com/office/drawing/2014/main" id="{1A205990-5EED-450E-0AF7-3076E0788A86}"/>
              </a:ext>
            </a:extLst>
          </p:cNvPr>
          <p:cNvPicPr>
            <a:picLocks noChangeAspect="1"/>
          </p:cNvPicPr>
          <p:nvPr/>
        </p:nvPicPr>
        <p:blipFill>
          <a:blip r:embed="rId4"/>
          <a:srcRect r="50049"/>
          <a:stretch>
            <a:fillRect/>
          </a:stretch>
        </p:blipFill>
        <p:spPr>
          <a:xfrm>
            <a:off x="7119451" y="1630061"/>
            <a:ext cx="3846424" cy="3784196"/>
          </a:xfrm>
          <a:prstGeom prst="rect">
            <a:avLst/>
          </a:prstGeom>
        </p:spPr>
      </p:pic>
      <p:sp>
        <p:nvSpPr>
          <p:cNvPr id="10" name="Slide Number Placeholder 9">
            <a:extLst>
              <a:ext uri="{FF2B5EF4-FFF2-40B4-BE49-F238E27FC236}">
                <a16:creationId xmlns:a16="http://schemas.microsoft.com/office/drawing/2014/main" id="{8456AB85-4422-AAE9-3125-F8F1A565C80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pic>
        <p:nvPicPr>
          <p:cNvPr id="15" name="Graphic 14" descr="Rat outline">
            <a:extLst>
              <a:ext uri="{FF2B5EF4-FFF2-40B4-BE49-F238E27FC236}">
                <a16:creationId xmlns:a16="http://schemas.microsoft.com/office/drawing/2014/main" id="{FCB629CB-F4D8-D0BE-2FCF-92416DC05E4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47617" y="469373"/>
            <a:ext cx="914400" cy="914400"/>
          </a:xfrm>
          <a:prstGeom prst="rect">
            <a:avLst/>
          </a:prstGeom>
        </p:spPr>
      </p:pic>
    </p:spTree>
    <p:extLst>
      <p:ext uri="{BB962C8B-B14F-4D97-AF65-F5344CB8AC3E}">
        <p14:creationId xmlns:p14="http://schemas.microsoft.com/office/powerpoint/2010/main" val="898880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9FF4A-01B8-FE3B-E2FF-9D19F3985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BCD8F-E2A9-39BC-05BC-126F27E80B8B}"/>
              </a:ext>
            </a:extLst>
          </p:cNvPr>
          <p:cNvSpPr>
            <a:spLocks noGrp="1"/>
          </p:cNvSpPr>
          <p:nvPr>
            <p:ph type="title"/>
          </p:nvPr>
        </p:nvSpPr>
        <p:spPr/>
        <p:txBody>
          <a:bodyPr/>
          <a:lstStyle/>
          <a:p>
            <a:r>
              <a:rPr lang="en-GB" sz="2400" dirty="0"/>
              <a:t>L2/3 V</a:t>
            </a:r>
            <a:r>
              <a:rPr lang="en-NL" sz="2400" dirty="0"/>
              <a:t>ip encodes contextual information</a:t>
            </a:r>
            <a:br>
              <a:rPr lang="en-NL" sz="2400" dirty="0"/>
            </a:br>
            <a:br>
              <a:rPr lang="en-NL" sz="2400" dirty="0"/>
            </a:br>
            <a:endParaRPr lang="en-NL" sz="2400" dirty="0"/>
          </a:p>
        </p:txBody>
      </p:sp>
      <p:pic>
        <p:nvPicPr>
          <p:cNvPr id="5" name="Picture 4">
            <a:extLst>
              <a:ext uri="{FF2B5EF4-FFF2-40B4-BE49-F238E27FC236}">
                <a16:creationId xmlns:a16="http://schemas.microsoft.com/office/drawing/2014/main" id="{7C8CB198-601A-4C8E-9C97-2943284D3B7A}"/>
              </a:ext>
            </a:extLst>
          </p:cNvPr>
          <p:cNvPicPr>
            <a:picLocks noChangeAspect="1"/>
          </p:cNvPicPr>
          <p:nvPr/>
        </p:nvPicPr>
        <p:blipFill>
          <a:blip r:embed="rId3"/>
          <a:srcRect r="51845"/>
          <a:stretch>
            <a:fillRect/>
          </a:stretch>
        </p:blipFill>
        <p:spPr>
          <a:xfrm>
            <a:off x="294550" y="1332230"/>
            <a:ext cx="3392387" cy="2153766"/>
          </a:xfrm>
          <a:prstGeom prst="rect">
            <a:avLst/>
          </a:prstGeom>
        </p:spPr>
      </p:pic>
      <p:pic>
        <p:nvPicPr>
          <p:cNvPr id="9" name="Picture 8">
            <a:extLst>
              <a:ext uri="{FF2B5EF4-FFF2-40B4-BE49-F238E27FC236}">
                <a16:creationId xmlns:a16="http://schemas.microsoft.com/office/drawing/2014/main" id="{12D2C972-E428-BF62-4E52-3F79FD00679E}"/>
              </a:ext>
            </a:extLst>
          </p:cNvPr>
          <p:cNvPicPr>
            <a:picLocks noChangeAspect="1"/>
          </p:cNvPicPr>
          <p:nvPr/>
        </p:nvPicPr>
        <p:blipFill>
          <a:blip r:embed="rId4"/>
          <a:stretch>
            <a:fillRect/>
          </a:stretch>
        </p:blipFill>
        <p:spPr>
          <a:xfrm>
            <a:off x="3382972" y="1428097"/>
            <a:ext cx="2634916" cy="1824679"/>
          </a:xfrm>
          <a:prstGeom prst="rect">
            <a:avLst/>
          </a:prstGeom>
        </p:spPr>
      </p:pic>
      <p:sp>
        <p:nvSpPr>
          <p:cNvPr id="10" name="TextBox 9">
            <a:extLst>
              <a:ext uri="{FF2B5EF4-FFF2-40B4-BE49-F238E27FC236}">
                <a16:creationId xmlns:a16="http://schemas.microsoft.com/office/drawing/2014/main" id="{152D5166-A13E-D2B1-5165-EA29F46227D2}"/>
              </a:ext>
            </a:extLst>
          </p:cNvPr>
          <p:cNvSpPr txBox="1"/>
          <p:nvPr/>
        </p:nvSpPr>
        <p:spPr>
          <a:xfrm>
            <a:off x="4671683" y="1104369"/>
            <a:ext cx="514564"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SOM</a:t>
            </a:r>
          </a:p>
        </p:txBody>
      </p:sp>
      <p:pic>
        <p:nvPicPr>
          <p:cNvPr id="11" name="Picture 10">
            <a:extLst>
              <a:ext uri="{FF2B5EF4-FFF2-40B4-BE49-F238E27FC236}">
                <a16:creationId xmlns:a16="http://schemas.microsoft.com/office/drawing/2014/main" id="{5440422A-8F45-C050-FD95-00F576FFB0A1}"/>
              </a:ext>
            </a:extLst>
          </p:cNvPr>
          <p:cNvPicPr>
            <a:picLocks noChangeAspect="1"/>
          </p:cNvPicPr>
          <p:nvPr/>
        </p:nvPicPr>
        <p:blipFill>
          <a:blip r:embed="rId5"/>
          <a:stretch>
            <a:fillRect/>
          </a:stretch>
        </p:blipFill>
        <p:spPr>
          <a:xfrm>
            <a:off x="3461083" y="4091816"/>
            <a:ext cx="2634917" cy="1928958"/>
          </a:xfrm>
          <a:prstGeom prst="rect">
            <a:avLst/>
          </a:prstGeom>
        </p:spPr>
      </p:pic>
      <p:sp>
        <p:nvSpPr>
          <p:cNvPr id="12" name="TextBox 11">
            <a:extLst>
              <a:ext uri="{FF2B5EF4-FFF2-40B4-BE49-F238E27FC236}">
                <a16:creationId xmlns:a16="http://schemas.microsoft.com/office/drawing/2014/main" id="{2F9BA6D2-519B-809A-AF4D-06F6865E90A9}"/>
              </a:ext>
            </a:extLst>
          </p:cNvPr>
          <p:cNvSpPr txBox="1"/>
          <p:nvPr/>
        </p:nvSpPr>
        <p:spPr>
          <a:xfrm>
            <a:off x="4934104" y="3780634"/>
            <a:ext cx="341440"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VIP</a:t>
            </a:r>
          </a:p>
        </p:txBody>
      </p:sp>
      <p:sp>
        <p:nvSpPr>
          <p:cNvPr id="3" name="TextBox 2">
            <a:extLst>
              <a:ext uri="{FF2B5EF4-FFF2-40B4-BE49-F238E27FC236}">
                <a16:creationId xmlns:a16="http://schemas.microsoft.com/office/drawing/2014/main" id="{95415092-122A-5173-D318-3EBDCF14D573}"/>
              </a:ext>
            </a:extLst>
          </p:cNvPr>
          <p:cNvSpPr txBox="1"/>
          <p:nvPr/>
        </p:nvSpPr>
        <p:spPr>
          <a:xfrm>
            <a:off x="4700430" y="6160322"/>
            <a:ext cx="1186222"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200" b="0" i="0" u="none" strike="noStrike" kern="1200" cap="none" spc="0" normalizeH="0" baseline="0" noProof="0" dirty="0">
                <a:ln>
                  <a:noFill/>
                </a:ln>
                <a:solidFill>
                  <a:prstClr val="black"/>
                </a:solidFill>
                <a:effectLst/>
                <a:uLnTx/>
                <a:uFillTx/>
                <a:latin typeface="Open Sans"/>
                <a:ea typeface="+mn-ea"/>
                <a:cs typeface="+mn-cs"/>
              </a:rPr>
              <a:t>Keller et al. 2020</a:t>
            </a:r>
          </a:p>
        </p:txBody>
      </p:sp>
      <p:sp>
        <p:nvSpPr>
          <p:cNvPr id="4" name="Slide Number Placeholder 3">
            <a:extLst>
              <a:ext uri="{FF2B5EF4-FFF2-40B4-BE49-F238E27FC236}">
                <a16:creationId xmlns:a16="http://schemas.microsoft.com/office/drawing/2014/main" id="{52EB2648-AEFD-BD1A-84ED-CB78E921900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pic>
        <p:nvPicPr>
          <p:cNvPr id="8" name="Graphic 7" descr="Rat outline">
            <a:extLst>
              <a:ext uri="{FF2B5EF4-FFF2-40B4-BE49-F238E27FC236}">
                <a16:creationId xmlns:a16="http://schemas.microsoft.com/office/drawing/2014/main" id="{F85141A1-2FE9-98F3-B4C4-A632B7AE53D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798777" y="212288"/>
            <a:ext cx="914400" cy="914400"/>
          </a:xfrm>
          <a:prstGeom prst="rect">
            <a:avLst/>
          </a:prstGeom>
        </p:spPr>
      </p:pic>
      <p:pic>
        <p:nvPicPr>
          <p:cNvPr id="18" name="Picture 17">
            <a:extLst>
              <a:ext uri="{FF2B5EF4-FFF2-40B4-BE49-F238E27FC236}">
                <a16:creationId xmlns:a16="http://schemas.microsoft.com/office/drawing/2014/main" id="{5C3F979E-C60E-3E05-8B78-CBB2017C4B4E}"/>
              </a:ext>
            </a:extLst>
          </p:cNvPr>
          <p:cNvPicPr>
            <a:picLocks noChangeAspect="1"/>
          </p:cNvPicPr>
          <p:nvPr/>
        </p:nvPicPr>
        <p:blipFill>
          <a:blip r:embed="rId3"/>
          <a:srcRect l="54912" t="54421" r="1"/>
          <a:stretch>
            <a:fillRect/>
          </a:stretch>
        </p:blipFill>
        <p:spPr>
          <a:xfrm>
            <a:off x="6594280" y="2617770"/>
            <a:ext cx="2798297" cy="864841"/>
          </a:xfrm>
          <a:prstGeom prst="rect">
            <a:avLst/>
          </a:prstGeom>
        </p:spPr>
      </p:pic>
      <p:pic>
        <p:nvPicPr>
          <p:cNvPr id="23" name="Picture 22">
            <a:extLst>
              <a:ext uri="{FF2B5EF4-FFF2-40B4-BE49-F238E27FC236}">
                <a16:creationId xmlns:a16="http://schemas.microsoft.com/office/drawing/2014/main" id="{F9543091-B52D-D54C-87A6-3F88A447DDDB}"/>
              </a:ext>
            </a:extLst>
          </p:cNvPr>
          <p:cNvPicPr>
            <a:picLocks noChangeAspect="1"/>
          </p:cNvPicPr>
          <p:nvPr/>
        </p:nvPicPr>
        <p:blipFill>
          <a:blip r:embed="rId8"/>
          <a:stretch>
            <a:fillRect/>
          </a:stretch>
        </p:blipFill>
        <p:spPr>
          <a:xfrm>
            <a:off x="1463561" y="1477167"/>
            <a:ext cx="970803" cy="986546"/>
          </a:xfrm>
          <a:prstGeom prst="rect">
            <a:avLst/>
          </a:prstGeom>
        </p:spPr>
      </p:pic>
      <p:pic>
        <p:nvPicPr>
          <p:cNvPr id="22" name="Picture 21">
            <a:extLst>
              <a:ext uri="{FF2B5EF4-FFF2-40B4-BE49-F238E27FC236}">
                <a16:creationId xmlns:a16="http://schemas.microsoft.com/office/drawing/2014/main" id="{6E7CBE01-1D00-C9F1-59AD-E3DA106EF125}"/>
              </a:ext>
            </a:extLst>
          </p:cNvPr>
          <p:cNvPicPr>
            <a:picLocks noChangeAspect="1"/>
          </p:cNvPicPr>
          <p:nvPr/>
        </p:nvPicPr>
        <p:blipFill>
          <a:blip r:embed="rId9"/>
          <a:stretch>
            <a:fillRect/>
          </a:stretch>
        </p:blipFill>
        <p:spPr>
          <a:xfrm>
            <a:off x="7463963" y="1508643"/>
            <a:ext cx="975409" cy="990974"/>
          </a:xfrm>
          <a:prstGeom prst="rect">
            <a:avLst/>
          </a:prstGeom>
        </p:spPr>
      </p:pic>
      <p:pic>
        <p:nvPicPr>
          <p:cNvPr id="25" name="Picture 24">
            <a:extLst>
              <a:ext uri="{FF2B5EF4-FFF2-40B4-BE49-F238E27FC236}">
                <a16:creationId xmlns:a16="http://schemas.microsoft.com/office/drawing/2014/main" id="{EFDD414F-A665-A26A-C1D3-DD773D0C5F83}"/>
              </a:ext>
            </a:extLst>
          </p:cNvPr>
          <p:cNvPicPr>
            <a:picLocks noChangeAspect="1"/>
          </p:cNvPicPr>
          <p:nvPr/>
        </p:nvPicPr>
        <p:blipFill>
          <a:blip r:embed="rId10"/>
          <a:stretch>
            <a:fillRect/>
          </a:stretch>
        </p:blipFill>
        <p:spPr>
          <a:xfrm>
            <a:off x="9599500" y="1326647"/>
            <a:ext cx="2032205" cy="1922356"/>
          </a:xfrm>
          <a:prstGeom prst="rect">
            <a:avLst/>
          </a:prstGeom>
        </p:spPr>
      </p:pic>
      <p:sp>
        <p:nvSpPr>
          <p:cNvPr id="26" name="TextBox 25">
            <a:extLst>
              <a:ext uri="{FF2B5EF4-FFF2-40B4-BE49-F238E27FC236}">
                <a16:creationId xmlns:a16="http://schemas.microsoft.com/office/drawing/2014/main" id="{AB013880-E177-75A1-73B4-9CFC1E7BB850}"/>
              </a:ext>
            </a:extLst>
          </p:cNvPr>
          <p:cNvSpPr txBox="1"/>
          <p:nvPr/>
        </p:nvSpPr>
        <p:spPr>
          <a:xfrm>
            <a:off x="1127318" y="1151098"/>
            <a:ext cx="1944635"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High contrast - Iso</a:t>
            </a:r>
          </a:p>
        </p:txBody>
      </p:sp>
      <p:sp>
        <p:nvSpPr>
          <p:cNvPr id="27" name="TextBox 26">
            <a:extLst>
              <a:ext uri="{FF2B5EF4-FFF2-40B4-BE49-F238E27FC236}">
                <a16:creationId xmlns:a16="http://schemas.microsoft.com/office/drawing/2014/main" id="{579DBAD9-C17F-3620-C887-97A661682481}"/>
              </a:ext>
            </a:extLst>
          </p:cNvPr>
          <p:cNvSpPr txBox="1"/>
          <p:nvPr/>
        </p:nvSpPr>
        <p:spPr>
          <a:xfrm>
            <a:off x="945418" y="3911673"/>
            <a:ext cx="2286267"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High contrast -  Cross</a:t>
            </a:r>
          </a:p>
        </p:txBody>
      </p:sp>
      <p:sp>
        <p:nvSpPr>
          <p:cNvPr id="28" name="TextBox 27">
            <a:extLst>
              <a:ext uri="{FF2B5EF4-FFF2-40B4-BE49-F238E27FC236}">
                <a16:creationId xmlns:a16="http://schemas.microsoft.com/office/drawing/2014/main" id="{FD71DD3F-1C8B-412A-D29C-265955AF9010}"/>
              </a:ext>
            </a:extLst>
          </p:cNvPr>
          <p:cNvSpPr txBox="1"/>
          <p:nvPr/>
        </p:nvSpPr>
        <p:spPr>
          <a:xfrm>
            <a:off x="7061280" y="4092009"/>
            <a:ext cx="2166234"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Low contrast - Cross</a:t>
            </a:r>
          </a:p>
        </p:txBody>
      </p:sp>
      <p:sp>
        <p:nvSpPr>
          <p:cNvPr id="31" name="TextBox 30">
            <a:extLst>
              <a:ext uri="{FF2B5EF4-FFF2-40B4-BE49-F238E27FC236}">
                <a16:creationId xmlns:a16="http://schemas.microsoft.com/office/drawing/2014/main" id="{0AC32B9B-F253-44A2-4DA7-68DFFA6553AE}"/>
              </a:ext>
            </a:extLst>
          </p:cNvPr>
          <p:cNvSpPr txBox="1"/>
          <p:nvPr/>
        </p:nvSpPr>
        <p:spPr>
          <a:xfrm>
            <a:off x="7071427" y="1147271"/>
            <a:ext cx="1883914"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Low contrast - Iso</a:t>
            </a:r>
          </a:p>
        </p:txBody>
      </p:sp>
      <p:pic>
        <p:nvPicPr>
          <p:cNvPr id="33" name="Picture 32">
            <a:extLst>
              <a:ext uri="{FF2B5EF4-FFF2-40B4-BE49-F238E27FC236}">
                <a16:creationId xmlns:a16="http://schemas.microsoft.com/office/drawing/2014/main" id="{C8DAEC16-9A3A-4305-F81C-DF1345738382}"/>
              </a:ext>
            </a:extLst>
          </p:cNvPr>
          <p:cNvPicPr>
            <a:picLocks noChangeAspect="1"/>
          </p:cNvPicPr>
          <p:nvPr/>
        </p:nvPicPr>
        <p:blipFill>
          <a:blip r:embed="rId11"/>
          <a:stretch>
            <a:fillRect/>
          </a:stretch>
        </p:blipFill>
        <p:spPr>
          <a:xfrm>
            <a:off x="7526298" y="4474831"/>
            <a:ext cx="1028780" cy="1011343"/>
          </a:xfrm>
          <a:prstGeom prst="rect">
            <a:avLst/>
          </a:prstGeom>
        </p:spPr>
      </p:pic>
      <p:sp>
        <p:nvSpPr>
          <p:cNvPr id="35" name="TextBox 34">
            <a:extLst>
              <a:ext uri="{FF2B5EF4-FFF2-40B4-BE49-F238E27FC236}">
                <a16:creationId xmlns:a16="http://schemas.microsoft.com/office/drawing/2014/main" id="{D001CF4E-8CF2-3AC2-E4A1-B65BD238AFC2}"/>
              </a:ext>
            </a:extLst>
          </p:cNvPr>
          <p:cNvSpPr txBox="1"/>
          <p:nvPr/>
        </p:nvSpPr>
        <p:spPr>
          <a:xfrm>
            <a:off x="4778541" y="3406096"/>
            <a:ext cx="1186222"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200" b="0" i="0" u="none" strike="noStrike" kern="1200" cap="none" spc="0" normalizeH="0" baseline="0" noProof="0" dirty="0">
                <a:ln>
                  <a:noFill/>
                </a:ln>
                <a:solidFill>
                  <a:prstClr val="black"/>
                </a:solidFill>
                <a:effectLst/>
                <a:uLnTx/>
                <a:uFillTx/>
                <a:latin typeface="Open Sans"/>
                <a:ea typeface="+mn-ea"/>
                <a:cs typeface="+mn-cs"/>
              </a:rPr>
              <a:t>Keller et al. 2020</a:t>
            </a:r>
          </a:p>
        </p:txBody>
      </p:sp>
      <p:sp>
        <p:nvSpPr>
          <p:cNvPr id="36" name="TextBox 35">
            <a:extLst>
              <a:ext uri="{FF2B5EF4-FFF2-40B4-BE49-F238E27FC236}">
                <a16:creationId xmlns:a16="http://schemas.microsoft.com/office/drawing/2014/main" id="{51ABFDDF-DEC3-00A6-3412-C16293BE9936}"/>
              </a:ext>
            </a:extLst>
          </p:cNvPr>
          <p:cNvSpPr txBox="1"/>
          <p:nvPr/>
        </p:nvSpPr>
        <p:spPr>
          <a:xfrm>
            <a:off x="10118620" y="3447015"/>
            <a:ext cx="1376980" cy="18466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200" b="0" i="0" u="none" strike="noStrike" kern="1200" cap="none" spc="0" normalizeH="0" baseline="0" noProof="0" dirty="0">
                <a:ln>
                  <a:noFill/>
                </a:ln>
                <a:solidFill>
                  <a:prstClr val="black"/>
                </a:solidFill>
                <a:effectLst/>
                <a:uLnTx/>
                <a:uFillTx/>
                <a:latin typeface="Open Sans"/>
                <a:ea typeface="+mn-ea"/>
                <a:cs typeface="+mn-cs"/>
              </a:rPr>
              <a:t>Mossing et al. 2021</a:t>
            </a:r>
          </a:p>
        </p:txBody>
      </p:sp>
      <p:sp>
        <p:nvSpPr>
          <p:cNvPr id="37" name="TextBox 36">
            <a:extLst>
              <a:ext uri="{FF2B5EF4-FFF2-40B4-BE49-F238E27FC236}">
                <a16:creationId xmlns:a16="http://schemas.microsoft.com/office/drawing/2014/main" id="{C6AE3339-3DA4-4FB2-519D-6F464B02835A}"/>
              </a:ext>
            </a:extLst>
          </p:cNvPr>
          <p:cNvSpPr txBox="1"/>
          <p:nvPr/>
        </p:nvSpPr>
        <p:spPr>
          <a:xfrm>
            <a:off x="10479497" y="1057892"/>
            <a:ext cx="400751"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VIP </a:t>
            </a:r>
          </a:p>
        </p:txBody>
      </p:sp>
      <p:sp>
        <p:nvSpPr>
          <p:cNvPr id="38" name="TextBox 37">
            <a:extLst>
              <a:ext uri="{FF2B5EF4-FFF2-40B4-BE49-F238E27FC236}">
                <a16:creationId xmlns:a16="http://schemas.microsoft.com/office/drawing/2014/main" id="{9C3F85CA-279E-A26E-EBE9-886AD39EECC2}"/>
              </a:ext>
            </a:extLst>
          </p:cNvPr>
          <p:cNvSpPr txBox="1"/>
          <p:nvPr/>
        </p:nvSpPr>
        <p:spPr>
          <a:xfrm>
            <a:off x="7228618" y="5515571"/>
            <a:ext cx="1569532" cy="55399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Hypothesis: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Cross = Center</a:t>
            </a:r>
          </a:p>
        </p:txBody>
      </p:sp>
      <p:grpSp>
        <p:nvGrpSpPr>
          <p:cNvPr id="40" name="Group 39">
            <a:extLst>
              <a:ext uri="{FF2B5EF4-FFF2-40B4-BE49-F238E27FC236}">
                <a16:creationId xmlns:a16="http://schemas.microsoft.com/office/drawing/2014/main" id="{78E744C0-BC36-4189-3E70-4FC7C7D2A18C}"/>
              </a:ext>
            </a:extLst>
          </p:cNvPr>
          <p:cNvGrpSpPr/>
          <p:nvPr/>
        </p:nvGrpSpPr>
        <p:grpSpPr>
          <a:xfrm>
            <a:off x="313766" y="4285528"/>
            <a:ext cx="3147318" cy="1987304"/>
            <a:chOff x="313765" y="4047506"/>
            <a:chExt cx="3294371" cy="2080157"/>
          </a:xfrm>
        </p:grpSpPr>
        <p:pic>
          <p:nvPicPr>
            <p:cNvPr id="6" name="Picture 5">
              <a:extLst>
                <a:ext uri="{FF2B5EF4-FFF2-40B4-BE49-F238E27FC236}">
                  <a16:creationId xmlns:a16="http://schemas.microsoft.com/office/drawing/2014/main" id="{649BDB49-3692-E99F-1B00-8D38081C59CC}"/>
                </a:ext>
              </a:extLst>
            </p:cNvPr>
            <p:cNvPicPr>
              <a:picLocks noChangeAspect="1"/>
            </p:cNvPicPr>
            <p:nvPr/>
          </p:nvPicPr>
          <p:blipFill>
            <a:blip r:embed="rId3"/>
            <a:srcRect l="55882" t="8882"/>
            <a:stretch>
              <a:fillRect/>
            </a:stretch>
          </p:blipFill>
          <p:spPr>
            <a:xfrm>
              <a:off x="313765" y="4047506"/>
              <a:ext cx="3294371" cy="2080157"/>
            </a:xfrm>
            <a:prstGeom prst="rect">
              <a:avLst/>
            </a:prstGeom>
          </p:spPr>
        </p:pic>
        <p:pic>
          <p:nvPicPr>
            <p:cNvPr id="39" name="Picture 38">
              <a:extLst>
                <a:ext uri="{FF2B5EF4-FFF2-40B4-BE49-F238E27FC236}">
                  <a16:creationId xmlns:a16="http://schemas.microsoft.com/office/drawing/2014/main" id="{536FA702-345B-EF4F-965B-74096EBCAE5F}"/>
                </a:ext>
              </a:extLst>
            </p:cNvPr>
            <p:cNvPicPr>
              <a:picLocks noChangeAspect="1"/>
            </p:cNvPicPr>
            <p:nvPr/>
          </p:nvPicPr>
          <p:blipFill>
            <a:blip r:embed="rId12"/>
            <a:stretch>
              <a:fillRect/>
            </a:stretch>
          </p:blipFill>
          <p:spPr>
            <a:xfrm>
              <a:off x="1459010" y="4071134"/>
              <a:ext cx="1003879" cy="1011343"/>
            </a:xfrm>
            <a:prstGeom prst="rect">
              <a:avLst/>
            </a:prstGeom>
          </p:spPr>
        </p:pic>
      </p:grpSp>
      <p:sp>
        <p:nvSpPr>
          <p:cNvPr id="15" name="Rounded Rectangle 14">
            <a:extLst>
              <a:ext uri="{FF2B5EF4-FFF2-40B4-BE49-F238E27FC236}">
                <a16:creationId xmlns:a16="http://schemas.microsoft.com/office/drawing/2014/main" id="{5FED5068-30A4-8DFD-AFC3-5A5CD8794186}"/>
              </a:ext>
            </a:extLst>
          </p:cNvPr>
          <p:cNvSpPr/>
          <p:nvPr/>
        </p:nvSpPr>
        <p:spPr>
          <a:xfrm>
            <a:off x="182064" y="934256"/>
            <a:ext cx="6071108" cy="2720188"/>
          </a:xfrm>
          <a:prstGeom prst="roundRect">
            <a:avLst/>
          </a:prstGeom>
          <a:solidFill>
            <a:srgbClr val="0070C0">
              <a:alpha val="10228"/>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16" name="Rounded Rectangle 15">
            <a:extLst>
              <a:ext uri="{FF2B5EF4-FFF2-40B4-BE49-F238E27FC236}">
                <a16:creationId xmlns:a16="http://schemas.microsoft.com/office/drawing/2014/main" id="{E8273E96-6024-21CC-F9B6-F397EDE372AB}"/>
              </a:ext>
            </a:extLst>
          </p:cNvPr>
          <p:cNvSpPr/>
          <p:nvPr/>
        </p:nvSpPr>
        <p:spPr>
          <a:xfrm>
            <a:off x="182063" y="3738054"/>
            <a:ext cx="6067896" cy="2650573"/>
          </a:xfrm>
          <a:prstGeom prst="roundRect">
            <a:avLst/>
          </a:prstGeom>
          <a:solidFill>
            <a:schemeClr val="accent1">
              <a:alpha val="10228"/>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24" name="Rounded Rectangle 23">
            <a:extLst>
              <a:ext uri="{FF2B5EF4-FFF2-40B4-BE49-F238E27FC236}">
                <a16:creationId xmlns:a16="http://schemas.microsoft.com/office/drawing/2014/main" id="{913A7B89-C439-6E42-D74F-A14F34BFF29B}"/>
              </a:ext>
            </a:extLst>
          </p:cNvPr>
          <p:cNvSpPr/>
          <p:nvPr/>
        </p:nvSpPr>
        <p:spPr>
          <a:xfrm>
            <a:off x="6381662" y="934256"/>
            <a:ext cx="5637771" cy="2720188"/>
          </a:xfrm>
          <a:prstGeom prst="roundRect">
            <a:avLst/>
          </a:prstGeom>
          <a:solidFill>
            <a:schemeClr val="accent1">
              <a:alpha val="10228"/>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dirty="0">
              <a:ln>
                <a:noFill/>
              </a:ln>
              <a:solidFill>
                <a:prstClr val="white"/>
              </a:solidFill>
              <a:effectLst/>
              <a:uLnTx/>
              <a:uFillTx/>
              <a:latin typeface="Open Sans"/>
              <a:ea typeface="+mn-ea"/>
              <a:cs typeface="+mn-cs"/>
            </a:endParaRPr>
          </a:p>
        </p:txBody>
      </p:sp>
      <p:pic>
        <p:nvPicPr>
          <p:cNvPr id="44" name="Picture 43">
            <a:extLst>
              <a:ext uri="{FF2B5EF4-FFF2-40B4-BE49-F238E27FC236}">
                <a16:creationId xmlns:a16="http://schemas.microsoft.com/office/drawing/2014/main" id="{CA727A2D-5472-F965-E316-AF34459A88AB}"/>
              </a:ext>
            </a:extLst>
          </p:cNvPr>
          <p:cNvPicPr>
            <a:picLocks noChangeAspect="1"/>
          </p:cNvPicPr>
          <p:nvPr/>
        </p:nvPicPr>
        <p:blipFill>
          <a:blip r:embed="rId13"/>
          <a:stretch>
            <a:fillRect/>
          </a:stretch>
        </p:blipFill>
        <p:spPr>
          <a:xfrm>
            <a:off x="9029621" y="4585491"/>
            <a:ext cx="2023191" cy="1484078"/>
          </a:xfrm>
          <a:prstGeom prst="rect">
            <a:avLst/>
          </a:prstGeom>
        </p:spPr>
      </p:pic>
      <p:pic>
        <p:nvPicPr>
          <p:cNvPr id="48" name="Graphic 47" descr="Badge Question Mark outline">
            <a:extLst>
              <a:ext uri="{FF2B5EF4-FFF2-40B4-BE49-F238E27FC236}">
                <a16:creationId xmlns:a16="http://schemas.microsoft.com/office/drawing/2014/main" id="{5DAC4C38-F731-F7BE-64D4-15091157D25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267639" y="3918112"/>
            <a:ext cx="1259716" cy="1259716"/>
          </a:xfrm>
          <a:prstGeom prst="rect">
            <a:avLst/>
          </a:prstGeom>
        </p:spPr>
      </p:pic>
      <p:sp>
        <p:nvSpPr>
          <p:cNvPr id="30" name="Rounded Rectangle 29">
            <a:extLst>
              <a:ext uri="{FF2B5EF4-FFF2-40B4-BE49-F238E27FC236}">
                <a16:creationId xmlns:a16="http://schemas.microsoft.com/office/drawing/2014/main" id="{C9056EF7-0316-0864-AD5A-62B907CB942F}"/>
              </a:ext>
            </a:extLst>
          </p:cNvPr>
          <p:cNvSpPr/>
          <p:nvPr/>
        </p:nvSpPr>
        <p:spPr>
          <a:xfrm>
            <a:off x="6381662" y="3732289"/>
            <a:ext cx="5637771" cy="2650573"/>
          </a:xfrm>
          <a:prstGeom prst="roundRect">
            <a:avLst/>
          </a:prstGeom>
          <a:solidFill>
            <a:schemeClr val="tx2">
              <a:lumMod val="95000"/>
              <a:lumOff val="5000"/>
              <a:alpha val="21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dirty="0">
              <a:ln>
                <a:noFill/>
              </a:ln>
              <a:solidFill>
                <a:prstClr val="white"/>
              </a:solidFill>
              <a:effectLst/>
              <a:uLnTx/>
              <a:uFillTx/>
              <a:latin typeface="Open Sans"/>
              <a:ea typeface="+mn-ea"/>
              <a:cs typeface="+mn-cs"/>
            </a:endParaRPr>
          </a:p>
        </p:txBody>
      </p:sp>
    </p:spTree>
    <p:extLst>
      <p:ext uri="{BB962C8B-B14F-4D97-AF65-F5344CB8AC3E}">
        <p14:creationId xmlns:p14="http://schemas.microsoft.com/office/powerpoint/2010/main" val="2771124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3" grpId="0"/>
      <p:bldP spid="26" grpId="0"/>
      <p:bldP spid="27" grpId="0"/>
      <p:bldP spid="28" grpId="0"/>
      <p:bldP spid="31" grpId="0"/>
      <p:bldP spid="35" grpId="0"/>
      <p:bldP spid="36" grpId="0"/>
      <p:bldP spid="37" grpId="0"/>
      <p:bldP spid="3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8A03B-65E3-7597-B6A6-BA2F916282EA}"/>
              </a:ext>
            </a:extLst>
          </p:cNvPr>
          <p:cNvSpPr>
            <a:spLocks noGrp="1"/>
          </p:cNvSpPr>
          <p:nvPr>
            <p:ph type="body" sz="quarter" idx="10"/>
          </p:nvPr>
        </p:nvSpPr>
        <p:spPr>
          <a:xfrm>
            <a:off x="864719" y="2808000"/>
            <a:ext cx="10440000" cy="2160000"/>
          </a:xfrm>
        </p:spPr>
        <p:txBody>
          <a:bodyPr>
            <a:normAutofit/>
          </a:bodyPr>
          <a:lstStyle/>
          <a:p>
            <a:pPr>
              <a:spcAft>
                <a:spcPts val="600"/>
              </a:spcAft>
            </a:pPr>
            <a:r>
              <a:rPr lang="en-NL" dirty="0"/>
              <a:t>Psychophysics</a:t>
            </a:r>
          </a:p>
          <a:p>
            <a:pPr>
              <a:spcAft>
                <a:spcPts val="600"/>
              </a:spcAft>
            </a:pPr>
            <a:r>
              <a:rPr lang="en-GB" dirty="0"/>
              <a:t>C</a:t>
            </a:r>
            <a:r>
              <a:rPr lang="en-NL" dirty="0"/>
              <a:t>ontour detection</a:t>
            </a:r>
          </a:p>
        </p:txBody>
      </p:sp>
      <p:sp>
        <p:nvSpPr>
          <p:cNvPr id="3" name="Slide Number Placeholder 2" hidden="1">
            <a:extLst>
              <a:ext uri="{FF2B5EF4-FFF2-40B4-BE49-F238E27FC236}">
                <a16:creationId xmlns:a16="http://schemas.microsoft.com/office/drawing/2014/main" id="{E3F73417-774F-5A91-0D52-63314B1DD91F}"/>
              </a:ext>
            </a:extLst>
          </p:cNvPr>
          <p:cNvSpPr>
            <a:spLocks noGrp="1"/>
          </p:cNvSpPr>
          <p:nvPr>
            <p:ph type="sldNum" sz="quarter" idx="4294967295"/>
          </p:nvPr>
        </p:nvSpPr>
        <p:spPr>
          <a:xfrm>
            <a:off x="11116439" y="6489368"/>
            <a:ext cx="389588" cy="252000"/>
          </a:xfrm>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13</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spTree>
    <p:extLst>
      <p:ext uri="{BB962C8B-B14F-4D97-AF65-F5344CB8AC3E}">
        <p14:creationId xmlns:p14="http://schemas.microsoft.com/office/powerpoint/2010/main" val="3868025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3A90B-8ACC-1D2D-6FA8-0AEB356426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7B4D0-4BFF-FF8C-BFAE-7005433F147E}"/>
              </a:ext>
            </a:extLst>
          </p:cNvPr>
          <p:cNvSpPr>
            <a:spLocks noGrp="1"/>
          </p:cNvSpPr>
          <p:nvPr>
            <p:ph type="title"/>
          </p:nvPr>
        </p:nvSpPr>
        <p:spPr/>
        <p:txBody>
          <a:bodyPr/>
          <a:lstStyle/>
          <a:p>
            <a:r>
              <a:rPr lang="en-NL" sz="2400" dirty="0"/>
              <a:t>‘Passive vision’: </a:t>
            </a:r>
            <a:br>
              <a:rPr lang="en-NL" sz="2400" dirty="0"/>
            </a:br>
            <a:r>
              <a:rPr lang="en-NL" sz="2400" dirty="0"/>
              <a:t>center-surround modulation</a:t>
            </a:r>
          </a:p>
        </p:txBody>
      </p:sp>
      <p:sp>
        <p:nvSpPr>
          <p:cNvPr id="3" name="Slide Number Placeholder 2">
            <a:extLst>
              <a:ext uri="{FF2B5EF4-FFF2-40B4-BE49-F238E27FC236}">
                <a16:creationId xmlns:a16="http://schemas.microsoft.com/office/drawing/2014/main" id="{0313BDE6-1747-BB46-A2AA-6F4E7CE0B85D}"/>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pic>
        <p:nvPicPr>
          <p:cNvPr id="6" name="Graphic 5" descr="Male profile outline">
            <a:extLst>
              <a:ext uri="{FF2B5EF4-FFF2-40B4-BE49-F238E27FC236}">
                <a16:creationId xmlns:a16="http://schemas.microsoft.com/office/drawing/2014/main" id="{24323977-1C69-A4CD-A288-16B60B108C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49066" y="123512"/>
            <a:ext cx="852752" cy="852752"/>
          </a:xfrm>
          <a:prstGeom prst="rect">
            <a:avLst/>
          </a:prstGeom>
        </p:spPr>
      </p:pic>
      <p:pic>
        <p:nvPicPr>
          <p:cNvPr id="10" name="Picture 9">
            <a:extLst>
              <a:ext uri="{FF2B5EF4-FFF2-40B4-BE49-F238E27FC236}">
                <a16:creationId xmlns:a16="http://schemas.microsoft.com/office/drawing/2014/main" id="{1403E1EC-34DE-57F9-20C2-6B5D44F69DFB}"/>
              </a:ext>
            </a:extLst>
          </p:cNvPr>
          <p:cNvPicPr>
            <a:picLocks noChangeAspect="1"/>
          </p:cNvPicPr>
          <p:nvPr/>
        </p:nvPicPr>
        <p:blipFill>
          <a:blip r:embed="rId5"/>
          <a:srcRect t="6803"/>
          <a:stretch>
            <a:fillRect/>
          </a:stretch>
        </p:blipFill>
        <p:spPr>
          <a:xfrm>
            <a:off x="864817" y="1915297"/>
            <a:ext cx="10150006" cy="3265787"/>
          </a:xfrm>
          <a:prstGeom prst="rect">
            <a:avLst/>
          </a:prstGeom>
        </p:spPr>
      </p:pic>
      <p:sp>
        <p:nvSpPr>
          <p:cNvPr id="13" name="TextBox 12">
            <a:extLst>
              <a:ext uri="{FF2B5EF4-FFF2-40B4-BE49-F238E27FC236}">
                <a16:creationId xmlns:a16="http://schemas.microsoft.com/office/drawing/2014/main" id="{F0FF517F-489D-3121-BDF8-08EEB6A418B7}"/>
              </a:ext>
            </a:extLst>
          </p:cNvPr>
          <p:cNvSpPr txBox="1"/>
          <p:nvPr/>
        </p:nvSpPr>
        <p:spPr>
          <a:xfrm>
            <a:off x="2154195" y="1618735"/>
            <a:ext cx="722955"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Center</a:t>
            </a:r>
          </a:p>
        </p:txBody>
      </p:sp>
      <p:sp>
        <p:nvSpPr>
          <p:cNvPr id="15" name="TextBox 14">
            <a:extLst>
              <a:ext uri="{FF2B5EF4-FFF2-40B4-BE49-F238E27FC236}">
                <a16:creationId xmlns:a16="http://schemas.microsoft.com/office/drawing/2014/main" id="{3C4BFE01-2838-C539-4D96-70FA6CB81E55}"/>
              </a:ext>
            </a:extLst>
          </p:cNvPr>
          <p:cNvSpPr txBox="1"/>
          <p:nvPr/>
        </p:nvSpPr>
        <p:spPr>
          <a:xfrm>
            <a:off x="5387553" y="1606377"/>
            <a:ext cx="1386790"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Iso-surround</a:t>
            </a:r>
          </a:p>
        </p:txBody>
      </p:sp>
      <p:sp>
        <p:nvSpPr>
          <p:cNvPr id="16" name="TextBox 15">
            <a:extLst>
              <a:ext uri="{FF2B5EF4-FFF2-40B4-BE49-F238E27FC236}">
                <a16:creationId xmlns:a16="http://schemas.microsoft.com/office/drawing/2014/main" id="{83B1FBD8-CD33-AA57-66DE-A7A0B14C00A1}"/>
              </a:ext>
            </a:extLst>
          </p:cNvPr>
          <p:cNvSpPr txBox="1"/>
          <p:nvPr/>
        </p:nvSpPr>
        <p:spPr>
          <a:xfrm>
            <a:off x="8692807" y="1618735"/>
            <a:ext cx="1669111"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Cross-surround</a:t>
            </a:r>
          </a:p>
        </p:txBody>
      </p:sp>
    </p:spTree>
    <p:extLst>
      <p:ext uri="{BB962C8B-B14F-4D97-AF65-F5344CB8AC3E}">
        <p14:creationId xmlns:p14="http://schemas.microsoft.com/office/powerpoint/2010/main" val="4039153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90368-08C0-F4EE-B57D-0E9B09221A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DD1E33-AF15-9DC1-D174-221FA98FB531}"/>
              </a:ext>
            </a:extLst>
          </p:cNvPr>
          <p:cNvSpPr>
            <a:spLocks noGrp="1"/>
          </p:cNvSpPr>
          <p:nvPr>
            <p:ph type="title"/>
          </p:nvPr>
        </p:nvSpPr>
        <p:spPr/>
        <p:txBody>
          <a:bodyPr/>
          <a:lstStyle/>
          <a:p>
            <a:r>
              <a:rPr lang="en-NL" dirty="0"/>
              <a:t>surround modulation is contrast-dependent</a:t>
            </a:r>
          </a:p>
        </p:txBody>
      </p:sp>
      <p:sp>
        <p:nvSpPr>
          <p:cNvPr id="3" name="Slide Number Placeholder 2">
            <a:extLst>
              <a:ext uri="{FF2B5EF4-FFF2-40B4-BE49-F238E27FC236}">
                <a16:creationId xmlns:a16="http://schemas.microsoft.com/office/drawing/2014/main" id="{F3BBD42F-E297-6FC8-D1BB-1708EE5485B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pic>
        <p:nvPicPr>
          <p:cNvPr id="6" name="Graphic 5" descr="Male profile outline">
            <a:extLst>
              <a:ext uri="{FF2B5EF4-FFF2-40B4-BE49-F238E27FC236}">
                <a16:creationId xmlns:a16="http://schemas.microsoft.com/office/drawing/2014/main" id="{03414B97-1249-246E-285E-8B4E0D586BF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93865" y="163418"/>
            <a:ext cx="852752" cy="852752"/>
          </a:xfrm>
          <a:prstGeom prst="rect">
            <a:avLst/>
          </a:prstGeom>
        </p:spPr>
      </p:pic>
      <p:pic>
        <p:nvPicPr>
          <p:cNvPr id="17" name="Picture 16">
            <a:extLst>
              <a:ext uri="{FF2B5EF4-FFF2-40B4-BE49-F238E27FC236}">
                <a16:creationId xmlns:a16="http://schemas.microsoft.com/office/drawing/2014/main" id="{6865AB4C-1A8E-1466-6413-EEBCF5CD49A3}"/>
              </a:ext>
            </a:extLst>
          </p:cNvPr>
          <p:cNvPicPr>
            <a:picLocks noChangeAspect="1"/>
          </p:cNvPicPr>
          <p:nvPr/>
        </p:nvPicPr>
        <p:blipFill>
          <a:blip r:embed="rId5"/>
          <a:srcRect t="7543"/>
          <a:stretch>
            <a:fillRect/>
          </a:stretch>
        </p:blipFill>
        <p:spPr>
          <a:xfrm>
            <a:off x="4934169" y="1325947"/>
            <a:ext cx="3733800" cy="2289704"/>
          </a:xfrm>
          <a:prstGeom prst="rect">
            <a:avLst/>
          </a:prstGeom>
        </p:spPr>
      </p:pic>
      <p:pic>
        <p:nvPicPr>
          <p:cNvPr id="18" name="Picture 17">
            <a:extLst>
              <a:ext uri="{FF2B5EF4-FFF2-40B4-BE49-F238E27FC236}">
                <a16:creationId xmlns:a16="http://schemas.microsoft.com/office/drawing/2014/main" id="{CDBF7386-1DC3-B8BF-07CD-A696C6AC1CA8}"/>
              </a:ext>
            </a:extLst>
          </p:cNvPr>
          <p:cNvPicPr>
            <a:picLocks noChangeAspect="1"/>
          </p:cNvPicPr>
          <p:nvPr/>
        </p:nvPicPr>
        <p:blipFill>
          <a:blip r:embed="rId6"/>
          <a:srcRect t="7674"/>
          <a:stretch>
            <a:fillRect/>
          </a:stretch>
        </p:blipFill>
        <p:spPr>
          <a:xfrm>
            <a:off x="8405042" y="4199076"/>
            <a:ext cx="3739360" cy="2282092"/>
          </a:xfrm>
          <a:prstGeom prst="rect">
            <a:avLst/>
          </a:prstGeom>
        </p:spPr>
      </p:pic>
      <p:pic>
        <p:nvPicPr>
          <p:cNvPr id="22" name="Picture 21">
            <a:extLst>
              <a:ext uri="{FF2B5EF4-FFF2-40B4-BE49-F238E27FC236}">
                <a16:creationId xmlns:a16="http://schemas.microsoft.com/office/drawing/2014/main" id="{C2D3CAFF-5C07-BC20-32D3-6070E6487010}"/>
              </a:ext>
            </a:extLst>
          </p:cNvPr>
          <p:cNvPicPr>
            <a:picLocks noChangeAspect="1"/>
          </p:cNvPicPr>
          <p:nvPr/>
        </p:nvPicPr>
        <p:blipFill>
          <a:blip r:embed="rId7"/>
          <a:srcRect r="67289"/>
          <a:stretch>
            <a:fillRect/>
          </a:stretch>
        </p:blipFill>
        <p:spPr>
          <a:xfrm>
            <a:off x="2600989" y="1189373"/>
            <a:ext cx="2169503" cy="2289703"/>
          </a:xfrm>
          <a:prstGeom prst="rect">
            <a:avLst/>
          </a:prstGeom>
        </p:spPr>
      </p:pic>
      <p:pic>
        <p:nvPicPr>
          <p:cNvPr id="24" name="Picture 23">
            <a:extLst>
              <a:ext uri="{FF2B5EF4-FFF2-40B4-BE49-F238E27FC236}">
                <a16:creationId xmlns:a16="http://schemas.microsoft.com/office/drawing/2014/main" id="{683A6BD0-A892-7CEF-D93E-6F8B345F51A5}"/>
              </a:ext>
            </a:extLst>
          </p:cNvPr>
          <p:cNvPicPr>
            <a:picLocks noChangeAspect="1"/>
          </p:cNvPicPr>
          <p:nvPr/>
        </p:nvPicPr>
        <p:blipFill>
          <a:blip r:embed="rId8"/>
          <a:srcRect t="7203"/>
          <a:stretch>
            <a:fillRect/>
          </a:stretch>
        </p:blipFill>
        <p:spPr>
          <a:xfrm>
            <a:off x="2350918" y="4199076"/>
            <a:ext cx="3483828" cy="2136981"/>
          </a:xfrm>
          <a:prstGeom prst="rect">
            <a:avLst/>
          </a:prstGeom>
        </p:spPr>
      </p:pic>
      <p:pic>
        <p:nvPicPr>
          <p:cNvPr id="28" name="Picture 27">
            <a:extLst>
              <a:ext uri="{FF2B5EF4-FFF2-40B4-BE49-F238E27FC236}">
                <a16:creationId xmlns:a16="http://schemas.microsoft.com/office/drawing/2014/main" id="{EDC76AC5-FFFD-E768-EFBC-6C5F5C3DFB46}"/>
              </a:ext>
            </a:extLst>
          </p:cNvPr>
          <p:cNvPicPr>
            <a:picLocks noChangeAspect="1"/>
          </p:cNvPicPr>
          <p:nvPr/>
        </p:nvPicPr>
        <p:blipFill>
          <a:blip r:embed="rId9"/>
          <a:srcRect l="33339" r="33060"/>
          <a:stretch>
            <a:fillRect/>
          </a:stretch>
        </p:blipFill>
        <p:spPr>
          <a:xfrm>
            <a:off x="153227" y="4018132"/>
            <a:ext cx="2172560" cy="2136981"/>
          </a:xfrm>
          <a:prstGeom prst="rect">
            <a:avLst/>
          </a:prstGeom>
        </p:spPr>
      </p:pic>
      <p:sp>
        <p:nvSpPr>
          <p:cNvPr id="29" name="TextBox 28">
            <a:extLst>
              <a:ext uri="{FF2B5EF4-FFF2-40B4-BE49-F238E27FC236}">
                <a16:creationId xmlns:a16="http://schemas.microsoft.com/office/drawing/2014/main" id="{2D3D3EA5-5787-2918-AF57-1747F3C61E27}"/>
              </a:ext>
            </a:extLst>
          </p:cNvPr>
          <p:cNvSpPr txBox="1"/>
          <p:nvPr/>
        </p:nvSpPr>
        <p:spPr>
          <a:xfrm>
            <a:off x="280911" y="3848854"/>
            <a:ext cx="1917192" cy="1692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100" b="0" i="0" u="none" strike="noStrike" kern="1200" cap="none" spc="0" normalizeH="0" baseline="0" noProof="0" dirty="0">
                <a:ln>
                  <a:noFill/>
                </a:ln>
                <a:solidFill>
                  <a:prstClr val="black"/>
                </a:solidFill>
                <a:effectLst/>
                <a:uLnTx/>
                <a:uFillTx/>
                <a:latin typeface="Open Sans"/>
                <a:ea typeface="+mn-ea"/>
                <a:cs typeface="+mn-cs"/>
              </a:rPr>
              <a:t>Cross-Surround: low contrast</a:t>
            </a:r>
          </a:p>
        </p:txBody>
      </p:sp>
      <p:pic>
        <p:nvPicPr>
          <p:cNvPr id="30" name="Picture 29">
            <a:extLst>
              <a:ext uri="{FF2B5EF4-FFF2-40B4-BE49-F238E27FC236}">
                <a16:creationId xmlns:a16="http://schemas.microsoft.com/office/drawing/2014/main" id="{AAC2EE64-10D5-6EAE-A4F7-199BC3D0817B}"/>
              </a:ext>
            </a:extLst>
          </p:cNvPr>
          <p:cNvPicPr>
            <a:picLocks noChangeAspect="1"/>
          </p:cNvPicPr>
          <p:nvPr/>
        </p:nvPicPr>
        <p:blipFill>
          <a:blip r:embed="rId10"/>
          <a:srcRect l="33171" r="33228"/>
          <a:stretch>
            <a:fillRect/>
          </a:stretch>
        </p:blipFill>
        <p:spPr>
          <a:xfrm>
            <a:off x="6357255" y="4153972"/>
            <a:ext cx="2047787" cy="2014251"/>
          </a:xfrm>
          <a:prstGeom prst="rect">
            <a:avLst/>
          </a:prstGeom>
        </p:spPr>
      </p:pic>
      <p:sp>
        <p:nvSpPr>
          <p:cNvPr id="31" name="TextBox 30">
            <a:extLst>
              <a:ext uri="{FF2B5EF4-FFF2-40B4-BE49-F238E27FC236}">
                <a16:creationId xmlns:a16="http://schemas.microsoft.com/office/drawing/2014/main" id="{2E4F7969-801B-24F6-DE9F-80BA0F010A9A}"/>
              </a:ext>
            </a:extLst>
          </p:cNvPr>
          <p:cNvSpPr txBox="1"/>
          <p:nvPr/>
        </p:nvSpPr>
        <p:spPr>
          <a:xfrm>
            <a:off x="6537968" y="3933493"/>
            <a:ext cx="1721625" cy="16158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050" b="0" i="0" u="none" strike="noStrike" kern="1200" cap="none" spc="0" normalizeH="0" baseline="0" noProof="0" dirty="0">
                <a:ln>
                  <a:noFill/>
                </a:ln>
                <a:solidFill>
                  <a:prstClr val="black"/>
                </a:solidFill>
                <a:effectLst/>
                <a:uLnTx/>
                <a:uFillTx/>
                <a:latin typeface="Open Sans"/>
                <a:ea typeface="+mn-ea"/>
                <a:cs typeface="+mn-cs"/>
              </a:rPr>
              <a:t>Iso-Surround: high contrast</a:t>
            </a:r>
          </a:p>
        </p:txBody>
      </p:sp>
    </p:spTree>
    <p:extLst>
      <p:ext uri="{BB962C8B-B14F-4D97-AF65-F5344CB8AC3E}">
        <p14:creationId xmlns:p14="http://schemas.microsoft.com/office/powerpoint/2010/main" val="1187240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2082A-ADE5-A45A-08FA-F3B931E853D4}"/>
              </a:ext>
            </a:extLst>
          </p:cNvPr>
          <p:cNvSpPr>
            <a:spLocks noGrp="1"/>
          </p:cNvSpPr>
          <p:nvPr>
            <p:ph type="title"/>
          </p:nvPr>
        </p:nvSpPr>
        <p:spPr/>
        <p:txBody>
          <a:bodyPr/>
          <a:lstStyle/>
          <a:p>
            <a:r>
              <a:rPr lang="nl-NL" dirty="0" err="1"/>
              <a:t>Orientation-specific</a:t>
            </a:r>
            <a:r>
              <a:rPr lang="nl-NL" dirty="0"/>
              <a:t> </a:t>
            </a:r>
            <a:r>
              <a:rPr lang="nl-NL" dirty="0" err="1"/>
              <a:t>dipper</a:t>
            </a:r>
            <a:r>
              <a:rPr lang="nl-NL" dirty="0"/>
              <a:t> </a:t>
            </a:r>
            <a:r>
              <a:rPr lang="nl-NL" dirty="0" err="1"/>
              <a:t>function</a:t>
            </a:r>
            <a:endParaRPr lang="en-NL" dirty="0"/>
          </a:p>
        </p:txBody>
      </p:sp>
      <p:sp>
        <p:nvSpPr>
          <p:cNvPr id="3" name="Slide Number Placeholder 2">
            <a:extLst>
              <a:ext uri="{FF2B5EF4-FFF2-40B4-BE49-F238E27FC236}">
                <a16:creationId xmlns:a16="http://schemas.microsoft.com/office/drawing/2014/main" id="{89A935C2-9122-B56A-4B42-D13048177F2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pic>
        <p:nvPicPr>
          <p:cNvPr id="7" name="Picture 6">
            <a:extLst>
              <a:ext uri="{FF2B5EF4-FFF2-40B4-BE49-F238E27FC236}">
                <a16:creationId xmlns:a16="http://schemas.microsoft.com/office/drawing/2014/main" id="{BC6243DB-75F1-6C48-E1CE-708752E06F85}"/>
              </a:ext>
            </a:extLst>
          </p:cNvPr>
          <p:cNvPicPr>
            <a:picLocks noChangeAspect="1"/>
          </p:cNvPicPr>
          <p:nvPr/>
        </p:nvPicPr>
        <p:blipFill>
          <a:blip r:embed="rId3"/>
          <a:srcRect l="33181" r="33495"/>
          <a:stretch>
            <a:fillRect/>
          </a:stretch>
        </p:blipFill>
        <p:spPr>
          <a:xfrm>
            <a:off x="7453455" y="4698218"/>
            <a:ext cx="895721" cy="888361"/>
          </a:xfrm>
          <a:prstGeom prst="rect">
            <a:avLst/>
          </a:prstGeom>
          <a:effectLst>
            <a:glow rad="127000">
              <a:srgbClr val="0070C0"/>
            </a:glow>
          </a:effectLst>
        </p:spPr>
      </p:pic>
      <p:pic>
        <p:nvPicPr>
          <p:cNvPr id="8" name="Picture 7">
            <a:extLst>
              <a:ext uri="{FF2B5EF4-FFF2-40B4-BE49-F238E27FC236}">
                <a16:creationId xmlns:a16="http://schemas.microsoft.com/office/drawing/2014/main" id="{5218D2FF-81E5-4D2A-7396-FFC96034D84A}"/>
              </a:ext>
            </a:extLst>
          </p:cNvPr>
          <p:cNvPicPr>
            <a:picLocks noChangeAspect="1"/>
          </p:cNvPicPr>
          <p:nvPr/>
        </p:nvPicPr>
        <p:blipFill>
          <a:blip r:embed="rId3"/>
          <a:srcRect l="66975"/>
          <a:stretch>
            <a:fillRect/>
          </a:stretch>
        </p:blipFill>
        <p:spPr>
          <a:xfrm>
            <a:off x="7444973" y="1811960"/>
            <a:ext cx="887659" cy="888360"/>
          </a:xfrm>
          <a:prstGeom prst="rect">
            <a:avLst/>
          </a:prstGeom>
          <a:effectLst>
            <a:glow rad="127000">
              <a:srgbClr val="D05208"/>
            </a:glow>
          </a:effectLst>
        </p:spPr>
      </p:pic>
      <p:pic>
        <p:nvPicPr>
          <p:cNvPr id="11" name="Picture 10">
            <a:extLst>
              <a:ext uri="{FF2B5EF4-FFF2-40B4-BE49-F238E27FC236}">
                <a16:creationId xmlns:a16="http://schemas.microsoft.com/office/drawing/2014/main" id="{9FC018DB-94FA-8ED5-9071-6125F907460F}"/>
              </a:ext>
            </a:extLst>
          </p:cNvPr>
          <p:cNvPicPr>
            <a:picLocks noChangeAspect="1"/>
          </p:cNvPicPr>
          <p:nvPr/>
        </p:nvPicPr>
        <p:blipFill>
          <a:blip r:embed="rId4"/>
          <a:srcRect t="6803" r="67337"/>
          <a:stretch>
            <a:fillRect/>
          </a:stretch>
        </p:blipFill>
        <p:spPr>
          <a:xfrm>
            <a:off x="7444973" y="3255089"/>
            <a:ext cx="901828" cy="888360"/>
          </a:xfrm>
          <a:prstGeom prst="rect">
            <a:avLst/>
          </a:prstGeom>
          <a:effectLst>
            <a:glow rad="127000">
              <a:schemeClr val="tx1"/>
            </a:glow>
          </a:effectLst>
        </p:spPr>
      </p:pic>
      <p:pic>
        <p:nvPicPr>
          <p:cNvPr id="17" name="Picture 16">
            <a:extLst>
              <a:ext uri="{FF2B5EF4-FFF2-40B4-BE49-F238E27FC236}">
                <a16:creationId xmlns:a16="http://schemas.microsoft.com/office/drawing/2014/main" id="{51BC495C-74ED-8C79-B344-D36E4CB95516}"/>
              </a:ext>
            </a:extLst>
          </p:cNvPr>
          <p:cNvPicPr>
            <a:picLocks noChangeAspect="1"/>
          </p:cNvPicPr>
          <p:nvPr/>
        </p:nvPicPr>
        <p:blipFill>
          <a:blip r:embed="rId5"/>
          <a:srcRect b="5075"/>
          <a:stretch>
            <a:fillRect/>
          </a:stretch>
        </p:blipFill>
        <p:spPr>
          <a:xfrm>
            <a:off x="1016907" y="1111157"/>
            <a:ext cx="6352722" cy="4768943"/>
          </a:xfrm>
          <a:prstGeom prst="rect">
            <a:avLst/>
          </a:prstGeom>
        </p:spPr>
      </p:pic>
      <p:sp>
        <p:nvSpPr>
          <p:cNvPr id="18" name="TextBox 17">
            <a:extLst>
              <a:ext uri="{FF2B5EF4-FFF2-40B4-BE49-F238E27FC236}">
                <a16:creationId xmlns:a16="http://schemas.microsoft.com/office/drawing/2014/main" id="{23473BCC-2AE2-009A-B371-97C481E3DEF7}"/>
              </a:ext>
            </a:extLst>
          </p:cNvPr>
          <p:cNvSpPr txBox="1"/>
          <p:nvPr/>
        </p:nvSpPr>
        <p:spPr>
          <a:xfrm>
            <a:off x="1763485" y="1554158"/>
            <a:ext cx="556243"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N = 3</a:t>
            </a:r>
          </a:p>
        </p:txBody>
      </p:sp>
      <p:sp>
        <p:nvSpPr>
          <p:cNvPr id="4" name="TextBox 3">
            <a:extLst>
              <a:ext uri="{FF2B5EF4-FFF2-40B4-BE49-F238E27FC236}">
                <a16:creationId xmlns:a16="http://schemas.microsoft.com/office/drawing/2014/main" id="{E4D96E64-18BB-231D-3BB7-BF4AD3E20C4F}"/>
              </a:ext>
            </a:extLst>
          </p:cNvPr>
          <p:cNvSpPr txBox="1"/>
          <p:nvPr/>
        </p:nvSpPr>
        <p:spPr>
          <a:xfrm>
            <a:off x="9735285" y="2424092"/>
            <a:ext cx="1569532" cy="83099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Hypothesis: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Low contrast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Cross = Center</a:t>
            </a:r>
          </a:p>
        </p:txBody>
      </p:sp>
      <p:sp>
        <p:nvSpPr>
          <p:cNvPr id="5" name="TextBox 4">
            <a:extLst>
              <a:ext uri="{FF2B5EF4-FFF2-40B4-BE49-F238E27FC236}">
                <a16:creationId xmlns:a16="http://schemas.microsoft.com/office/drawing/2014/main" id="{E1C69A5F-E153-ECA5-41A2-57D0A6AA3E24}"/>
              </a:ext>
            </a:extLst>
          </p:cNvPr>
          <p:cNvSpPr txBox="1"/>
          <p:nvPr/>
        </p:nvSpPr>
        <p:spPr>
          <a:xfrm>
            <a:off x="7590547" y="1467143"/>
            <a:ext cx="596510"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Cross</a:t>
            </a:r>
          </a:p>
        </p:txBody>
      </p:sp>
      <p:sp>
        <p:nvSpPr>
          <p:cNvPr id="6" name="TextBox 5">
            <a:extLst>
              <a:ext uri="{FF2B5EF4-FFF2-40B4-BE49-F238E27FC236}">
                <a16:creationId xmlns:a16="http://schemas.microsoft.com/office/drawing/2014/main" id="{B74824B9-ED79-E98C-D16D-0197FDA4FFFF}"/>
              </a:ext>
            </a:extLst>
          </p:cNvPr>
          <p:cNvSpPr txBox="1"/>
          <p:nvPr/>
        </p:nvSpPr>
        <p:spPr>
          <a:xfrm>
            <a:off x="7541806" y="2906038"/>
            <a:ext cx="722955"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Center</a:t>
            </a:r>
          </a:p>
        </p:txBody>
      </p:sp>
      <p:sp>
        <p:nvSpPr>
          <p:cNvPr id="9" name="TextBox 8">
            <a:extLst>
              <a:ext uri="{FF2B5EF4-FFF2-40B4-BE49-F238E27FC236}">
                <a16:creationId xmlns:a16="http://schemas.microsoft.com/office/drawing/2014/main" id="{80FA6440-1E34-8E46-F331-1326B86635B6}"/>
              </a:ext>
            </a:extLst>
          </p:cNvPr>
          <p:cNvSpPr txBox="1"/>
          <p:nvPr/>
        </p:nvSpPr>
        <p:spPr>
          <a:xfrm>
            <a:off x="7731707" y="4359057"/>
            <a:ext cx="314189"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Iso</a:t>
            </a:r>
          </a:p>
        </p:txBody>
      </p:sp>
      <p:pic>
        <p:nvPicPr>
          <p:cNvPr id="13" name="Picture 12">
            <a:extLst>
              <a:ext uri="{FF2B5EF4-FFF2-40B4-BE49-F238E27FC236}">
                <a16:creationId xmlns:a16="http://schemas.microsoft.com/office/drawing/2014/main" id="{62EB9D52-D1A7-FA0A-D730-3F749E8D1FBA}"/>
              </a:ext>
            </a:extLst>
          </p:cNvPr>
          <p:cNvPicPr>
            <a:picLocks noChangeAspect="1"/>
          </p:cNvPicPr>
          <p:nvPr/>
        </p:nvPicPr>
        <p:blipFill>
          <a:blip r:embed="rId6"/>
          <a:stretch>
            <a:fillRect/>
          </a:stretch>
        </p:blipFill>
        <p:spPr>
          <a:xfrm>
            <a:off x="9650836" y="3311599"/>
            <a:ext cx="1638300" cy="1663700"/>
          </a:xfrm>
          <a:prstGeom prst="rect">
            <a:avLst/>
          </a:prstGeom>
        </p:spPr>
      </p:pic>
      <p:pic>
        <p:nvPicPr>
          <p:cNvPr id="14" name="Graphic 13" descr="Male profile outline">
            <a:extLst>
              <a:ext uri="{FF2B5EF4-FFF2-40B4-BE49-F238E27FC236}">
                <a16:creationId xmlns:a16="http://schemas.microsoft.com/office/drawing/2014/main" id="{E0A895E1-4003-2918-6816-D097C2DC5BC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93865" y="163418"/>
            <a:ext cx="852752" cy="852752"/>
          </a:xfrm>
          <a:prstGeom prst="rect">
            <a:avLst/>
          </a:prstGeom>
        </p:spPr>
      </p:pic>
      <p:sp>
        <p:nvSpPr>
          <p:cNvPr id="15" name="TextBox 14">
            <a:extLst>
              <a:ext uri="{FF2B5EF4-FFF2-40B4-BE49-F238E27FC236}">
                <a16:creationId xmlns:a16="http://schemas.microsoft.com/office/drawing/2014/main" id="{A3CBC70E-3F8B-4CE6-81C6-0F4AB6AF458A}"/>
              </a:ext>
            </a:extLst>
          </p:cNvPr>
          <p:cNvSpPr txBox="1"/>
          <p:nvPr/>
        </p:nvSpPr>
        <p:spPr>
          <a:xfrm>
            <a:off x="3084285" y="5970069"/>
            <a:ext cx="2712666"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 surround contrast (log)</a:t>
            </a:r>
          </a:p>
        </p:txBody>
      </p:sp>
    </p:spTree>
    <p:extLst>
      <p:ext uri="{BB962C8B-B14F-4D97-AF65-F5344CB8AC3E}">
        <p14:creationId xmlns:p14="http://schemas.microsoft.com/office/powerpoint/2010/main" val="11097654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a:extLst>
              <a:ext uri="{FF2B5EF4-FFF2-40B4-BE49-F238E27FC236}">
                <a16:creationId xmlns:a16="http://schemas.microsoft.com/office/drawing/2014/main" id="{F410D418-B540-653B-CBAC-6EE23C716EAC}"/>
              </a:ext>
            </a:extLst>
          </p:cNvPr>
          <p:cNvPicPr>
            <a:picLocks noChangeAspect="1"/>
          </p:cNvPicPr>
          <p:nvPr/>
        </p:nvPicPr>
        <p:blipFill>
          <a:blip r:embed="rId3"/>
          <a:stretch>
            <a:fillRect/>
          </a:stretch>
        </p:blipFill>
        <p:spPr>
          <a:xfrm>
            <a:off x="9143562" y="4198413"/>
            <a:ext cx="2313675" cy="1672536"/>
          </a:xfrm>
          <a:prstGeom prst="rect">
            <a:avLst/>
          </a:prstGeom>
        </p:spPr>
      </p:pic>
      <p:pic>
        <p:nvPicPr>
          <p:cNvPr id="39" name="Picture 38">
            <a:extLst>
              <a:ext uri="{FF2B5EF4-FFF2-40B4-BE49-F238E27FC236}">
                <a16:creationId xmlns:a16="http://schemas.microsoft.com/office/drawing/2014/main" id="{1BC12FC3-B6B9-31C4-5CA7-3F598FA072CC}"/>
              </a:ext>
            </a:extLst>
          </p:cNvPr>
          <p:cNvPicPr>
            <a:picLocks noChangeAspect="1"/>
          </p:cNvPicPr>
          <p:nvPr/>
        </p:nvPicPr>
        <p:blipFill>
          <a:blip r:embed="rId4"/>
          <a:stretch>
            <a:fillRect/>
          </a:stretch>
        </p:blipFill>
        <p:spPr>
          <a:xfrm>
            <a:off x="6596107" y="2356654"/>
            <a:ext cx="2354123" cy="1747315"/>
          </a:xfrm>
          <a:prstGeom prst="rect">
            <a:avLst/>
          </a:prstGeom>
        </p:spPr>
      </p:pic>
      <p:pic>
        <p:nvPicPr>
          <p:cNvPr id="38" name="Picture 37">
            <a:extLst>
              <a:ext uri="{FF2B5EF4-FFF2-40B4-BE49-F238E27FC236}">
                <a16:creationId xmlns:a16="http://schemas.microsoft.com/office/drawing/2014/main" id="{0BE12356-E8B7-8791-AF1F-80CAFF8DD559}"/>
              </a:ext>
            </a:extLst>
          </p:cNvPr>
          <p:cNvPicPr>
            <a:picLocks noChangeAspect="1"/>
          </p:cNvPicPr>
          <p:nvPr/>
        </p:nvPicPr>
        <p:blipFill>
          <a:blip r:embed="rId5"/>
          <a:stretch>
            <a:fillRect/>
          </a:stretch>
        </p:blipFill>
        <p:spPr>
          <a:xfrm>
            <a:off x="6647729" y="4279416"/>
            <a:ext cx="2283916" cy="1675328"/>
          </a:xfrm>
          <a:prstGeom prst="rect">
            <a:avLst/>
          </a:prstGeom>
        </p:spPr>
      </p:pic>
      <p:pic>
        <p:nvPicPr>
          <p:cNvPr id="36" name="Picture 35">
            <a:extLst>
              <a:ext uri="{FF2B5EF4-FFF2-40B4-BE49-F238E27FC236}">
                <a16:creationId xmlns:a16="http://schemas.microsoft.com/office/drawing/2014/main" id="{0B43EFD2-0D47-8A9F-BF53-2D4B2D0F5BFF}"/>
              </a:ext>
            </a:extLst>
          </p:cNvPr>
          <p:cNvPicPr>
            <a:picLocks noChangeAspect="1"/>
          </p:cNvPicPr>
          <p:nvPr/>
        </p:nvPicPr>
        <p:blipFill>
          <a:blip r:embed="rId6"/>
          <a:stretch>
            <a:fillRect/>
          </a:stretch>
        </p:blipFill>
        <p:spPr>
          <a:xfrm>
            <a:off x="9143562" y="2356654"/>
            <a:ext cx="2417269" cy="1747315"/>
          </a:xfrm>
          <a:prstGeom prst="rect">
            <a:avLst/>
          </a:prstGeom>
        </p:spPr>
      </p:pic>
      <p:sp>
        <p:nvSpPr>
          <p:cNvPr id="2" name="Title 1">
            <a:extLst>
              <a:ext uri="{FF2B5EF4-FFF2-40B4-BE49-F238E27FC236}">
                <a16:creationId xmlns:a16="http://schemas.microsoft.com/office/drawing/2014/main" id="{B4EB3E8F-759D-F22B-FE5F-DABF5C322BA0}"/>
              </a:ext>
            </a:extLst>
          </p:cNvPr>
          <p:cNvSpPr>
            <a:spLocks noGrp="1"/>
          </p:cNvSpPr>
          <p:nvPr>
            <p:ph type="title"/>
          </p:nvPr>
        </p:nvSpPr>
        <p:spPr/>
        <p:txBody>
          <a:bodyPr/>
          <a:lstStyle/>
          <a:p>
            <a:r>
              <a:rPr lang="en-GB" dirty="0"/>
              <a:t>N</a:t>
            </a:r>
            <a:r>
              <a:rPr lang="en-NL" dirty="0"/>
              <a:t>ormalisation model of attention</a:t>
            </a:r>
          </a:p>
        </p:txBody>
      </p:sp>
      <p:sp>
        <p:nvSpPr>
          <p:cNvPr id="3" name="Slide Number Placeholder 2">
            <a:extLst>
              <a:ext uri="{FF2B5EF4-FFF2-40B4-BE49-F238E27FC236}">
                <a16:creationId xmlns:a16="http://schemas.microsoft.com/office/drawing/2014/main" id="{9A97B45B-C774-B149-2B9D-E53D3A2D03F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pic>
        <p:nvPicPr>
          <p:cNvPr id="7" name="Picture 6">
            <a:extLst>
              <a:ext uri="{FF2B5EF4-FFF2-40B4-BE49-F238E27FC236}">
                <a16:creationId xmlns:a16="http://schemas.microsoft.com/office/drawing/2014/main" id="{1A219554-C7E7-478A-C367-1A18E2125568}"/>
              </a:ext>
            </a:extLst>
          </p:cNvPr>
          <p:cNvPicPr>
            <a:picLocks noChangeAspect="1"/>
          </p:cNvPicPr>
          <p:nvPr/>
        </p:nvPicPr>
        <p:blipFill>
          <a:blip r:embed="rId7"/>
          <a:srcRect t="6803" r="67182"/>
          <a:stretch>
            <a:fillRect/>
          </a:stretch>
        </p:blipFill>
        <p:spPr>
          <a:xfrm>
            <a:off x="5321875" y="1189373"/>
            <a:ext cx="1066225" cy="1045349"/>
          </a:xfrm>
          <a:prstGeom prst="rect">
            <a:avLst/>
          </a:prstGeom>
        </p:spPr>
      </p:pic>
      <p:pic>
        <p:nvPicPr>
          <p:cNvPr id="3074" name="Picture 2">
            <a:extLst>
              <a:ext uri="{FF2B5EF4-FFF2-40B4-BE49-F238E27FC236}">
                <a16:creationId xmlns:a16="http://schemas.microsoft.com/office/drawing/2014/main" id="{64CC44CD-66CD-4EFD-4658-2B9AA10A7D57}"/>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2060"/>
          <a:stretch>
            <a:fillRect/>
          </a:stretch>
        </p:blipFill>
        <p:spPr bwMode="auto">
          <a:xfrm>
            <a:off x="707718" y="1189373"/>
            <a:ext cx="3991281" cy="519925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97F1527-4595-8762-FA35-60EA9F235D0B}"/>
              </a:ext>
            </a:extLst>
          </p:cNvPr>
          <p:cNvSpPr txBox="1"/>
          <p:nvPr/>
        </p:nvSpPr>
        <p:spPr>
          <a:xfrm>
            <a:off x="6586575" y="690872"/>
            <a:ext cx="238905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Surround low contrast</a:t>
            </a:r>
          </a:p>
        </p:txBody>
      </p:sp>
      <p:sp>
        <p:nvSpPr>
          <p:cNvPr id="9" name="TextBox 8">
            <a:extLst>
              <a:ext uri="{FF2B5EF4-FFF2-40B4-BE49-F238E27FC236}">
                <a16:creationId xmlns:a16="http://schemas.microsoft.com/office/drawing/2014/main" id="{07FC62B1-AE09-FF3A-3EAB-5EF32841A535}"/>
              </a:ext>
            </a:extLst>
          </p:cNvPr>
          <p:cNvSpPr txBox="1"/>
          <p:nvPr/>
        </p:nvSpPr>
        <p:spPr>
          <a:xfrm>
            <a:off x="9335021" y="683244"/>
            <a:ext cx="2483437"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Surround high contrast</a:t>
            </a:r>
          </a:p>
        </p:txBody>
      </p:sp>
      <p:pic>
        <p:nvPicPr>
          <p:cNvPr id="10" name="Picture 9">
            <a:extLst>
              <a:ext uri="{FF2B5EF4-FFF2-40B4-BE49-F238E27FC236}">
                <a16:creationId xmlns:a16="http://schemas.microsoft.com/office/drawing/2014/main" id="{DB50D35D-88F3-E737-B4A0-CDD61A54FDF3}"/>
              </a:ext>
            </a:extLst>
          </p:cNvPr>
          <p:cNvPicPr>
            <a:picLocks noChangeAspect="1"/>
          </p:cNvPicPr>
          <p:nvPr/>
        </p:nvPicPr>
        <p:blipFill>
          <a:blip r:embed="rId9"/>
          <a:stretch>
            <a:fillRect/>
          </a:stretch>
        </p:blipFill>
        <p:spPr>
          <a:xfrm>
            <a:off x="7896127" y="1280381"/>
            <a:ext cx="2159000" cy="932772"/>
          </a:xfrm>
          <a:prstGeom prst="rect">
            <a:avLst/>
          </a:prstGeom>
        </p:spPr>
      </p:pic>
      <p:pic>
        <p:nvPicPr>
          <p:cNvPr id="12" name="Picture 11">
            <a:extLst>
              <a:ext uri="{FF2B5EF4-FFF2-40B4-BE49-F238E27FC236}">
                <a16:creationId xmlns:a16="http://schemas.microsoft.com/office/drawing/2014/main" id="{7768EAB2-6688-F7D6-5CCB-40EB7A34197F}"/>
              </a:ext>
            </a:extLst>
          </p:cNvPr>
          <p:cNvPicPr>
            <a:picLocks noChangeAspect="1"/>
          </p:cNvPicPr>
          <p:nvPr/>
        </p:nvPicPr>
        <p:blipFill>
          <a:blip r:embed="rId10"/>
          <a:srcRect l="33171" r="33228"/>
          <a:stretch>
            <a:fillRect/>
          </a:stretch>
        </p:blipFill>
        <p:spPr>
          <a:xfrm>
            <a:off x="5322162" y="2675785"/>
            <a:ext cx="1087085" cy="1069282"/>
          </a:xfrm>
          <a:prstGeom prst="rect">
            <a:avLst/>
          </a:prstGeom>
        </p:spPr>
      </p:pic>
      <p:sp>
        <p:nvSpPr>
          <p:cNvPr id="13" name="TextBox 12">
            <a:extLst>
              <a:ext uri="{FF2B5EF4-FFF2-40B4-BE49-F238E27FC236}">
                <a16:creationId xmlns:a16="http://schemas.microsoft.com/office/drawing/2014/main" id="{58C49CD8-7399-8C3B-5168-3FFFF3D3DFF5}"/>
              </a:ext>
            </a:extLst>
          </p:cNvPr>
          <p:cNvSpPr txBox="1"/>
          <p:nvPr/>
        </p:nvSpPr>
        <p:spPr>
          <a:xfrm>
            <a:off x="5504226" y="937773"/>
            <a:ext cx="722955"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Center</a:t>
            </a:r>
          </a:p>
        </p:txBody>
      </p:sp>
      <p:sp>
        <p:nvSpPr>
          <p:cNvPr id="14" name="TextBox 13">
            <a:extLst>
              <a:ext uri="{FF2B5EF4-FFF2-40B4-BE49-F238E27FC236}">
                <a16:creationId xmlns:a16="http://schemas.microsoft.com/office/drawing/2014/main" id="{0503A0D1-D10C-47AD-C76B-209EA73B8AD4}"/>
              </a:ext>
            </a:extLst>
          </p:cNvPr>
          <p:cNvSpPr txBox="1"/>
          <p:nvPr/>
        </p:nvSpPr>
        <p:spPr>
          <a:xfrm>
            <a:off x="5708608" y="2398786"/>
            <a:ext cx="314189"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Iso</a:t>
            </a:r>
          </a:p>
        </p:txBody>
      </p:sp>
      <p:sp>
        <p:nvSpPr>
          <p:cNvPr id="15" name="TextBox 14">
            <a:extLst>
              <a:ext uri="{FF2B5EF4-FFF2-40B4-BE49-F238E27FC236}">
                <a16:creationId xmlns:a16="http://schemas.microsoft.com/office/drawing/2014/main" id="{BD74A90B-907D-CB63-1E5C-E5A08AC23E39}"/>
              </a:ext>
            </a:extLst>
          </p:cNvPr>
          <p:cNvSpPr txBox="1"/>
          <p:nvPr/>
        </p:nvSpPr>
        <p:spPr>
          <a:xfrm>
            <a:off x="5499490" y="4219328"/>
            <a:ext cx="596510"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Cross</a:t>
            </a:r>
          </a:p>
        </p:txBody>
      </p:sp>
      <p:pic>
        <p:nvPicPr>
          <p:cNvPr id="16" name="Picture 15">
            <a:extLst>
              <a:ext uri="{FF2B5EF4-FFF2-40B4-BE49-F238E27FC236}">
                <a16:creationId xmlns:a16="http://schemas.microsoft.com/office/drawing/2014/main" id="{DF200494-EA16-7FFC-2FAB-4FA3CBAC2A2F}"/>
              </a:ext>
            </a:extLst>
          </p:cNvPr>
          <p:cNvPicPr>
            <a:picLocks noChangeAspect="1"/>
          </p:cNvPicPr>
          <p:nvPr/>
        </p:nvPicPr>
        <p:blipFill>
          <a:blip r:embed="rId10"/>
          <a:srcRect l="66552"/>
          <a:stretch>
            <a:fillRect/>
          </a:stretch>
        </p:blipFill>
        <p:spPr>
          <a:xfrm>
            <a:off x="5301015" y="4496327"/>
            <a:ext cx="1087085" cy="1074170"/>
          </a:xfrm>
          <a:prstGeom prst="rect">
            <a:avLst/>
          </a:prstGeom>
        </p:spPr>
      </p:pic>
      <p:sp>
        <p:nvSpPr>
          <p:cNvPr id="26" name="TextBox 25">
            <a:extLst>
              <a:ext uri="{FF2B5EF4-FFF2-40B4-BE49-F238E27FC236}">
                <a16:creationId xmlns:a16="http://schemas.microsoft.com/office/drawing/2014/main" id="{B219726B-DEE3-4C73-7F1C-4FA68128F02F}"/>
              </a:ext>
            </a:extLst>
          </p:cNvPr>
          <p:cNvSpPr txBox="1"/>
          <p:nvPr/>
        </p:nvSpPr>
        <p:spPr>
          <a:xfrm>
            <a:off x="114300" y="6489368"/>
            <a:ext cx="2683620"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Reynolds &amp; Heeger, 2009</a:t>
            </a:r>
          </a:p>
        </p:txBody>
      </p:sp>
      <p:sp>
        <p:nvSpPr>
          <p:cNvPr id="27" name="TextBox 26">
            <a:extLst>
              <a:ext uri="{FF2B5EF4-FFF2-40B4-BE49-F238E27FC236}">
                <a16:creationId xmlns:a16="http://schemas.microsoft.com/office/drawing/2014/main" id="{7A927C7E-3E14-6AD0-6A84-60FEF3DA6649}"/>
              </a:ext>
            </a:extLst>
          </p:cNvPr>
          <p:cNvSpPr txBox="1"/>
          <p:nvPr/>
        </p:nvSpPr>
        <p:spPr>
          <a:xfrm>
            <a:off x="8349345" y="1041540"/>
            <a:ext cx="301527"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2400" b="0" i="0" u="none" strike="noStrike" kern="1200" cap="none" spc="0" normalizeH="0" baseline="0" noProof="0" dirty="0">
                <a:ln>
                  <a:noFill/>
                </a:ln>
                <a:solidFill>
                  <a:prstClr val="black"/>
                </a:solidFill>
                <a:effectLst/>
                <a:uLnTx/>
                <a:uFillTx/>
                <a:latin typeface="Open Sans"/>
                <a:ea typeface="+mn-ea"/>
                <a:cs typeface="+mn-cs"/>
              </a:rPr>
              <a:t>=</a:t>
            </a:r>
            <a:endParaRPr kumimoji="0" lang="en-NL" sz="1800" b="0" i="0" u="none" strike="noStrike" kern="1200" cap="none" spc="0" normalizeH="0" baseline="0" noProof="0" dirty="0">
              <a:ln>
                <a:noFill/>
              </a:ln>
              <a:solidFill>
                <a:prstClr val="black"/>
              </a:solidFill>
              <a:effectLst/>
              <a:uLnTx/>
              <a:uFillTx/>
              <a:latin typeface="Open Sans"/>
              <a:ea typeface="+mn-ea"/>
              <a:cs typeface="+mn-cs"/>
            </a:endParaRPr>
          </a:p>
        </p:txBody>
      </p:sp>
      <p:sp>
        <p:nvSpPr>
          <p:cNvPr id="28" name="TextBox 27">
            <a:extLst>
              <a:ext uri="{FF2B5EF4-FFF2-40B4-BE49-F238E27FC236}">
                <a16:creationId xmlns:a16="http://schemas.microsoft.com/office/drawing/2014/main" id="{449D91A8-1C14-5ADE-BE2E-54223B430E1F}"/>
              </a:ext>
            </a:extLst>
          </p:cNvPr>
          <p:cNvSpPr txBox="1"/>
          <p:nvPr/>
        </p:nvSpPr>
        <p:spPr>
          <a:xfrm>
            <a:off x="6838774" y="2675785"/>
            <a:ext cx="352661"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2400" b="0" i="0" u="none" strike="noStrike" kern="1200" cap="none" spc="0" normalizeH="0" baseline="0" noProof="0" dirty="0">
                <a:ln>
                  <a:noFill/>
                </a:ln>
                <a:solidFill>
                  <a:prstClr val="black"/>
                </a:solidFill>
                <a:effectLst/>
                <a:uLnTx/>
                <a:uFillTx/>
                <a:latin typeface="Open Sans"/>
                <a:ea typeface="+mn-ea"/>
                <a:cs typeface="+mn-cs"/>
              </a:rPr>
              <a:t>++</a:t>
            </a:r>
            <a:endParaRPr kumimoji="0" lang="en-NL" sz="1800" b="0" i="0" u="none" strike="noStrike" kern="1200" cap="none" spc="0" normalizeH="0" baseline="0" noProof="0" dirty="0">
              <a:ln>
                <a:noFill/>
              </a:ln>
              <a:solidFill>
                <a:prstClr val="black"/>
              </a:solidFill>
              <a:effectLst/>
              <a:uLnTx/>
              <a:uFillTx/>
              <a:latin typeface="Open Sans"/>
              <a:ea typeface="+mn-ea"/>
              <a:cs typeface="+mn-cs"/>
            </a:endParaRPr>
          </a:p>
        </p:txBody>
      </p:sp>
      <p:sp>
        <p:nvSpPr>
          <p:cNvPr id="29" name="TextBox 28">
            <a:extLst>
              <a:ext uri="{FF2B5EF4-FFF2-40B4-BE49-F238E27FC236}">
                <a16:creationId xmlns:a16="http://schemas.microsoft.com/office/drawing/2014/main" id="{BFA94A42-6A6C-CD99-0760-F31285EACCD1}"/>
              </a:ext>
            </a:extLst>
          </p:cNvPr>
          <p:cNvSpPr txBox="1"/>
          <p:nvPr/>
        </p:nvSpPr>
        <p:spPr>
          <a:xfrm>
            <a:off x="9609730" y="2585784"/>
            <a:ext cx="115416"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2800" b="0" i="0" u="none" strike="noStrike" kern="1200" cap="none" spc="0" normalizeH="0" baseline="0" noProof="0" dirty="0">
                <a:ln>
                  <a:noFill/>
                </a:ln>
                <a:solidFill>
                  <a:prstClr val="black"/>
                </a:solidFill>
                <a:effectLst/>
                <a:uLnTx/>
                <a:uFillTx/>
                <a:latin typeface="Open Sans"/>
                <a:ea typeface="+mn-ea"/>
                <a:cs typeface="+mn-cs"/>
              </a:rPr>
              <a:t>-</a:t>
            </a:r>
          </a:p>
        </p:txBody>
      </p:sp>
      <p:sp>
        <p:nvSpPr>
          <p:cNvPr id="31" name="TextBox 30">
            <a:extLst>
              <a:ext uri="{FF2B5EF4-FFF2-40B4-BE49-F238E27FC236}">
                <a16:creationId xmlns:a16="http://schemas.microsoft.com/office/drawing/2014/main" id="{1FF2E1E9-F124-907F-D924-DA649E1CDDF0}"/>
              </a:ext>
            </a:extLst>
          </p:cNvPr>
          <p:cNvSpPr txBox="1"/>
          <p:nvPr/>
        </p:nvSpPr>
        <p:spPr>
          <a:xfrm>
            <a:off x="6959761" y="4626323"/>
            <a:ext cx="176330"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2400" b="0" i="0" u="none" strike="noStrike" kern="1200" cap="none" spc="0" normalizeH="0" baseline="0" noProof="0" dirty="0">
                <a:ln>
                  <a:noFill/>
                </a:ln>
                <a:solidFill>
                  <a:prstClr val="black"/>
                </a:solidFill>
                <a:effectLst/>
                <a:uLnTx/>
                <a:uFillTx/>
                <a:latin typeface="Open Sans"/>
                <a:ea typeface="+mn-ea"/>
                <a:cs typeface="+mn-cs"/>
              </a:rPr>
              <a:t>=</a:t>
            </a:r>
            <a:endParaRPr kumimoji="0" lang="en-NL" sz="1800" b="0" i="0" u="none" strike="noStrike" kern="1200" cap="none" spc="0" normalizeH="0" baseline="0" noProof="0" dirty="0">
              <a:ln>
                <a:noFill/>
              </a:ln>
              <a:solidFill>
                <a:prstClr val="black"/>
              </a:solidFill>
              <a:effectLst/>
              <a:uLnTx/>
              <a:uFillTx/>
              <a:latin typeface="Open Sans"/>
              <a:ea typeface="+mn-ea"/>
              <a:cs typeface="+mn-cs"/>
            </a:endParaRPr>
          </a:p>
        </p:txBody>
      </p:sp>
      <p:sp>
        <p:nvSpPr>
          <p:cNvPr id="32" name="TextBox 31">
            <a:extLst>
              <a:ext uri="{FF2B5EF4-FFF2-40B4-BE49-F238E27FC236}">
                <a16:creationId xmlns:a16="http://schemas.microsoft.com/office/drawing/2014/main" id="{72010852-9D99-1C31-C404-39E7E5875F59}"/>
              </a:ext>
            </a:extLst>
          </p:cNvPr>
          <p:cNvSpPr txBox="1"/>
          <p:nvPr/>
        </p:nvSpPr>
        <p:spPr>
          <a:xfrm>
            <a:off x="9484352" y="4472435"/>
            <a:ext cx="230832"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2800" b="0" i="0" u="none" strike="noStrike" kern="1200" cap="none" spc="0" normalizeH="0" baseline="0" noProof="0" dirty="0">
                <a:ln>
                  <a:noFill/>
                </a:ln>
                <a:solidFill>
                  <a:prstClr val="black"/>
                </a:solidFill>
                <a:effectLst/>
                <a:uLnTx/>
                <a:uFillTx/>
                <a:latin typeface="Open Sans"/>
                <a:ea typeface="+mn-ea"/>
                <a:cs typeface="+mn-cs"/>
              </a:rPr>
              <a:t>--</a:t>
            </a:r>
          </a:p>
        </p:txBody>
      </p:sp>
    </p:spTree>
    <p:extLst>
      <p:ext uri="{BB962C8B-B14F-4D97-AF65-F5344CB8AC3E}">
        <p14:creationId xmlns:p14="http://schemas.microsoft.com/office/powerpoint/2010/main" val="630252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27" grpId="0"/>
      <p:bldP spid="28" grpId="0"/>
      <p:bldP spid="29" grpId="0"/>
      <p:bldP spid="31" grpId="0"/>
      <p:bldP spid="3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F1B8792-7ECD-C5DC-6462-39680D365239}"/>
              </a:ext>
            </a:extLst>
          </p:cNvPr>
          <p:cNvPicPr>
            <a:picLocks noChangeAspect="1"/>
          </p:cNvPicPr>
          <p:nvPr/>
        </p:nvPicPr>
        <p:blipFill>
          <a:blip r:embed="rId3"/>
          <a:stretch>
            <a:fillRect/>
          </a:stretch>
        </p:blipFill>
        <p:spPr>
          <a:xfrm>
            <a:off x="945062" y="816673"/>
            <a:ext cx="2882900" cy="2514600"/>
          </a:xfrm>
          <a:prstGeom prst="rect">
            <a:avLst/>
          </a:prstGeom>
        </p:spPr>
      </p:pic>
      <p:sp>
        <p:nvSpPr>
          <p:cNvPr id="2" name="Title 1">
            <a:extLst>
              <a:ext uri="{FF2B5EF4-FFF2-40B4-BE49-F238E27FC236}">
                <a16:creationId xmlns:a16="http://schemas.microsoft.com/office/drawing/2014/main" id="{F6FBE0A3-9536-BD10-A57B-438DCC81E07C}"/>
              </a:ext>
            </a:extLst>
          </p:cNvPr>
          <p:cNvSpPr>
            <a:spLocks noGrp="1"/>
          </p:cNvSpPr>
          <p:nvPr>
            <p:ph type="title"/>
          </p:nvPr>
        </p:nvSpPr>
        <p:spPr/>
        <p:txBody>
          <a:bodyPr/>
          <a:lstStyle/>
          <a:p>
            <a:r>
              <a:rPr lang="en-GB" dirty="0"/>
              <a:t>Top-down disinhibition interacts with surround for flexible modulation</a:t>
            </a:r>
            <a:endParaRPr lang="en-NL" dirty="0"/>
          </a:p>
        </p:txBody>
      </p:sp>
      <p:sp>
        <p:nvSpPr>
          <p:cNvPr id="3" name="Slide Number Placeholder 2">
            <a:extLst>
              <a:ext uri="{FF2B5EF4-FFF2-40B4-BE49-F238E27FC236}">
                <a16:creationId xmlns:a16="http://schemas.microsoft.com/office/drawing/2014/main" id="{757678F4-B8E1-F457-0F6F-5EF65ED5329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pic>
        <p:nvPicPr>
          <p:cNvPr id="4" name="Picture 3">
            <a:extLst>
              <a:ext uri="{FF2B5EF4-FFF2-40B4-BE49-F238E27FC236}">
                <a16:creationId xmlns:a16="http://schemas.microsoft.com/office/drawing/2014/main" id="{198ECBE0-BA5B-A831-6851-981B746AAA31}"/>
              </a:ext>
            </a:extLst>
          </p:cNvPr>
          <p:cNvPicPr>
            <a:picLocks noChangeAspect="1"/>
          </p:cNvPicPr>
          <p:nvPr/>
        </p:nvPicPr>
        <p:blipFill>
          <a:blip r:embed="rId4"/>
          <a:stretch>
            <a:fillRect/>
          </a:stretch>
        </p:blipFill>
        <p:spPr>
          <a:xfrm>
            <a:off x="6832269" y="3997626"/>
            <a:ext cx="4284170" cy="2631039"/>
          </a:xfrm>
          <a:prstGeom prst="rect">
            <a:avLst/>
          </a:prstGeom>
        </p:spPr>
      </p:pic>
      <p:sp>
        <p:nvSpPr>
          <p:cNvPr id="5" name="TextBox 4">
            <a:extLst>
              <a:ext uri="{FF2B5EF4-FFF2-40B4-BE49-F238E27FC236}">
                <a16:creationId xmlns:a16="http://schemas.microsoft.com/office/drawing/2014/main" id="{F28307AA-6671-0B97-0F39-3B7DF8B288F3}"/>
              </a:ext>
            </a:extLst>
          </p:cNvPr>
          <p:cNvSpPr txBox="1"/>
          <p:nvPr/>
        </p:nvSpPr>
        <p:spPr>
          <a:xfrm>
            <a:off x="7058743" y="3812960"/>
            <a:ext cx="3831222"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200" b="1" i="0" u="none" strike="noStrike" kern="1200" cap="none" spc="0" normalizeH="0" baseline="0" noProof="0" dirty="0">
                <a:ln>
                  <a:noFill/>
                </a:ln>
                <a:solidFill>
                  <a:prstClr val="black"/>
                </a:solidFill>
                <a:effectLst/>
                <a:uLnTx/>
                <a:uFillTx/>
                <a:latin typeface="Open Sans"/>
                <a:ea typeface="+mn-ea"/>
                <a:cs typeface="+mn-cs"/>
              </a:rPr>
              <a:t>Surround suppression strong: Exc -&gt; SOM = -1,09  </a:t>
            </a:r>
          </a:p>
        </p:txBody>
      </p:sp>
      <p:pic>
        <p:nvPicPr>
          <p:cNvPr id="6" name="Picture 5">
            <a:extLst>
              <a:ext uri="{FF2B5EF4-FFF2-40B4-BE49-F238E27FC236}">
                <a16:creationId xmlns:a16="http://schemas.microsoft.com/office/drawing/2014/main" id="{89628E6F-B7D6-3155-8B10-2CED86924C01}"/>
              </a:ext>
            </a:extLst>
          </p:cNvPr>
          <p:cNvPicPr>
            <a:picLocks noChangeAspect="1"/>
          </p:cNvPicPr>
          <p:nvPr/>
        </p:nvPicPr>
        <p:blipFill>
          <a:blip r:embed="rId5"/>
          <a:stretch>
            <a:fillRect/>
          </a:stretch>
        </p:blipFill>
        <p:spPr>
          <a:xfrm>
            <a:off x="6750857" y="1043317"/>
            <a:ext cx="4446993" cy="2731033"/>
          </a:xfrm>
          <a:prstGeom prst="rect">
            <a:avLst/>
          </a:prstGeom>
        </p:spPr>
      </p:pic>
      <p:sp>
        <p:nvSpPr>
          <p:cNvPr id="7" name="TextBox 6">
            <a:extLst>
              <a:ext uri="{FF2B5EF4-FFF2-40B4-BE49-F238E27FC236}">
                <a16:creationId xmlns:a16="http://schemas.microsoft.com/office/drawing/2014/main" id="{607A5FD5-2AEA-245F-4846-9144F11CF4A0}"/>
              </a:ext>
            </a:extLst>
          </p:cNvPr>
          <p:cNvSpPr txBox="1"/>
          <p:nvPr/>
        </p:nvSpPr>
        <p:spPr>
          <a:xfrm>
            <a:off x="7263392" y="807296"/>
            <a:ext cx="4708434"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200" b="1" i="0" u="none" strike="noStrike" kern="1200" cap="none" spc="0" normalizeH="0" baseline="0" noProof="0" dirty="0">
                <a:ln>
                  <a:noFill/>
                </a:ln>
                <a:solidFill>
                  <a:prstClr val="black"/>
                </a:solidFill>
                <a:effectLst/>
                <a:uLnTx/>
                <a:uFillTx/>
                <a:latin typeface="Open Sans"/>
                <a:ea typeface="+mn-ea"/>
                <a:cs typeface="+mn-cs"/>
              </a:rPr>
              <a:t>Surround suppression weak: Exc -&gt; SOM = -0,29  </a:t>
            </a:r>
          </a:p>
        </p:txBody>
      </p:sp>
      <p:pic>
        <p:nvPicPr>
          <p:cNvPr id="8" name="Picture 7">
            <a:extLst>
              <a:ext uri="{FF2B5EF4-FFF2-40B4-BE49-F238E27FC236}">
                <a16:creationId xmlns:a16="http://schemas.microsoft.com/office/drawing/2014/main" id="{85F96130-3E5A-FE26-647D-C4009D65FE3B}"/>
              </a:ext>
            </a:extLst>
          </p:cNvPr>
          <p:cNvPicPr>
            <a:picLocks noChangeAspect="1"/>
          </p:cNvPicPr>
          <p:nvPr/>
        </p:nvPicPr>
        <p:blipFill>
          <a:blip r:embed="rId6"/>
          <a:srcRect l="55503" r="-1521" b="9414"/>
          <a:stretch>
            <a:fillRect/>
          </a:stretch>
        </p:blipFill>
        <p:spPr>
          <a:xfrm>
            <a:off x="699630" y="3369219"/>
            <a:ext cx="3951028" cy="3488781"/>
          </a:xfrm>
          <a:prstGeom prst="rect">
            <a:avLst/>
          </a:prstGeom>
        </p:spPr>
      </p:pic>
      <p:sp>
        <p:nvSpPr>
          <p:cNvPr id="15" name="TextBox 14">
            <a:extLst>
              <a:ext uri="{FF2B5EF4-FFF2-40B4-BE49-F238E27FC236}">
                <a16:creationId xmlns:a16="http://schemas.microsoft.com/office/drawing/2014/main" id="{EF878B3D-B645-463C-F38E-B245D3AA3196}"/>
              </a:ext>
            </a:extLst>
          </p:cNvPr>
          <p:cNvSpPr txBox="1"/>
          <p:nvPr/>
        </p:nvSpPr>
        <p:spPr>
          <a:xfrm>
            <a:off x="1778000" y="2140796"/>
            <a:ext cx="379912"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1" i="0" u="none" strike="noStrike" kern="1200" cap="none" spc="0" normalizeH="0" baseline="0" noProof="0" dirty="0">
                <a:ln>
                  <a:noFill/>
                </a:ln>
                <a:solidFill>
                  <a:prstClr val="black"/>
                </a:solidFill>
                <a:effectLst/>
                <a:uLnTx/>
                <a:uFillTx/>
                <a:latin typeface="Open Sans"/>
                <a:ea typeface="+mn-ea"/>
                <a:cs typeface="+mn-cs"/>
              </a:rPr>
              <a:t>***</a:t>
            </a:r>
          </a:p>
        </p:txBody>
      </p:sp>
      <p:pic>
        <p:nvPicPr>
          <p:cNvPr id="17" name="Graphic 16" descr="Laptop outline">
            <a:extLst>
              <a:ext uri="{FF2B5EF4-FFF2-40B4-BE49-F238E27FC236}">
                <a16:creationId xmlns:a16="http://schemas.microsoft.com/office/drawing/2014/main" id="{B7E95D5C-ED98-8341-A33F-6A88B31B1BC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506027" y="123600"/>
            <a:ext cx="578618" cy="578618"/>
          </a:xfrm>
          <a:prstGeom prst="rect">
            <a:avLst/>
          </a:prstGeom>
        </p:spPr>
      </p:pic>
    </p:spTree>
    <p:extLst>
      <p:ext uri="{BB962C8B-B14F-4D97-AF65-F5344CB8AC3E}">
        <p14:creationId xmlns:p14="http://schemas.microsoft.com/office/powerpoint/2010/main" val="2442587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35207-9239-93F1-D11B-4B4FA5413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1FDD13-C5E7-B5E4-EAE1-EA79A3567E72}"/>
              </a:ext>
            </a:extLst>
          </p:cNvPr>
          <p:cNvSpPr>
            <a:spLocks noGrp="1"/>
          </p:cNvSpPr>
          <p:nvPr>
            <p:ph type="body" sz="quarter" idx="10"/>
          </p:nvPr>
        </p:nvSpPr>
        <p:spPr>
          <a:xfrm>
            <a:off x="864719" y="2808000"/>
            <a:ext cx="10440000" cy="2160000"/>
          </a:xfrm>
        </p:spPr>
        <p:txBody>
          <a:bodyPr>
            <a:normAutofit fontScale="62500" lnSpcReduction="20000"/>
          </a:bodyPr>
          <a:lstStyle/>
          <a:p>
            <a:pPr>
              <a:spcAft>
                <a:spcPts val="600"/>
              </a:spcAft>
            </a:pPr>
            <a:r>
              <a:rPr lang="en-GB" sz="7200" dirty="0"/>
              <a:t>Psychophysics of ‘active vision’:</a:t>
            </a:r>
          </a:p>
          <a:p>
            <a:pPr>
              <a:spcAft>
                <a:spcPts val="600"/>
              </a:spcAft>
            </a:pPr>
            <a:r>
              <a:rPr lang="nl-NL" dirty="0" err="1"/>
              <a:t>Spatial</a:t>
            </a:r>
            <a:r>
              <a:rPr lang="nl-NL" dirty="0"/>
              <a:t>- </a:t>
            </a:r>
            <a:r>
              <a:rPr lang="nl-NL" dirty="0" err="1"/>
              <a:t>and</a:t>
            </a:r>
            <a:r>
              <a:rPr lang="nl-NL" dirty="0"/>
              <a:t> feature-</a:t>
            </a:r>
            <a:r>
              <a:rPr lang="nl-NL" dirty="0" err="1"/>
              <a:t>specific</a:t>
            </a:r>
            <a:r>
              <a:rPr lang="nl-NL" dirty="0"/>
              <a:t> attention</a:t>
            </a:r>
            <a:endParaRPr lang="en-NL" dirty="0"/>
          </a:p>
        </p:txBody>
      </p:sp>
      <p:sp>
        <p:nvSpPr>
          <p:cNvPr id="3" name="Slide Number Placeholder 2" hidden="1">
            <a:extLst>
              <a:ext uri="{FF2B5EF4-FFF2-40B4-BE49-F238E27FC236}">
                <a16:creationId xmlns:a16="http://schemas.microsoft.com/office/drawing/2014/main" id="{34AF437F-60EB-AC8E-285E-B43890CB2521}"/>
              </a:ext>
            </a:extLst>
          </p:cNvPr>
          <p:cNvSpPr>
            <a:spLocks noGrp="1"/>
          </p:cNvSpPr>
          <p:nvPr>
            <p:ph type="sldNum" sz="quarter" idx="4294967295"/>
          </p:nvPr>
        </p:nvSpPr>
        <p:spPr>
          <a:xfrm>
            <a:off x="11116439" y="6489368"/>
            <a:ext cx="389588" cy="252000"/>
          </a:xfrm>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19</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spTree>
    <p:extLst>
      <p:ext uri="{BB962C8B-B14F-4D97-AF65-F5344CB8AC3E}">
        <p14:creationId xmlns:p14="http://schemas.microsoft.com/office/powerpoint/2010/main" val="9743321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043B2-2B5A-7FDD-B35E-E08EAC56AD68}"/>
              </a:ext>
            </a:extLst>
          </p:cNvPr>
          <p:cNvSpPr>
            <a:spLocks noGrp="1"/>
          </p:cNvSpPr>
          <p:nvPr>
            <p:ph type="title"/>
          </p:nvPr>
        </p:nvSpPr>
        <p:spPr/>
        <p:txBody>
          <a:bodyPr/>
          <a:lstStyle/>
          <a:p>
            <a:r>
              <a:rPr lang="en-GB" sz="2400" dirty="0"/>
              <a:t>F</a:t>
            </a:r>
            <a:r>
              <a:rPr lang="en-NL" sz="2400" dirty="0"/>
              <a:t>eature attention </a:t>
            </a:r>
          </a:p>
        </p:txBody>
      </p:sp>
      <p:sp>
        <p:nvSpPr>
          <p:cNvPr id="3" name="Slide Number Placeholder 2">
            <a:extLst>
              <a:ext uri="{FF2B5EF4-FFF2-40B4-BE49-F238E27FC236}">
                <a16:creationId xmlns:a16="http://schemas.microsoft.com/office/drawing/2014/main" id="{90642FD0-51C4-D749-644E-F0AB95BD65B7}"/>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grpSp>
        <p:nvGrpSpPr>
          <p:cNvPr id="5" name="Group 4">
            <a:extLst>
              <a:ext uri="{FF2B5EF4-FFF2-40B4-BE49-F238E27FC236}">
                <a16:creationId xmlns:a16="http://schemas.microsoft.com/office/drawing/2014/main" id="{C218ED5A-DC05-5A91-42EE-EF120BBBA802}"/>
              </a:ext>
            </a:extLst>
          </p:cNvPr>
          <p:cNvGrpSpPr/>
          <p:nvPr/>
        </p:nvGrpSpPr>
        <p:grpSpPr>
          <a:xfrm>
            <a:off x="1404544" y="2373557"/>
            <a:ext cx="2765700" cy="2763560"/>
            <a:chOff x="4838086" y="497799"/>
            <a:chExt cx="2765700" cy="2763560"/>
          </a:xfrm>
        </p:grpSpPr>
        <p:grpSp>
          <p:nvGrpSpPr>
            <p:cNvPr id="6" name="Group 5">
              <a:extLst>
                <a:ext uri="{FF2B5EF4-FFF2-40B4-BE49-F238E27FC236}">
                  <a16:creationId xmlns:a16="http://schemas.microsoft.com/office/drawing/2014/main" id="{16D74A0E-2B9F-3906-0791-979C86129816}"/>
                </a:ext>
              </a:extLst>
            </p:cNvPr>
            <p:cNvGrpSpPr/>
            <p:nvPr/>
          </p:nvGrpSpPr>
          <p:grpSpPr>
            <a:xfrm>
              <a:off x="4838086" y="1616159"/>
              <a:ext cx="2765700" cy="1645200"/>
              <a:chOff x="4720783" y="629219"/>
              <a:chExt cx="2765700" cy="1645200"/>
            </a:xfrm>
          </p:grpSpPr>
          <p:cxnSp>
            <p:nvCxnSpPr>
              <p:cNvPr id="8" name="Google Shape;201;g3a92d3d7a9e_0_177">
                <a:extLst>
                  <a:ext uri="{FF2B5EF4-FFF2-40B4-BE49-F238E27FC236}">
                    <a16:creationId xmlns:a16="http://schemas.microsoft.com/office/drawing/2014/main" id="{7DDA8594-9626-09E7-C3CE-3F9E0EA6CD28}"/>
                  </a:ext>
                </a:extLst>
              </p:cNvPr>
              <p:cNvCxnSpPr/>
              <p:nvPr/>
            </p:nvCxnSpPr>
            <p:spPr>
              <a:xfrm>
                <a:off x="6103633" y="629219"/>
                <a:ext cx="0" cy="1645200"/>
              </a:xfrm>
              <a:prstGeom prst="straightConnector1">
                <a:avLst/>
              </a:prstGeom>
              <a:noFill/>
              <a:ln w="9525" cap="flat" cmpd="sng">
                <a:solidFill>
                  <a:srgbClr val="595959"/>
                </a:solidFill>
                <a:prstDash val="solid"/>
                <a:round/>
                <a:headEnd type="none" w="med" len="med"/>
                <a:tailEnd type="none" w="med" len="med"/>
              </a:ln>
            </p:spPr>
          </p:cxnSp>
          <p:cxnSp>
            <p:nvCxnSpPr>
              <p:cNvPr id="9" name="Google Shape;202;g3a92d3d7a9e_0_177">
                <a:extLst>
                  <a:ext uri="{FF2B5EF4-FFF2-40B4-BE49-F238E27FC236}">
                    <a16:creationId xmlns:a16="http://schemas.microsoft.com/office/drawing/2014/main" id="{6D5B16C1-C806-B53A-7AC9-04656218CF59}"/>
                  </a:ext>
                </a:extLst>
              </p:cNvPr>
              <p:cNvCxnSpPr/>
              <p:nvPr/>
            </p:nvCxnSpPr>
            <p:spPr>
              <a:xfrm rot="10800000" flipH="1">
                <a:off x="4720783" y="1444919"/>
                <a:ext cx="2765700" cy="13800"/>
              </a:xfrm>
              <a:prstGeom prst="straightConnector1">
                <a:avLst/>
              </a:prstGeom>
              <a:noFill/>
              <a:ln w="9525" cap="flat" cmpd="sng">
                <a:solidFill>
                  <a:srgbClr val="595959"/>
                </a:solidFill>
                <a:prstDash val="solid"/>
                <a:round/>
                <a:headEnd type="none" w="med" len="med"/>
                <a:tailEnd type="none" w="med" len="med"/>
              </a:ln>
            </p:spPr>
          </p:cxnSp>
          <p:sp>
            <p:nvSpPr>
              <p:cNvPr id="10" name="Google Shape;203;g3a92d3d7a9e_0_177">
                <a:extLst>
                  <a:ext uri="{FF2B5EF4-FFF2-40B4-BE49-F238E27FC236}">
                    <a16:creationId xmlns:a16="http://schemas.microsoft.com/office/drawing/2014/main" id="{5C7ABBD3-A32D-76ED-6C0F-576CF683CAC8}"/>
                  </a:ext>
                </a:extLst>
              </p:cNvPr>
              <p:cNvSpPr txBox="1"/>
              <p:nvPr/>
            </p:nvSpPr>
            <p:spPr>
              <a:xfrm>
                <a:off x="5037963" y="854369"/>
                <a:ext cx="398400" cy="4617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595959"/>
                    </a:solidFill>
                    <a:effectLst/>
                    <a:uLnTx/>
                    <a:uFillTx/>
                    <a:latin typeface="Open Sans"/>
                    <a:ea typeface="+mn-ea"/>
                    <a:cs typeface="+mn-cs"/>
                  </a:rPr>
                  <a:t>C</a:t>
                </a:r>
                <a:endParaRPr kumimoji="0" sz="1800" b="0" i="0" u="none" strike="noStrike" kern="1200" cap="none" spc="0" normalizeH="0" baseline="0" noProof="0">
                  <a:ln>
                    <a:noFill/>
                  </a:ln>
                  <a:solidFill>
                    <a:srgbClr val="595959"/>
                  </a:solidFill>
                  <a:effectLst/>
                  <a:uLnTx/>
                  <a:uFillTx/>
                  <a:latin typeface="Open Sans"/>
                  <a:ea typeface="+mn-ea"/>
                  <a:cs typeface="+mn-cs"/>
                </a:endParaRPr>
              </a:p>
            </p:txBody>
          </p:sp>
          <p:sp>
            <p:nvSpPr>
              <p:cNvPr id="11" name="Google Shape;204;g3a92d3d7a9e_0_177">
                <a:extLst>
                  <a:ext uri="{FF2B5EF4-FFF2-40B4-BE49-F238E27FC236}">
                    <a16:creationId xmlns:a16="http://schemas.microsoft.com/office/drawing/2014/main" id="{F9B7BC77-365C-3784-6F92-A3C7C3A85A0A}"/>
                  </a:ext>
                </a:extLst>
              </p:cNvPr>
              <p:cNvSpPr txBox="1"/>
              <p:nvPr/>
            </p:nvSpPr>
            <p:spPr>
              <a:xfrm>
                <a:off x="6453383" y="854369"/>
                <a:ext cx="398400" cy="4617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595959"/>
                    </a:solidFill>
                    <a:effectLst/>
                    <a:uLnTx/>
                    <a:uFillTx/>
                    <a:latin typeface="Open Sans"/>
                    <a:ea typeface="+mn-ea"/>
                    <a:cs typeface="+mn-cs"/>
                  </a:rPr>
                  <a:t>C </a:t>
                </a:r>
                <a:endParaRPr kumimoji="0" sz="1800" b="0" i="0" u="none" strike="noStrike" kern="1200" cap="none" spc="0" normalizeH="0" baseline="0" noProof="0">
                  <a:ln>
                    <a:noFill/>
                  </a:ln>
                  <a:solidFill>
                    <a:srgbClr val="595959"/>
                  </a:solidFill>
                  <a:effectLst/>
                  <a:uLnTx/>
                  <a:uFillTx/>
                  <a:latin typeface="Open Sans"/>
                  <a:ea typeface="+mn-ea"/>
                  <a:cs typeface="+mn-cs"/>
                </a:endParaRPr>
              </a:p>
            </p:txBody>
          </p:sp>
          <p:sp>
            <p:nvSpPr>
              <p:cNvPr id="12" name="Google Shape;205;g3a92d3d7a9e_0_177">
                <a:extLst>
                  <a:ext uri="{FF2B5EF4-FFF2-40B4-BE49-F238E27FC236}">
                    <a16:creationId xmlns:a16="http://schemas.microsoft.com/office/drawing/2014/main" id="{A8520054-CBB5-438F-C06F-7334C0D39C8E}"/>
                  </a:ext>
                </a:extLst>
              </p:cNvPr>
              <p:cNvSpPr txBox="1"/>
              <p:nvPr/>
            </p:nvSpPr>
            <p:spPr>
              <a:xfrm rot="10800000">
                <a:off x="6805008" y="854369"/>
                <a:ext cx="398400" cy="4617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95959"/>
                    </a:solidFill>
                    <a:effectLst/>
                    <a:uLnTx/>
                    <a:uFillTx/>
                    <a:latin typeface="Open Sans"/>
                    <a:ea typeface="+mn-ea"/>
                    <a:cs typeface="+mn-cs"/>
                  </a:rPr>
                  <a:t>C</a:t>
                </a:r>
                <a:endParaRPr kumimoji="0" sz="1800" b="0" i="0" u="none" strike="noStrike" kern="1200" cap="none" spc="0" normalizeH="0" baseline="0" noProof="0" dirty="0">
                  <a:ln>
                    <a:noFill/>
                  </a:ln>
                  <a:solidFill>
                    <a:srgbClr val="595959"/>
                  </a:solidFill>
                  <a:effectLst/>
                  <a:uLnTx/>
                  <a:uFillTx/>
                  <a:latin typeface="Open Sans"/>
                  <a:ea typeface="+mn-ea"/>
                  <a:cs typeface="+mn-cs"/>
                </a:endParaRPr>
              </a:p>
            </p:txBody>
          </p:sp>
          <p:sp>
            <p:nvSpPr>
              <p:cNvPr id="13" name="Google Shape;206;g3a92d3d7a9e_0_177">
                <a:extLst>
                  <a:ext uri="{FF2B5EF4-FFF2-40B4-BE49-F238E27FC236}">
                    <a16:creationId xmlns:a16="http://schemas.microsoft.com/office/drawing/2014/main" id="{E532E91D-8C22-9CC6-43EE-525BD1958500}"/>
                  </a:ext>
                </a:extLst>
              </p:cNvPr>
              <p:cNvSpPr txBox="1"/>
              <p:nvPr/>
            </p:nvSpPr>
            <p:spPr>
              <a:xfrm rot="10800000">
                <a:off x="5375663" y="854369"/>
                <a:ext cx="398400" cy="4617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595959"/>
                    </a:solidFill>
                    <a:effectLst/>
                    <a:uLnTx/>
                    <a:uFillTx/>
                    <a:latin typeface="Open Sans"/>
                    <a:ea typeface="+mn-ea"/>
                    <a:cs typeface="+mn-cs"/>
                  </a:rPr>
                  <a:t>C</a:t>
                </a:r>
                <a:endParaRPr kumimoji="0" sz="1800" b="0" i="0" u="none" strike="noStrike" kern="1200" cap="none" spc="0" normalizeH="0" baseline="0" noProof="0">
                  <a:ln>
                    <a:noFill/>
                  </a:ln>
                  <a:solidFill>
                    <a:srgbClr val="595959"/>
                  </a:solidFill>
                  <a:effectLst/>
                  <a:uLnTx/>
                  <a:uFillTx/>
                  <a:latin typeface="Open Sans"/>
                  <a:ea typeface="+mn-ea"/>
                  <a:cs typeface="+mn-cs"/>
                </a:endParaRPr>
              </a:p>
            </p:txBody>
          </p:sp>
          <p:sp>
            <p:nvSpPr>
              <p:cNvPr id="14" name="Google Shape;207;g3a92d3d7a9e_0_177">
                <a:extLst>
                  <a:ext uri="{FF2B5EF4-FFF2-40B4-BE49-F238E27FC236}">
                    <a16:creationId xmlns:a16="http://schemas.microsoft.com/office/drawing/2014/main" id="{A5DFDCF0-AFF8-46EB-F6E0-984D9C0FA227}"/>
                  </a:ext>
                </a:extLst>
              </p:cNvPr>
              <p:cNvSpPr txBox="1"/>
              <p:nvPr/>
            </p:nvSpPr>
            <p:spPr>
              <a:xfrm>
                <a:off x="5066522" y="1642483"/>
                <a:ext cx="398400" cy="4617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595959"/>
                    </a:solidFill>
                    <a:effectLst/>
                    <a:uLnTx/>
                    <a:uFillTx/>
                    <a:latin typeface="Open Sans"/>
                    <a:ea typeface="+mn-ea"/>
                    <a:cs typeface="+mn-cs"/>
                  </a:rPr>
                  <a:t>C</a:t>
                </a:r>
                <a:endParaRPr kumimoji="0" sz="1800" b="0" i="0" u="none" strike="noStrike" kern="1200" cap="none" spc="0" normalizeH="0" baseline="0" noProof="0">
                  <a:ln>
                    <a:noFill/>
                  </a:ln>
                  <a:solidFill>
                    <a:srgbClr val="595959"/>
                  </a:solidFill>
                  <a:effectLst/>
                  <a:uLnTx/>
                  <a:uFillTx/>
                  <a:latin typeface="Open Sans"/>
                  <a:ea typeface="+mn-ea"/>
                  <a:cs typeface="+mn-cs"/>
                </a:endParaRPr>
              </a:p>
            </p:txBody>
          </p:sp>
          <p:sp>
            <p:nvSpPr>
              <p:cNvPr id="15" name="Google Shape;208;g3a92d3d7a9e_0_177">
                <a:extLst>
                  <a:ext uri="{FF2B5EF4-FFF2-40B4-BE49-F238E27FC236}">
                    <a16:creationId xmlns:a16="http://schemas.microsoft.com/office/drawing/2014/main" id="{B8ADE98D-5BD4-8AEE-B938-A942319C3710}"/>
                  </a:ext>
                </a:extLst>
              </p:cNvPr>
              <p:cNvSpPr txBox="1"/>
              <p:nvPr/>
            </p:nvSpPr>
            <p:spPr>
              <a:xfrm>
                <a:off x="6481943" y="1642483"/>
                <a:ext cx="398400" cy="4617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95959"/>
                    </a:solidFill>
                    <a:effectLst/>
                    <a:uLnTx/>
                    <a:uFillTx/>
                    <a:latin typeface="Open Sans"/>
                    <a:ea typeface="+mn-ea"/>
                    <a:cs typeface="+mn-cs"/>
                  </a:rPr>
                  <a:t>C </a:t>
                </a:r>
                <a:endParaRPr kumimoji="0" sz="1800" b="0" i="0" u="none" strike="noStrike" kern="1200" cap="none" spc="0" normalizeH="0" baseline="0" noProof="0" dirty="0">
                  <a:ln>
                    <a:noFill/>
                  </a:ln>
                  <a:solidFill>
                    <a:srgbClr val="595959"/>
                  </a:solidFill>
                  <a:effectLst/>
                  <a:uLnTx/>
                  <a:uFillTx/>
                  <a:latin typeface="Open Sans"/>
                  <a:ea typeface="+mn-ea"/>
                  <a:cs typeface="+mn-cs"/>
                </a:endParaRPr>
              </a:p>
            </p:txBody>
          </p:sp>
          <p:sp>
            <p:nvSpPr>
              <p:cNvPr id="16" name="Google Shape;209;g3a92d3d7a9e_0_177">
                <a:extLst>
                  <a:ext uri="{FF2B5EF4-FFF2-40B4-BE49-F238E27FC236}">
                    <a16:creationId xmlns:a16="http://schemas.microsoft.com/office/drawing/2014/main" id="{875C3AC8-331B-6E85-1CCD-B02A924D9B95}"/>
                  </a:ext>
                </a:extLst>
              </p:cNvPr>
              <p:cNvSpPr txBox="1"/>
              <p:nvPr/>
            </p:nvSpPr>
            <p:spPr>
              <a:xfrm rot="10800000">
                <a:off x="6833568" y="1642483"/>
                <a:ext cx="398400" cy="4617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95959"/>
                    </a:solidFill>
                    <a:effectLst/>
                    <a:uLnTx/>
                    <a:uFillTx/>
                    <a:latin typeface="Open Sans"/>
                    <a:ea typeface="+mn-ea"/>
                    <a:cs typeface="+mn-cs"/>
                  </a:rPr>
                  <a:t>C</a:t>
                </a:r>
                <a:endParaRPr kumimoji="0" sz="1800" b="0" i="0" u="none" strike="noStrike" kern="1200" cap="none" spc="0" normalizeH="0" baseline="0" noProof="0" dirty="0">
                  <a:ln>
                    <a:noFill/>
                  </a:ln>
                  <a:solidFill>
                    <a:srgbClr val="595959"/>
                  </a:solidFill>
                  <a:effectLst/>
                  <a:uLnTx/>
                  <a:uFillTx/>
                  <a:latin typeface="Open Sans"/>
                  <a:ea typeface="+mn-ea"/>
                  <a:cs typeface="+mn-cs"/>
                </a:endParaRPr>
              </a:p>
            </p:txBody>
          </p:sp>
          <p:sp>
            <p:nvSpPr>
              <p:cNvPr id="17" name="Google Shape;210;g3a92d3d7a9e_0_177">
                <a:extLst>
                  <a:ext uri="{FF2B5EF4-FFF2-40B4-BE49-F238E27FC236}">
                    <a16:creationId xmlns:a16="http://schemas.microsoft.com/office/drawing/2014/main" id="{939A9479-F715-5624-4442-28A334A32574}"/>
                  </a:ext>
                </a:extLst>
              </p:cNvPr>
              <p:cNvSpPr txBox="1"/>
              <p:nvPr/>
            </p:nvSpPr>
            <p:spPr>
              <a:xfrm rot="10800000">
                <a:off x="5404222" y="1642483"/>
                <a:ext cx="398400" cy="4617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595959"/>
                    </a:solidFill>
                    <a:effectLst/>
                    <a:uLnTx/>
                    <a:uFillTx/>
                    <a:latin typeface="Open Sans"/>
                    <a:ea typeface="+mn-ea"/>
                    <a:cs typeface="+mn-cs"/>
                  </a:rPr>
                  <a:t>C</a:t>
                </a:r>
                <a:endParaRPr kumimoji="0" sz="1800" b="0" i="0" u="none" strike="noStrike" kern="1200" cap="none" spc="0" normalizeH="0" baseline="0" noProof="0">
                  <a:ln>
                    <a:noFill/>
                  </a:ln>
                  <a:solidFill>
                    <a:srgbClr val="595959"/>
                  </a:solidFill>
                  <a:effectLst/>
                  <a:uLnTx/>
                  <a:uFillTx/>
                  <a:latin typeface="Open Sans"/>
                  <a:ea typeface="+mn-ea"/>
                  <a:cs typeface="+mn-cs"/>
                </a:endParaRPr>
              </a:p>
            </p:txBody>
          </p:sp>
        </p:grpSp>
        <p:sp>
          <p:nvSpPr>
            <p:cNvPr id="7" name="TextBox 6">
              <a:extLst>
                <a:ext uri="{FF2B5EF4-FFF2-40B4-BE49-F238E27FC236}">
                  <a16:creationId xmlns:a16="http://schemas.microsoft.com/office/drawing/2014/main" id="{E5DC4F6D-D445-3F82-8443-E0EC224F2C98}"/>
                </a:ext>
              </a:extLst>
            </p:cNvPr>
            <p:cNvSpPr txBox="1"/>
            <p:nvPr/>
          </p:nvSpPr>
          <p:spPr>
            <a:xfrm>
              <a:off x="5386858" y="497799"/>
              <a:ext cx="1726435" cy="83099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Priming: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Feature (80/20)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Location (80/20)</a:t>
              </a:r>
            </a:p>
          </p:txBody>
        </p:sp>
      </p:grpSp>
      <p:sp>
        <p:nvSpPr>
          <p:cNvPr id="24" name="TextBox 23">
            <a:extLst>
              <a:ext uri="{FF2B5EF4-FFF2-40B4-BE49-F238E27FC236}">
                <a16:creationId xmlns:a16="http://schemas.microsoft.com/office/drawing/2014/main" id="{5C9F85CD-C266-3FFD-C08E-E0A15E552031}"/>
              </a:ext>
            </a:extLst>
          </p:cNvPr>
          <p:cNvSpPr txBox="1"/>
          <p:nvPr/>
        </p:nvSpPr>
        <p:spPr>
          <a:xfrm>
            <a:off x="7668026" y="1642965"/>
            <a:ext cx="1014701"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1" i="0" u="none" strike="noStrike" kern="1200" cap="none" spc="0" normalizeH="0" baseline="0" noProof="0" dirty="0">
                <a:ln>
                  <a:noFill/>
                </a:ln>
                <a:solidFill>
                  <a:prstClr val="black"/>
                </a:solidFill>
                <a:effectLst/>
                <a:uLnTx/>
                <a:uFillTx/>
                <a:latin typeface="Open Sans"/>
                <a:ea typeface="+mn-ea"/>
                <a:cs typeface="+mn-cs"/>
              </a:rPr>
              <a:t>Stimulus</a:t>
            </a:r>
          </a:p>
        </p:txBody>
      </p:sp>
      <p:grpSp>
        <p:nvGrpSpPr>
          <p:cNvPr id="41" name="Group 40">
            <a:extLst>
              <a:ext uri="{FF2B5EF4-FFF2-40B4-BE49-F238E27FC236}">
                <a16:creationId xmlns:a16="http://schemas.microsoft.com/office/drawing/2014/main" id="{375BD828-AF98-1DF5-D6C1-86AB2E59F0DC}"/>
              </a:ext>
            </a:extLst>
          </p:cNvPr>
          <p:cNvGrpSpPr/>
          <p:nvPr/>
        </p:nvGrpSpPr>
        <p:grpSpPr>
          <a:xfrm>
            <a:off x="4903413" y="2571345"/>
            <a:ext cx="3230470" cy="3170316"/>
            <a:chOff x="4927929" y="2233908"/>
            <a:chExt cx="3765945" cy="3695855"/>
          </a:xfrm>
        </p:grpSpPr>
        <p:grpSp>
          <p:nvGrpSpPr>
            <p:cNvPr id="18" name="Group 17">
              <a:extLst>
                <a:ext uri="{FF2B5EF4-FFF2-40B4-BE49-F238E27FC236}">
                  <a16:creationId xmlns:a16="http://schemas.microsoft.com/office/drawing/2014/main" id="{95CEFCC5-B588-FA87-88DE-AF9F38C8F331}"/>
                </a:ext>
              </a:extLst>
            </p:cNvPr>
            <p:cNvGrpSpPr/>
            <p:nvPr/>
          </p:nvGrpSpPr>
          <p:grpSpPr>
            <a:xfrm>
              <a:off x="4927929" y="2233908"/>
              <a:ext cx="3765945" cy="3653066"/>
              <a:chOff x="3056096" y="3411352"/>
              <a:chExt cx="2030486" cy="2032012"/>
            </a:xfrm>
          </p:grpSpPr>
          <p:pic>
            <p:nvPicPr>
              <p:cNvPr id="19" name="Google Shape;211;g3a92d3d7a9e_0_177">
                <a:extLst>
                  <a:ext uri="{FF2B5EF4-FFF2-40B4-BE49-F238E27FC236}">
                    <a16:creationId xmlns:a16="http://schemas.microsoft.com/office/drawing/2014/main" id="{4363F2DF-605D-A98B-DEEE-041C3A1364AE}"/>
                  </a:ext>
                </a:extLst>
              </p:cNvPr>
              <p:cNvPicPr preferRelativeResize="0"/>
              <p:nvPr/>
            </p:nvPicPr>
            <p:blipFill>
              <a:blip r:embed="rId3">
                <a:alphaModFix/>
              </a:blip>
              <a:stretch>
                <a:fillRect/>
              </a:stretch>
            </p:blipFill>
            <p:spPr>
              <a:xfrm>
                <a:off x="3058466" y="3415248"/>
                <a:ext cx="2028116" cy="2028116"/>
              </a:xfrm>
              <a:prstGeom prst="rect">
                <a:avLst/>
              </a:prstGeom>
              <a:noFill/>
              <a:ln>
                <a:noFill/>
              </a:ln>
            </p:spPr>
          </p:pic>
          <p:cxnSp>
            <p:nvCxnSpPr>
              <p:cNvPr id="20" name="Google Shape;212;g3a92d3d7a9e_0_177">
                <a:extLst>
                  <a:ext uri="{FF2B5EF4-FFF2-40B4-BE49-F238E27FC236}">
                    <a16:creationId xmlns:a16="http://schemas.microsoft.com/office/drawing/2014/main" id="{9A38252A-2233-E79F-F55F-61D3A606E949}"/>
                  </a:ext>
                </a:extLst>
              </p:cNvPr>
              <p:cNvCxnSpPr>
                <a:cxnSpLocks/>
              </p:cNvCxnSpPr>
              <p:nvPr/>
            </p:nvCxnSpPr>
            <p:spPr>
              <a:xfrm>
                <a:off x="4072524" y="3415248"/>
                <a:ext cx="0" cy="2028000"/>
              </a:xfrm>
              <a:prstGeom prst="straightConnector1">
                <a:avLst/>
              </a:prstGeom>
              <a:noFill/>
              <a:ln w="17350" cap="flat" cmpd="sng">
                <a:solidFill>
                  <a:srgbClr val="CC0000"/>
                </a:solidFill>
                <a:prstDash val="solid"/>
                <a:round/>
                <a:headEnd type="none" w="med" len="med"/>
                <a:tailEnd type="none" w="med" len="med"/>
              </a:ln>
            </p:spPr>
          </p:cxnSp>
          <p:cxnSp>
            <p:nvCxnSpPr>
              <p:cNvPr id="21" name="Google Shape;213;g3a92d3d7a9e_0_177">
                <a:extLst>
                  <a:ext uri="{FF2B5EF4-FFF2-40B4-BE49-F238E27FC236}">
                    <a16:creationId xmlns:a16="http://schemas.microsoft.com/office/drawing/2014/main" id="{2A2D00F6-0EEA-2778-1658-3726AA906BB1}"/>
                  </a:ext>
                </a:extLst>
              </p:cNvPr>
              <p:cNvCxnSpPr>
                <a:cxnSpLocks/>
              </p:cNvCxnSpPr>
              <p:nvPr/>
            </p:nvCxnSpPr>
            <p:spPr>
              <a:xfrm>
                <a:off x="3058466" y="4429311"/>
                <a:ext cx="2028000" cy="0"/>
              </a:xfrm>
              <a:prstGeom prst="straightConnector1">
                <a:avLst/>
              </a:prstGeom>
              <a:noFill/>
              <a:ln w="17350" cap="flat" cmpd="sng">
                <a:solidFill>
                  <a:srgbClr val="CC0000"/>
                </a:solidFill>
                <a:prstDash val="solid"/>
                <a:round/>
                <a:headEnd type="none" w="med" len="med"/>
                <a:tailEnd type="none" w="med" len="med"/>
              </a:ln>
            </p:spPr>
          </p:cxnSp>
          <p:sp>
            <p:nvSpPr>
              <p:cNvPr id="22" name="Google Shape;217;g3a92d3d7a9e_0_177">
                <a:extLst>
                  <a:ext uri="{FF2B5EF4-FFF2-40B4-BE49-F238E27FC236}">
                    <a16:creationId xmlns:a16="http://schemas.microsoft.com/office/drawing/2014/main" id="{798C5683-AB19-D4F4-BDB9-F4CA9D536368}"/>
                  </a:ext>
                </a:extLst>
              </p:cNvPr>
              <p:cNvSpPr/>
              <p:nvPr/>
            </p:nvSpPr>
            <p:spPr>
              <a:xfrm>
                <a:off x="3056096" y="3411352"/>
                <a:ext cx="1005300" cy="1011600"/>
              </a:xfrm>
              <a:prstGeom prst="rect">
                <a:avLst/>
              </a:prstGeom>
              <a:noFill/>
              <a:ln w="26050" cap="flat" cmpd="sng">
                <a:solidFill>
                  <a:srgbClr val="FFD966"/>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a:ln>
                    <a:noFill/>
                  </a:ln>
                  <a:solidFill>
                    <a:prstClr val="black"/>
                  </a:solidFill>
                  <a:effectLst/>
                  <a:uLnTx/>
                  <a:uFillTx/>
                  <a:latin typeface="Open Sans"/>
                  <a:ea typeface="+mn-ea"/>
                  <a:cs typeface="+mn-cs"/>
                </a:endParaRPr>
              </a:p>
            </p:txBody>
          </p:sp>
        </p:grpSp>
        <p:sp>
          <p:nvSpPr>
            <p:cNvPr id="4" name="Google Shape;217;g3a92d3d7a9e_0_177">
              <a:extLst>
                <a:ext uri="{FF2B5EF4-FFF2-40B4-BE49-F238E27FC236}">
                  <a16:creationId xmlns:a16="http://schemas.microsoft.com/office/drawing/2014/main" id="{6E8BDD5F-8ACE-4539-50AE-172B2EC21527}"/>
                </a:ext>
              </a:extLst>
            </p:cNvPr>
            <p:cNvSpPr/>
            <p:nvPr/>
          </p:nvSpPr>
          <p:spPr>
            <a:xfrm>
              <a:off x="6792460" y="4075385"/>
              <a:ext cx="1901200" cy="1854378"/>
            </a:xfrm>
            <a:prstGeom prst="rect">
              <a:avLst/>
            </a:prstGeom>
            <a:noFill/>
            <a:ln w="26050" cap="flat" cmpd="sng">
              <a:solidFill>
                <a:srgbClr val="FFD966"/>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a:ln>
                  <a:noFill/>
                </a:ln>
                <a:solidFill>
                  <a:prstClr val="black"/>
                </a:solidFill>
                <a:effectLst/>
                <a:uLnTx/>
                <a:uFillTx/>
                <a:latin typeface="Open Sans"/>
                <a:ea typeface="+mn-ea"/>
                <a:cs typeface="+mn-cs"/>
              </a:endParaRPr>
            </a:p>
          </p:txBody>
        </p:sp>
      </p:grpSp>
      <p:pic>
        <p:nvPicPr>
          <p:cNvPr id="25" name="Graphic 24" descr="Male profile outline">
            <a:extLst>
              <a:ext uri="{FF2B5EF4-FFF2-40B4-BE49-F238E27FC236}">
                <a16:creationId xmlns:a16="http://schemas.microsoft.com/office/drawing/2014/main" id="{1C6F9F07-2A70-8638-0CA0-F4A5D2B2708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93865" y="163418"/>
            <a:ext cx="852752" cy="852752"/>
          </a:xfrm>
          <a:prstGeom prst="rect">
            <a:avLst/>
          </a:prstGeom>
        </p:spPr>
      </p:pic>
      <p:sp>
        <p:nvSpPr>
          <p:cNvPr id="26" name="TextBox 25">
            <a:extLst>
              <a:ext uri="{FF2B5EF4-FFF2-40B4-BE49-F238E27FC236}">
                <a16:creationId xmlns:a16="http://schemas.microsoft.com/office/drawing/2014/main" id="{C9869DCB-AC1B-6DCC-A450-65D08236297F}"/>
              </a:ext>
            </a:extLst>
          </p:cNvPr>
          <p:cNvSpPr txBox="1"/>
          <p:nvPr/>
        </p:nvSpPr>
        <p:spPr>
          <a:xfrm>
            <a:off x="4051300" y="3581400"/>
            <a:ext cx="270908"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TR</a:t>
            </a:r>
          </a:p>
        </p:txBody>
      </p:sp>
      <p:sp>
        <p:nvSpPr>
          <p:cNvPr id="27" name="TextBox 26">
            <a:extLst>
              <a:ext uri="{FF2B5EF4-FFF2-40B4-BE49-F238E27FC236}">
                <a16:creationId xmlns:a16="http://schemas.microsoft.com/office/drawing/2014/main" id="{F2B3DD09-99AE-2116-77D0-65BBC59793A6}"/>
              </a:ext>
            </a:extLst>
          </p:cNvPr>
          <p:cNvSpPr txBox="1"/>
          <p:nvPr/>
        </p:nvSpPr>
        <p:spPr>
          <a:xfrm>
            <a:off x="1361156" y="3581400"/>
            <a:ext cx="248466"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TL</a:t>
            </a:r>
          </a:p>
        </p:txBody>
      </p:sp>
      <p:sp>
        <p:nvSpPr>
          <p:cNvPr id="28" name="TextBox 27">
            <a:extLst>
              <a:ext uri="{FF2B5EF4-FFF2-40B4-BE49-F238E27FC236}">
                <a16:creationId xmlns:a16="http://schemas.microsoft.com/office/drawing/2014/main" id="{34954EEE-D0A0-250A-847A-8B9F4EA34C47}"/>
              </a:ext>
            </a:extLst>
          </p:cNvPr>
          <p:cNvSpPr txBox="1"/>
          <p:nvPr/>
        </p:nvSpPr>
        <p:spPr>
          <a:xfrm>
            <a:off x="1371974" y="4366681"/>
            <a:ext cx="269304"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BL</a:t>
            </a:r>
          </a:p>
        </p:txBody>
      </p:sp>
      <p:sp>
        <p:nvSpPr>
          <p:cNvPr id="29" name="TextBox 28">
            <a:extLst>
              <a:ext uri="{FF2B5EF4-FFF2-40B4-BE49-F238E27FC236}">
                <a16:creationId xmlns:a16="http://schemas.microsoft.com/office/drawing/2014/main" id="{2BAE9733-095F-04E0-7173-09187F74AAA0}"/>
              </a:ext>
            </a:extLst>
          </p:cNvPr>
          <p:cNvSpPr txBox="1"/>
          <p:nvPr/>
        </p:nvSpPr>
        <p:spPr>
          <a:xfrm>
            <a:off x="4040880" y="4397100"/>
            <a:ext cx="291747"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BR</a:t>
            </a:r>
          </a:p>
        </p:txBody>
      </p:sp>
      <p:grpSp>
        <p:nvGrpSpPr>
          <p:cNvPr id="30" name="Group 29">
            <a:extLst>
              <a:ext uri="{FF2B5EF4-FFF2-40B4-BE49-F238E27FC236}">
                <a16:creationId xmlns:a16="http://schemas.microsoft.com/office/drawing/2014/main" id="{432CEBA0-191A-F711-9EB8-43F9835CF628}"/>
              </a:ext>
            </a:extLst>
          </p:cNvPr>
          <p:cNvGrpSpPr/>
          <p:nvPr/>
        </p:nvGrpSpPr>
        <p:grpSpPr>
          <a:xfrm flipH="1">
            <a:off x="8371434" y="2571344"/>
            <a:ext cx="3309531" cy="3232556"/>
            <a:chOff x="1936629" y="2126137"/>
            <a:chExt cx="3318261" cy="3241084"/>
          </a:xfrm>
        </p:grpSpPr>
        <p:pic>
          <p:nvPicPr>
            <p:cNvPr id="31" name="Picture 5">
              <a:extLst>
                <a:ext uri="{FF2B5EF4-FFF2-40B4-BE49-F238E27FC236}">
                  <a16:creationId xmlns:a16="http://schemas.microsoft.com/office/drawing/2014/main" id="{C1C34F22-66BE-4271-1BA7-5FFED79C3D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flipV="1">
              <a:off x="1936629" y="2141194"/>
              <a:ext cx="3318075" cy="3183038"/>
            </a:xfrm>
            <a:prstGeom prst="rect">
              <a:avLst/>
            </a:prstGeom>
            <a:noFill/>
            <a:extLst>
              <a:ext uri="{909E8E84-426E-40DD-AFC4-6F175D3DCCD1}">
                <a14:hiddenFill xmlns:a14="http://schemas.microsoft.com/office/drawing/2010/main">
                  <a:solidFill>
                    <a:srgbClr val="FFFFFF"/>
                  </a:solidFill>
                </a14:hiddenFill>
              </a:ext>
            </a:extLst>
          </p:spPr>
        </p:pic>
        <p:sp>
          <p:nvSpPr>
            <p:cNvPr id="32" name="Google Shape;217;g3a92d3d7a9e_0_177">
              <a:extLst>
                <a:ext uri="{FF2B5EF4-FFF2-40B4-BE49-F238E27FC236}">
                  <a16:creationId xmlns:a16="http://schemas.microsoft.com/office/drawing/2014/main" id="{A99B958B-0883-0403-E8B2-F62667BB2562}"/>
                </a:ext>
              </a:extLst>
            </p:cNvPr>
            <p:cNvSpPr/>
            <p:nvPr/>
          </p:nvSpPr>
          <p:spPr>
            <a:xfrm>
              <a:off x="3651256" y="2126137"/>
              <a:ext cx="1603634" cy="1631994"/>
            </a:xfrm>
            <a:prstGeom prst="rect">
              <a:avLst/>
            </a:prstGeom>
            <a:noFill/>
            <a:ln w="26050" cap="flat" cmpd="sng">
              <a:solidFill>
                <a:srgbClr val="FFD966"/>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dirty="0">
                <a:ln>
                  <a:noFill/>
                </a:ln>
                <a:solidFill>
                  <a:prstClr val="black"/>
                </a:solidFill>
                <a:effectLst/>
                <a:uLnTx/>
                <a:uFillTx/>
                <a:latin typeface="Open Sans"/>
                <a:ea typeface="+mn-ea"/>
                <a:cs typeface="+mn-cs"/>
              </a:endParaRPr>
            </a:p>
          </p:txBody>
        </p:sp>
        <p:sp>
          <p:nvSpPr>
            <p:cNvPr id="33" name="Google Shape;217;g3a92d3d7a9e_0_177">
              <a:extLst>
                <a:ext uri="{FF2B5EF4-FFF2-40B4-BE49-F238E27FC236}">
                  <a16:creationId xmlns:a16="http://schemas.microsoft.com/office/drawing/2014/main" id="{9685D0F1-F062-5CFF-FFEE-DFB1DE3BD05F}"/>
                </a:ext>
              </a:extLst>
            </p:cNvPr>
            <p:cNvSpPr/>
            <p:nvPr/>
          </p:nvSpPr>
          <p:spPr>
            <a:xfrm>
              <a:off x="1941739" y="3767551"/>
              <a:ext cx="1690982" cy="1599670"/>
            </a:xfrm>
            <a:prstGeom prst="rect">
              <a:avLst/>
            </a:prstGeom>
            <a:noFill/>
            <a:ln w="26050" cap="flat" cmpd="sng">
              <a:solidFill>
                <a:srgbClr val="FFD966"/>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a:ln>
                  <a:noFill/>
                </a:ln>
                <a:solidFill>
                  <a:prstClr val="black"/>
                </a:solidFill>
                <a:effectLst/>
                <a:uLnTx/>
                <a:uFillTx/>
                <a:latin typeface="Open Sans"/>
                <a:ea typeface="+mn-ea"/>
                <a:cs typeface="+mn-cs"/>
              </a:endParaRPr>
            </a:p>
          </p:txBody>
        </p:sp>
      </p:grpSp>
      <p:sp>
        <p:nvSpPr>
          <p:cNvPr id="42" name="TextBox 41">
            <a:extLst>
              <a:ext uri="{FF2B5EF4-FFF2-40B4-BE49-F238E27FC236}">
                <a16:creationId xmlns:a16="http://schemas.microsoft.com/office/drawing/2014/main" id="{ED4D4B31-8D12-AC67-08AF-36ACB24EF8A0}"/>
              </a:ext>
            </a:extLst>
          </p:cNvPr>
          <p:cNvSpPr txBox="1"/>
          <p:nvPr/>
        </p:nvSpPr>
        <p:spPr>
          <a:xfrm>
            <a:off x="5603910" y="2221344"/>
            <a:ext cx="1987916"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Feature + Location</a:t>
            </a:r>
          </a:p>
        </p:txBody>
      </p:sp>
      <p:sp>
        <p:nvSpPr>
          <p:cNvPr id="43" name="TextBox 42">
            <a:extLst>
              <a:ext uri="{FF2B5EF4-FFF2-40B4-BE49-F238E27FC236}">
                <a16:creationId xmlns:a16="http://schemas.microsoft.com/office/drawing/2014/main" id="{B99D53AD-9DD6-BF4E-111E-A6E0AD2B4E71}"/>
              </a:ext>
            </a:extLst>
          </p:cNvPr>
          <p:cNvSpPr txBox="1"/>
          <p:nvPr/>
        </p:nvSpPr>
        <p:spPr>
          <a:xfrm>
            <a:off x="9616628" y="2235057"/>
            <a:ext cx="819327"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Feature</a:t>
            </a:r>
          </a:p>
        </p:txBody>
      </p:sp>
    </p:spTree>
    <p:extLst>
      <p:ext uri="{BB962C8B-B14F-4D97-AF65-F5344CB8AC3E}">
        <p14:creationId xmlns:p14="http://schemas.microsoft.com/office/powerpoint/2010/main" val="4140419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413DE-3AFD-9DF1-F616-7A27646287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46FE6-C494-ED30-3DF3-BE6AA887754A}"/>
              </a:ext>
            </a:extLst>
          </p:cNvPr>
          <p:cNvSpPr>
            <a:spLocks noGrp="1"/>
          </p:cNvSpPr>
          <p:nvPr>
            <p:ph type="title"/>
          </p:nvPr>
        </p:nvSpPr>
        <p:spPr/>
        <p:txBody>
          <a:bodyPr/>
          <a:lstStyle/>
          <a:p>
            <a:pPr lvl="0">
              <a:spcBef>
                <a:spcPts val="0"/>
              </a:spcBef>
              <a:buSzPts val="2200"/>
            </a:pPr>
            <a:r>
              <a:rPr lang="en-US" sz="1800" dirty="0"/>
              <a:t>Psychophysics Active Vision</a:t>
            </a:r>
            <a:br>
              <a:rPr lang="en-US" sz="1800" dirty="0"/>
            </a:br>
            <a:r>
              <a:rPr lang="en-US" sz="1800" dirty="0"/>
              <a:t>methods</a:t>
            </a:r>
            <a:endParaRPr lang="en-US" dirty="0"/>
          </a:p>
        </p:txBody>
      </p:sp>
      <p:sp>
        <p:nvSpPr>
          <p:cNvPr id="3" name="Slide Number Placeholder 2">
            <a:extLst>
              <a:ext uri="{FF2B5EF4-FFF2-40B4-BE49-F238E27FC236}">
                <a16:creationId xmlns:a16="http://schemas.microsoft.com/office/drawing/2014/main" id="{ABA249E4-FDF1-E377-3CEA-E9F675B833A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grpSp>
        <p:nvGrpSpPr>
          <p:cNvPr id="42" name="Group 41">
            <a:extLst>
              <a:ext uri="{FF2B5EF4-FFF2-40B4-BE49-F238E27FC236}">
                <a16:creationId xmlns:a16="http://schemas.microsoft.com/office/drawing/2014/main" id="{6A32F72D-5FAD-7749-3D8D-339BB6EFA827}"/>
              </a:ext>
            </a:extLst>
          </p:cNvPr>
          <p:cNvGrpSpPr/>
          <p:nvPr/>
        </p:nvGrpSpPr>
        <p:grpSpPr>
          <a:xfrm>
            <a:off x="4039151" y="1661590"/>
            <a:ext cx="3778430" cy="3781269"/>
            <a:chOff x="3056096" y="3411352"/>
            <a:chExt cx="2030486" cy="2032012"/>
          </a:xfrm>
        </p:grpSpPr>
        <p:pic>
          <p:nvPicPr>
            <p:cNvPr id="16" name="Google Shape;211;g3a92d3d7a9e_0_177">
              <a:extLst>
                <a:ext uri="{FF2B5EF4-FFF2-40B4-BE49-F238E27FC236}">
                  <a16:creationId xmlns:a16="http://schemas.microsoft.com/office/drawing/2014/main" id="{977D323F-BC77-561F-2086-1F485E5E27C4}"/>
                </a:ext>
              </a:extLst>
            </p:cNvPr>
            <p:cNvPicPr preferRelativeResize="0"/>
            <p:nvPr/>
          </p:nvPicPr>
          <p:blipFill>
            <a:blip r:embed="rId2">
              <a:alphaModFix/>
            </a:blip>
            <a:stretch>
              <a:fillRect/>
            </a:stretch>
          </p:blipFill>
          <p:spPr>
            <a:xfrm>
              <a:off x="3058466" y="3415248"/>
              <a:ext cx="2028116" cy="2028116"/>
            </a:xfrm>
            <a:prstGeom prst="rect">
              <a:avLst/>
            </a:prstGeom>
            <a:noFill/>
            <a:ln>
              <a:noFill/>
            </a:ln>
          </p:spPr>
        </p:pic>
        <p:cxnSp>
          <p:nvCxnSpPr>
            <p:cNvPr id="17" name="Google Shape;212;g3a92d3d7a9e_0_177">
              <a:extLst>
                <a:ext uri="{FF2B5EF4-FFF2-40B4-BE49-F238E27FC236}">
                  <a16:creationId xmlns:a16="http://schemas.microsoft.com/office/drawing/2014/main" id="{2D88827D-8DA5-DE21-CB4D-563DAE393B10}"/>
                </a:ext>
              </a:extLst>
            </p:cNvPr>
            <p:cNvCxnSpPr>
              <a:cxnSpLocks/>
            </p:cNvCxnSpPr>
            <p:nvPr/>
          </p:nvCxnSpPr>
          <p:spPr>
            <a:xfrm>
              <a:off x="4072524" y="3415248"/>
              <a:ext cx="0" cy="2028000"/>
            </a:xfrm>
            <a:prstGeom prst="straightConnector1">
              <a:avLst/>
            </a:prstGeom>
            <a:noFill/>
            <a:ln w="17350" cap="flat" cmpd="sng">
              <a:solidFill>
                <a:srgbClr val="CC0000"/>
              </a:solidFill>
              <a:prstDash val="solid"/>
              <a:round/>
              <a:headEnd type="none" w="med" len="med"/>
              <a:tailEnd type="none" w="med" len="med"/>
            </a:ln>
          </p:spPr>
        </p:cxnSp>
        <p:cxnSp>
          <p:nvCxnSpPr>
            <p:cNvPr id="18" name="Google Shape;213;g3a92d3d7a9e_0_177">
              <a:extLst>
                <a:ext uri="{FF2B5EF4-FFF2-40B4-BE49-F238E27FC236}">
                  <a16:creationId xmlns:a16="http://schemas.microsoft.com/office/drawing/2014/main" id="{30F42528-1CEF-1D0C-7A42-845C98F98B0F}"/>
                </a:ext>
              </a:extLst>
            </p:cNvPr>
            <p:cNvCxnSpPr>
              <a:cxnSpLocks/>
            </p:cNvCxnSpPr>
            <p:nvPr/>
          </p:nvCxnSpPr>
          <p:spPr>
            <a:xfrm>
              <a:off x="3058466" y="4429311"/>
              <a:ext cx="2028000" cy="0"/>
            </a:xfrm>
            <a:prstGeom prst="straightConnector1">
              <a:avLst/>
            </a:prstGeom>
            <a:noFill/>
            <a:ln w="17350" cap="flat" cmpd="sng">
              <a:solidFill>
                <a:srgbClr val="CC0000"/>
              </a:solidFill>
              <a:prstDash val="solid"/>
              <a:round/>
              <a:headEnd type="none" w="med" len="med"/>
              <a:tailEnd type="none" w="med" len="med"/>
            </a:ln>
          </p:spPr>
        </p:cxnSp>
        <p:sp>
          <p:nvSpPr>
            <p:cNvPr id="22" name="Google Shape;217;g3a92d3d7a9e_0_177">
              <a:extLst>
                <a:ext uri="{FF2B5EF4-FFF2-40B4-BE49-F238E27FC236}">
                  <a16:creationId xmlns:a16="http://schemas.microsoft.com/office/drawing/2014/main" id="{BA29F66B-B83D-D4A8-823E-8925C26350DF}"/>
                </a:ext>
              </a:extLst>
            </p:cNvPr>
            <p:cNvSpPr/>
            <p:nvPr/>
          </p:nvSpPr>
          <p:spPr>
            <a:xfrm>
              <a:off x="3056096" y="3411352"/>
              <a:ext cx="1005300" cy="1011600"/>
            </a:xfrm>
            <a:prstGeom prst="rect">
              <a:avLst/>
            </a:prstGeom>
            <a:noFill/>
            <a:ln w="26050" cap="flat" cmpd="sng">
              <a:solidFill>
                <a:srgbClr val="FFD966"/>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41" name="Group 40">
            <a:extLst>
              <a:ext uri="{FF2B5EF4-FFF2-40B4-BE49-F238E27FC236}">
                <a16:creationId xmlns:a16="http://schemas.microsoft.com/office/drawing/2014/main" id="{3B45D6A0-74BC-F04E-6907-BC0F5FF77D3F}"/>
              </a:ext>
            </a:extLst>
          </p:cNvPr>
          <p:cNvGrpSpPr/>
          <p:nvPr/>
        </p:nvGrpSpPr>
        <p:grpSpPr>
          <a:xfrm>
            <a:off x="132495" y="1685585"/>
            <a:ext cx="3773805" cy="3757058"/>
            <a:chOff x="867393" y="3419759"/>
            <a:chExt cx="2028000" cy="2019000"/>
          </a:xfrm>
        </p:grpSpPr>
        <p:sp>
          <p:nvSpPr>
            <p:cNvPr id="24" name="Google Shape;219;g3a92d3d7a9e_0_177">
              <a:extLst>
                <a:ext uri="{FF2B5EF4-FFF2-40B4-BE49-F238E27FC236}">
                  <a16:creationId xmlns:a16="http://schemas.microsoft.com/office/drawing/2014/main" id="{DD142F27-DA90-AE19-72CF-A2711FFECE60}"/>
                </a:ext>
              </a:extLst>
            </p:cNvPr>
            <p:cNvSpPr/>
            <p:nvPr/>
          </p:nvSpPr>
          <p:spPr>
            <a:xfrm>
              <a:off x="867393" y="3419759"/>
              <a:ext cx="2028000" cy="2019000"/>
            </a:xfrm>
            <a:prstGeom prst="rect">
              <a:avLst/>
            </a:prstGeom>
            <a:solidFill>
              <a:schemeClr val="lt2"/>
            </a:solidFill>
            <a:ln w="17350" cap="flat" cmpd="sng">
              <a:solidFill>
                <a:schemeClr val="dk1"/>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a:ln>
                  <a:noFill/>
                </a:ln>
                <a:solidFill>
                  <a:prstClr val="black"/>
                </a:solidFill>
                <a:effectLst/>
                <a:uLnTx/>
                <a:uFillTx/>
                <a:latin typeface="Open Sans"/>
                <a:ea typeface="+mn-ea"/>
                <a:cs typeface="+mn-cs"/>
              </a:endParaRPr>
            </a:p>
          </p:txBody>
        </p:sp>
        <p:sp>
          <p:nvSpPr>
            <p:cNvPr id="25" name="Google Shape;220;g3a92d3d7a9e_0_177">
              <a:extLst>
                <a:ext uri="{FF2B5EF4-FFF2-40B4-BE49-F238E27FC236}">
                  <a16:creationId xmlns:a16="http://schemas.microsoft.com/office/drawing/2014/main" id="{BE2AC484-6D5D-D167-A0B3-CF10F8957874}"/>
                </a:ext>
              </a:extLst>
            </p:cNvPr>
            <p:cNvSpPr/>
            <p:nvPr/>
          </p:nvSpPr>
          <p:spPr>
            <a:xfrm>
              <a:off x="1793149" y="4342642"/>
              <a:ext cx="176700" cy="173400"/>
            </a:xfrm>
            <a:prstGeom prst="mathPlus">
              <a:avLst>
                <a:gd name="adj1" fmla="val 23520"/>
              </a:avLst>
            </a:prstGeom>
            <a:solidFill>
              <a:schemeClr val="dk1"/>
            </a:solidFill>
            <a:ln w="8675" cap="flat" cmpd="sng">
              <a:solidFill>
                <a:schemeClr val="dk1"/>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44" name="Group 43">
            <a:extLst>
              <a:ext uri="{FF2B5EF4-FFF2-40B4-BE49-F238E27FC236}">
                <a16:creationId xmlns:a16="http://schemas.microsoft.com/office/drawing/2014/main" id="{FAF1D8F5-4298-53B4-BCD9-EED8130D118F}"/>
              </a:ext>
            </a:extLst>
          </p:cNvPr>
          <p:cNvGrpSpPr/>
          <p:nvPr/>
        </p:nvGrpSpPr>
        <p:grpSpPr>
          <a:xfrm>
            <a:off x="8092318" y="1661590"/>
            <a:ext cx="3773805" cy="3757058"/>
            <a:chOff x="7603786" y="3452811"/>
            <a:chExt cx="2028000" cy="2019000"/>
          </a:xfrm>
        </p:grpSpPr>
        <p:sp>
          <p:nvSpPr>
            <p:cNvPr id="26" name="Google Shape;221;g3a92d3d7a9e_0_177">
              <a:extLst>
                <a:ext uri="{FF2B5EF4-FFF2-40B4-BE49-F238E27FC236}">
                  <a16:creationId xmlns:a16="http://schemas.microsoft.com/office/drawing/2014/main" id="{23C903A3-51B9-F72D-B597-AC84F89538D0}"/>
                </a:ext>
              </a:extLst>
            </p:cNvPr>
            <p:cNvSpPr/>
            <p:nvPr/>
          </p:nvSpPr>
          <p:spPr>
            <a:xfrm>
              <a:off x="7603786" y="3452811"/>
              <a:ext cx="2028000" cy="2019000"/>
            </a:xfrm>
            <a:prstGeom prst="rect">
              <a:avLst/>
            </a:prstGeom>
            <a:solidFill>
              <a:schemeClr val="lt2"/>
            </a:solidFill>
            <a:ln w="17350" cap="flat" cmpd="sng">
              <a:solidFill>
                <a:schemeClr val="dk1"/>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dirty="0">
                <a:ln>
                  <a:noFill/>
                </a:ln>
                <a:solidFill>
                  <a:prstClr val="black"/>
                </a:solidFill>
                <a:effectLst/>
                <a:uLnTx/>
                <a:uFillTx/>
                <a:latin typeface="Open Sans"/>
                <a:ea typeface="+mn-ea"/>
                <a:cs typeface="+mn-cs"/>
              </a:endParaRPr>
            </a:p>
          </p:txBody>
        </p:sp>
        <p:sp>
          <p:nvSpPr>
            <p:cNvPr id="27" name="Google Shape;222;g3a92d3d7a9e_0_177">
              <a:extLst>
                <a:ext uri="{FF2B5EF4-FFF2-40B4-BE49-F238E27FC236}">
                  <a16:creationId xmlns:a16="http://schemas.microsoft.com/office/drawing/2014/main" id="{015090DA-E56B-142E-5BDF-460FFEEFF3E6}"/>
                </a:ext>
              </a:extLst>
            </p:cNvPr>
            <p:cNvSpPr/>
            <p:nvPr/>
          </p:nvSpPr>
          <p:spPr>
            <a:xfrm>
              <a:off x="8529542" y="4375694"/>
              <a:ext cx="176700" cy="173400"/>
            </a:xfrm>
            <a:prstGeom prst="mathPlus">
              <a:avLst>
                <a:gd name="adj1" fmla="val 23520"/>
              </a:avLst>
            </a:prstGeom>
            <a:solidFill>
              <a:schemeClr val="dk1"/>
            </a:solidFill>
            <a:ln w="8675" cap="flat" cmpd="sng">
              <a:solidFill>
                <a:schemeClr val="dk1"/>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a:ln>
                  <a:noFill/>
                </a:ln>
                <a:solidFill>
                  <a:prstClr val="black"/>
                </a:solidFill>
                <a:effectLst/>
                <a:uLnTx/>
                <a:uFillTx/>
                <a:latin typeface="Open Sans"/>
                <a:ea typeface="+mn-ea"/>
                <a:cs typeface="+mn-cs"/>
              </a:endParaRPr>
            </a:p>
          </p:txBody>
        </p:sp>
        <p:sp>
          <p:nvSpPr>
            <p:cNvPr id="29" name="Google Shape;224;g3a92d3d7a9e_0_177">
              <a:extLst>
                <a:ext uri="{FF2B5EF4-FFF2-40B4-BE49-F238E27FC236}">
                  <a16:creationId xmlns:a16="http://schemas.microsoft.com/office/drawing/2014/main" id="{0708CBEC-2024-97BA-B128-029657140AE4}"/>
                </a:ext>
              </a:extLst>
            </p:cNvPr>
            <p:cNvSpPr/>
            <p:nvPr/>
          </p:nvSpPr>
          <p:spPr>
            <a:xfrm>
              <a:off x="7851852" y="3719366"/>
              <a:ext cx="398400" cy="461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Open Sans"/>
                  <a:ea typeface="+mn-ea"/>
                  <a:cs typeface="+mn-cs"/>
                </a:rPr>
                <a:t>4</a:t>
              </a:r>
              <a:endParaRPr kumimoji="0" sz="1800" b="0" i="0" u="none" strike="noStrike" kern="1200" cap="none" spc="0" normalizeH="0" baseline="0" noProof="0">
                <a:ln>
                  <a:noFill/>
                </a:ln>
                <a:solidFill>
                  <a:prstClr val="white"/>
                </a:solidFill>
                <a:effectLst/>
                <a:uLnTx/>
                <a:uFillTx/>
                <a:latin typeface="Open Sans"/>
                <a:ea typeface="+mn-ea"/>
                <a:cs typeface="+mn-cs"/>
              </a:endParaRPr>
            </a:p>
          </p:txBody>
        </p:sp>
        <p:sp>
          <p:nvSpPr>
            <p:cNvPr id="31" name="Google Shape;226;g3a92d3d7a9e_0_177">
              <a:extLst>
                <a:ext uri="{FF2B5EF4-FFF2-40B4-BE49-F238E27FC236}">
                  <a16:creationId xmlns:a16="http://schemas.microsoft.com/office/drawing/2014/main" id="{EE87A4BA-486C-63D0-8B01-C86112660005}"/>
                </a:ext>
              </a:extLst>
            </p:cNvPr>
            <p:cNvSpPr/>
            <p:nvPr/>
          </p:nvSpPr>
          <p:spPr>
            <a:xfrm>
              <a:off x="8938552" y="4747168"/>
              <a:ext cx="398400" cy="461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Open Sans"/>
                  <a:ea typeface="+mn-ea"/>
                  <a:cs typeface="+mn-cs"/>
                </a:rPr>
                <a:t>2</a:t>
              </a:r>
              <a:endParaRPr kumimoji="0" sz="18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32" name="Google Shape;227;g3a92d3d7a9e_0_177">
              <a:extLst>
                <a:ext uri="{FF2B5EF4-FFF2-40B4-BE49-F238E27FC236}">
                  <a16:creationId xmlns:a16="http://schemas.microsoft.com/office/drawing/2014/main" id="{4516DD63-170C-1109-1627-49A5738D3AC5}"/>
                </a:ext>
              </a:extLst>
            </p:cNvPr>
            <p:cNvSpPr/>
            <p:nvPr/>
          </p:nvSpPr>
          <p:spPr>
            <a:xfrm>
              <a:off x="7851852" y="4762524"/>
              <a:ext cx="398400" cy="461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Open Sans"/>
                  <a:ea typeface="+mn-ea"/>
                  <a:cs typeface="+mn-cs"/>
                </a:rPr>
                <a:t>1</a:t>
              </a:r>
              <a:endParaRPr kumimoji="0" sz="1800" b="0" i="0" u="none" strike="noStrike" kern="1200" cap="none" spc="0" normalizeH="0" baseline="0" noProof="0">
                <a:ln>
                  <a:noFill/>
                </a:ln>
                <a:solidFill>
                  <a:prstClr val="white"/>
                </a:solidFill>
                <a:effectLst/>
                <a:uLnTx/>
                <a:uFillTx/>
                <a:latin typeface="Open Sans"/>
                <a:ea typeface="+mn-ea"/>
                <a:cs typeface="+mn-cs"/>
              </a:endParaRPr>
            </a:p>
          </p:txBody>
        </p:sp>
        <p:sp>
          <p:nvSpPr>
            <p:cNvPr id="33" name="Google Shape;228;g3a92d3d7a9e_0_177">
              <a:extLst>
                <a:ext uri="{FF2B5EF4-FFF2-40B4-BE49-F238E27FC236}">
                  <a16:creationId xmlns:a16="http://schemas.microsoft.com/office/drawing/2014/main" id="{8C1117F2-2BE5-FFF3-1743-89839CC5D41A}"/>
                </a:ext>
              </a:extLst>
            </p:cNvPr>
            <p:cNvSpPr/>
            <p:nvPr/>
          </p:nvSpPr>
          <p:spPr>
            <a:xfrm>
              <a:off x="8938552" y="3719366"/>
              <a:ext cx="398400" cy="461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Open Sans"/>
                  <a:ea typeface="+mn-ea"/>
                  <a:cs typeface="+mn-cs"/>
                </a:rPr>
                <a:t>5</a:t>
              </a:r>
              <a:endParaRPr kumimoji="0" sz="1800" b="0" i="0" u="none" strike="noStrike" kern="1200" cap="none" spc="0" normalizeH="0" baseline="0" noProof="0">
                <a:ln>
                  <a:noFill/>
                </a:ln>
                <a:solidFill>
                  <a:prstClr val="white"/>
                </a:solidFill>
                <a:effectLst/>
                <a:uLnTx/>
                <a:uFillTx/>
                <a:latin typeface="Open Sans"/>
                <a:ea typeface="+mn-ea"/>
                <a:cs typeface="+mn-cs"/>
              </a:endParaRPr>
            </a:p>
          </p:txBody>
        </p:sp>
      </p:grpSp>
      <p:sp>
        <p:nvSpPr>
          <p:cNvPr id="34" name="Google Shape;229;g3a92d3d7a9e_0_177">
            <a:extLst>
              <a:ext uri="{FF2B5EF4-FFF2-40B4-BE49-F238E27FC236}">
                <a16:creationId xmlns:a16="http://schemas.microsoft.com/office/drawing/2014/main" id="{4D677861-4E35-F914-2E14-46878EC04F45}"/>
              </a:ext>
            </a:extLst>
          </p:cNvPr>
          <p:cNvSpPr txBox="1"/>
          <p:nvPr/>
        </p:nvSpPr>
        <p:spPr>
          <a:xfrm>
            <a:off x="5408563" y="5555483"/>
            <a:ext cx="1327097" cy="461635"/>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Open Sans"/>
                <a:ea typeface="+mn-ea"/>
                <a:cs typeface="+mn-cs"/>
              </a:rPr>
              <a:t>300 </a:t>
            </a:r>
            <a:r>
              <a:rPr kumimoji="0" lang="en-US" sz="1800" b="0" i="0" u="none" strike="noStrike" kern="1200" cap="none" spc="0" normalizeH="0" baseline="0" noProof="0" dirty="0" err="1">
                <a:ln>
                  <a:noFill/>
                </a:ln>
                <a:solidFill>
                  <a:prstClr val="black"/>
                </a:solidFill>
                <a:effectLst/>
                <a:uLnTx/>
                <a:uFillTx/>
                <a:latin typeface="Open Sans"/>
                <a:ea typeface="+mn-ea"/>
                <a:cs typeface="+mn-cs"/>
              </a:rPr>
              <a:t>ms</a:t>
            </a:r>
            <a:endParaRPr kumimoji="0" sz="1800" b="0" i="0" u="none" strike="noStrike" kern="1200" cap="none" spc="0" normalizeH="0" baseline="0" noProof="0" dirty="0">
              <a:ln>
                <a:noFill/>
              </a:ln>
              <a:solidFill>
                <a:prstClr val="black"/>
              </a:solidFill>
              <a:effectLst/>
              <a:uLnTx/>
              <a:uFillTx/>
              <a:latin typeface="Open Sans"/>
              <a:ea typeface="+mn-ea"/>
              <a:cs typeface="+mn-cs"/>
            </a:endParaRPr>
          </a:p>
        </p:txBody>
      </p:sp>
      <p:sp>
        <p:nvSpPr>
          <p:cNvPr id="35" name="Google Shape;230;g3a92d3d7a9e_0_177">
            <a:extLst>
              <a:ext uri="{FF2B5EF4-FFF2-40B4-BE49-F238E27FC236}">
                <a16:creationId xmlns:a16="http://schemas.microsoft.com/office/drawing/2014/main" id="{ACDE283A-2690-DD47-381C-ED3E7E45B49C}"/>
              </a:ext>
            </a:extLst>
          </p:cNvPr>
          <p:cNvSpPr txBox="1"/>
          <p:nvPr/>
        </p:nvSpPr>
        <p:spPr>
          <a:xfrm>
            <a:off x="9095123" y="5531728"/>
            <a:ext cx="3053713" cy="461635"/>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Open Sans"/>
                <a:ea typeface="+mn-ea"/>
                <a:cs typeface="+mn-cs"/>
              </a:rPr>
              <a:t>1200 </a:t>
            </a:r>
            <a:r>
              <a:rPr kumimoji="0" lang="en-US" sz="1800" b="0" i="0" u="none" strike="noStrike" kern="1200" cap="none" spc="0" normalizeH="0" baseline="0" noProof="0" dirty="0" err="1">
                <a:ln>
                  <a:noFill/>
                </a:ln>
                <a:solidFill>
                  <a:prstClr val="black"/>
                </a:solidFill>
                <a:effectLst/>
                <a:uLnTx/>
                <a:uFillTx/>
                <a:latin typeface="Open Sans"/>
                <a:ea typeface="+mn-ea"/>
                <a:cs typeface="+mn-cs"/>
              </a:rPr>
              <a:t>ms</a:t>
            </a:r>
            <a:r>
              <a:rPr kumimoji="0" lang="en-US" sz="1800" b="0" i="0" u="none" strike="noStrike" kern="1200" cap="none" spc="0" normalizeH="0" baseline="0" noProof="0" dirty="0">
                <a:ln>
                  <a:noFill/>
                </a:ln>
                <a:solidFill>
                  <a:prstClr val="black"/>
                </a:solidFill>
                <a:effectLst/>
                <a:uLnTx/>
                <a:uFillTx/>
                <a:latin typeface="Open Sans"/>
                <a:ea typeface="+mn-ea"/>
                <a:cs typeface="+mn-cs"/>
              </a:rPr>
              <a:t> or keypress</a:t>
            </a:r>
            <a:endParaRPr kumimoji="0" sz="1800" b="0" i="0" u="none" strike="noStrike" kern="1200" cap="none" spc="0" normalizeH="0" baseline="0" noProof="0" dirty="0">
              <a:ln>
                <a:noFill/>
              </a:ln>
              <a:solidFill>
                <a:prstClr val="black"/>
              </a:solidFill>
              <a:effectLst/>
              <a:uLnTx/>
              <a:uFillTx/>
              <a:latin typeface="Open Sans"/>
              <a:ea typeface="+mn-ea"/>
              <a:cs typeface="+mn-cs"/>
            </a:endParaRPr>
          </a:p>
        </p:txBody>
      </p:sp>
      <p:sp>
        <p:nvSpPr>
          <p:cNvPr id="45" name="Google Shape;226;g3a92d3d7a9e_0_177">
            <a:extLst>
              <a:ext uri="{FF2B5EF4-FFF2-40B4-BE49-F238E27FC236}">
                <a16:creationId xmlns:a16="http://schemas.microsoft.com/office/drawing/2014/main" id="{97A9E755-81B2-CB33-F546-A43E630ACEC7}"/>
              </a:ext>
            </a:extLst>
          </p:cNvPr>
          <p:cNvSpPr/>
          <p:nvPr/>
        </p:nvSpPr>
        <p:spPr>
          <a:xfrm>
            <a:off x="11506026" y="5035723"/>
            <a:ext cx="344403" cy="381188"/>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Open Sans"/>
                <a:ea typeface="+mn-ea"/>
                <a:cs typeface="+mn-cs"/>
              </a:rPr>
              <a:t>0</a:t>
            </a:r>
            <a:endParaRPr kumimoji="0" sz="18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46" name="TextBox 45">
            <a:extLst>
              <a:ext uri="{FF2B5EF4-FFF2-40B4-BE49-F238E27FC236}">
                <a16:creationId xmlns:a16="http://schemas.microsoft.com/office/drawing/2014/main" id="{9945C4BB-23B2-545F-5162-3F5E1C4F546C}"/>
              </a:ext>
            </a:extLst>
          </p:cNvPr>
          <p:cNvSpPr txBox="1"/>
          <p:nvPr/>
        </p:nvSpPr>
        <p:spPr>
          <a:xfrm>
            <a:off x="1565259" y="1298979"/>
            <a:ext cx="1109464"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Fixation</a:t>
            </a:r>
          </a:p>
        </p:txBody>
      </p:sp>
      <p:sp>
        <p:nvSpPr>
          <p:cNvPr id="47" name="TextBox 46">
            <a:extLst>
              <a:ext uri="{FF2B5EF4-FFF2-40B4-BE49-F238E27FC236}">
                <a16:creationId xmlns:a16="http://schemas.microsoft.com/office/drawing/2014/main" id="{AC4724BF-64AC-FB54-D6F9-C34C8BF9D445}"/>
              </a:ext>
            </a:extLst>
          </p:cNvPr>
          <p:cNvSpPr txBox="1"/>
          <p:nvPr/>
        </p:nvSpPr>
        <p:spPr>
          <a:xfrm>
            <a:off x="5464790" y="1271967"/>
            <a:ext cx="931345"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Stimulus</a:t>
            </a:r>
          </a:p>
        </p:txBody>
      </p:sp>
      <p:sp>
        <p:nvSpPr>
          <p:cNvPr id="48" name="TextBox 47">
            <a:extLst>
              <a:ext uri="{FF2B5EF4-FFF2-40B4-BE49-F238E27FC236}">
                <a16:creationId xmlns:a16="http://schemas.microsoft.com/office/drawing/2014/main" id="{2EBA1ED6-AAFF-506F-A2EF-9E149E0B3523}"/>
              </a:ext>
            </a:extLst>
          </p:cNvPr>
          <p:cNvSpPr txBox="1"/>
          <p:nvPr/>
        </p:nvSpPr>
        <p:spPr>
          <a:xfrm>
            <a:off x="9621245" y="1271511"/>
            <a:ext cx="1045158"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Response</a:t>
            </a:r>
          </a:p>
        </p:txBody>
      </p:sp>
      <p:sp>
        <p:nvSpPr>
          <p:cNvPr id="4" name="Google Shape;217;g3a92d3d7a9e_0_177">
            <a:extLst>
              <a:ext uri="{FF2B5EF4-FFF2-40B4-BE49-F238E27FC236}">
                <a16:creationId xmlns:a16="http://schemas.microsoft.com/office/drawing/2014/main" id="{BD7066E8-0651-42D1-4EFB-C6F8D844C1B7}"/>
              </a:ext>
            </a:extLst>
          </p:cNvPr>
          <p:cNvSpPr/>
          <p:nvPr/>
        </p:nvSpPr>
        <p:spPr>
          <a:xfrm>
            <a:off x="5946652" y="3574506"/>
            <a:ext cx="1870713" cy="1882436"/>
          </a:xfrm>
          <a:prstGeom prst="rect">
            <a:avLst/>
          </a:prstGeom>
          <a:noFill/>
          <a:ln w="26050" cap="flat" cmpd="sng">
            <a:solidFill>
              <a:srgbClr val="FFD966"/>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a:ln>
                <a:noFill/>
              </a:ln>
              <a:solidFill>
                <a:prstClr val="black"/>
              </a:solidFill>
              <a:effectLst/>
              <a:uLnTx/>
              <a:uFillTx/>
              <a:latin typeface="Open Sans"/>
              <a:ea typeface="+mn-ea"/>
              <a:cs typeface="+mn-cs"/>
            </a:endParaRPr>
          </a:p>
        </p:txBody>
      </p:sp>
      <p:pic>
        <p:nvPicPr>
          <p:cNvPr id="5" name="Graphic 4" descr="Male profile outline">
            <a:extLst>
              <a:ext uri="{FF2B5EF4-FFF2-40B4-BE49-F238E27FC236}">
                <a16:creationId xmlns:a16="http://schemas.microsoft.com/office/drawing/2014/main" id="{8B139C82-75F3-66A4-6A1E-1CB43E0AA7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93865" y="163418"/>
            <a:ext cx="852752" cy="852752"/>
          </a:xfrm>
          <a:prstGeom prst="rect">
            <a:avLst/>
          </a:prstGeom>
        </p:spPr>
      </p:pic>
      <p:sp>
        <p:nvSpPr>
          <p:cNvPr id="6" name="Google Shape;229;g3a92d3d7a9e_0_177">
            <a:extLst>
              <a:ext uri="{FF2B5EF4-FFF2-40B4-BE49-F238E27FC236}">
                <a16:creationId xmlns:a16="http://schemas.microsoft.com/office/drawing/2014/main" id="{F3677822-2856-A0C8-F82C-5C5F08645B57}"/>
              </a:ext>
            </a:extLst>
          </p:cNvPr>
          <p:cNvSpPr txBox="1"/>
          <p:nvPr/>
        </p:nvSpPr>
        <p:spPr>
          <a:xfrm>
            <a:off x="1520452" y="5529046"/>
            <a:ext cx="1327097" cy="461635"/>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Open Sans"/>
                <a:ea typeface="+mn-ea"/>
                <a:cs typeface="+mn-cs"/>
              </a:rPr>
              <a:t>300 </a:t>
            </a:r>
            <a:r>
              <a:rPr kumimoji="0" lang="en-US" sz="1800" b="0" i="0" u="none" strike="noStrike" kern="1200" cap="none" spc="0" normalizeH="0" baseline="0" noProof="0" dirty="0" err="1">
                <a:ln>
                  <a:noFill/>
                </a:ln>
                <a:solidFill>
                  <a:prstClr val="black"/>
                </a:solidFill>
                <a:effectLst/>
                <a:uLnTx/>
                <a:uFillTx/>
                <a:latin typeface="Open Sans"/>
                <a:ea typeface="+mn-ea"/>
                <a:cs typeface="+mn-cs"/>
              </a:rPr>
              <a:t>ms</a:t>
            </a:r>
            <a:endParaRPr kumimoji="0" sz="1800" b="0" i="0" u="none" strike="noStrike" kern="1200" cap="none" spc="0" normalizeH="0" baseline="0" noProof="0" dirty="0">
              <a:ln>
                <a:noFill/>
              </a:ln>
              <a:solidFill>
                <a:prstClr val="black"/>
              </a:solidFill>
              <a:effectLst/>
              <a:uLnTx/>
              <a:uFillTx/>
              <a:latin typeface="Open Sans"/>
              <a:ea typeface="+mn-ea"/>
              <a:cs typeface="+mn-cs"/>
            </a:endParaRPr>
          </a:p>
        </p:txBody>
      </p:sp>
    </p:spTree>
    <p:extLst>
      <p:ext uri="{BB962C8B-B14F-4D97-AF65-F5344CB8AC3E}">
        <p14:creationId xmlns:p14="http://schemas.microsoft.com/office/powerpoint/2010/main" val="6208568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0540C-D17A-E9AA-4D33-212FF1CF4A73}"/>
              </a:ext>
            </a:extLst>
          </p:cNvPr>
          <p:cNvSpPr>
            <a:spLocks noGrp="1"/>
          </p:cNvSpPr>
          <p:nvPr>
            <p:ph type="title"/>
          </p:nvPr>
        </p:nvSpPr>
        <p:spPr>
          <a:xfrm>
            <a:off x="876000" y="333907"/>
            <a:ext cx="10440000" cy="720000"/>
          </a:xfrm>
        </p:spPr>
        <p:txBody>
          <a:bodyPr/>
          <a:lstStyle/>
          <a:p>
            <a:r>
              <a:rPr lang="en-NL" dirty="0"/>
              <a:t>Preliminary results:</a:t>
            </a:r>
            <a:br>
              <a:rPr lang="en-NL" dirty="0"/>
            </a:br>
            <a:r>
              <a:rPr lang="en-NL" dirty="0"/>
              <a:t>feature-specific attention </a:t>
            </a:r>
          </a:p>
        </p:txBody>
      </p:sp>
      <p:sp>
        <p:nvSpPr>
          <p:cNvPr id="3" name="Slide Number Placeholder 2">
            <a:extLst>
              <a:ext uri="{FF2B5EF4-FFF2-40B4-BE49-F238E27FC236}">
                <a16:creationId xmlns:a16="http://schemas.microsoft.com/office/drawing/2014/main" id="{5DD4B869-07B3-2920-09F1-A703BF6B6D64}"/>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pic>
        <p:nvPicPr>
          <p:cNvPr id="1030" name="Picture 6">
            <a:extLst>
              <a:ext uri="{FF2B5EF4-FFF2-40B4-BE49-F238E27FC236}">
                <a16:creationId xmlns:a16="http://schemas.microsoft.com/office/drawing/2014/main" id="{F277B2B4-785D-8E17-5418-6F4CF87AFE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6812"/>
          <a:stretch>
            <a:fillRect/>
          </a:stretch>
        </p:blipFill>
        <p:spPr bwMode="auto">
          <a:xfrm>
            <a:off x="1585773" y="823763"/>
            <a:ext cx="8534218" cy="35497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E451C30-2E7B-9982-E119-60272D6EF369}"/>
              </a:ext>
            </a:extLst>
          </p:cNvPr>
          <p:cNvSpPr txBox="1"/>
          <p:nvPr/>
        </p:nvSpPr>
        <p:spPr>
          <a:xfrm>
            <a:off x="9367909" y="1301576"/>
            <a:ext cx="437620"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Open Sans"/>
                <a:ea typeface="+mn-ea"/>
                <a:cs typeface="+mn-cs"/>
              </a:rPr>
              <a:t>N</a:t>
            </a:r>
            <a:r>
              <a:rPr kumimoji="0" lang="en-NL" sz="1800" b="0" i="0" u="none" strike="noStrike" kern="1200" cap="none" spc="0" normalizeH="0" baseline="0" noProof="0" dirty="0">
                <a:ln>
                  <a:noFill/>
                </a:ln>
                <a:solidFill>
                  <a:prstClr val="black"/>
                </a:solidFill>
                <a:effectLst/>
                <a:uLnTx/>
                <a:uFillTx/>
                <a:latin typeface="Open Sans"/>
                <a:ea typeface="+mn-ea"/>
                <a:cs typeface="+mn-cs"/>
              </a:rPr>
              <a:t>=3</a:t>
            </a:r>
          </a:p>
        </p:txBody>
      </p:sp>
      <p:sp>
        <p:nvSpPr>
          <p:cNvPr id="7" name="TextBox 6">
            <a:extLst>
              <a:ext uri="{FF2B5EF4-FFF2-40B4-BE49-F238E27FC236}">
                <a16:creationId xmlns:a16="http://schemas.microsoft.com/office/drawing/2014/main" id="{78ED0F2D-914D-055D-A586-ED909B860988}"/>
              </a:ext>
            </a:extLst>
          </p:cNvPr>
          <p:cNvSpPr txBox="1"/>
          <p:nvPr/>
        </p:nvSpPr>
        <p:spPr>
          <a:xfrm>
            <a:off x="4592922" y="5314557"/>
            <a:ext cx="1259960"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nDom-Dom</a:t>
            </a:r>
          </a:p>
        </p:txBody>
      </p:sp>
      <p:grpSp>
        <p:nvGrpSpPr>
          <p:cNvPr id="21" name="Group 20">
            <a:extLst>
              <a:ext uri="{FF2B5EF4-FFF2-40B4-BE49-F238E27FC236}">
                <a16:creationId xmlns:a16="http://schemas.microsoft.com/office/drawing/2014/main" id="{C40802BC-7D92-375A-F633-F4B8BBA389B0}"/>
              </a:ext>
            </a:extLst>
          </p:cNvPr>
          <p:cNvGrpSpPr/>
          <p:nvPr/>
        </p:nvGrpSpPr>
        <p:grpSpPr>
          <a:xfrm>
            <a:off x="2513772" y="4383482"/>
            <a:ext cx="1655623" cy="1658350"/>
            <a:chOff x="660370" y="5449875"/>
            <a:chExt cx="1292884" cy="1295013"/>
          </a:xfrm>
        </p:grpSpPr>
        <p:grpSp>
          <p:nvGrpSpPr>
            <p:cNvPr id="10" name="Group 9">
              <a:extLst>
                <a:ext uri="{FF2B5EF4-FFF2-40B4-BE49-F238E27FC236}">
                  <a16:creationId xmlns:a16="http://schemas.microsoft.com/office/drawing/2014/main" id="{EA5324AE-43C0-EBA9-FCB6-759D1171CD18}"/>
                </a:ext>
              </a:extLst>
            </p:cNvPr>
            <p:cNvGrpSpPr/>
            <p:nvPr/>
          </p:nvGrpSpPr>
          <p:grpSpPr>
            <a:xfrm>
              <a:off x="660370" y="5449875"/>
              <a:ext cx="1291557" cy="1292527"/>
              <a:chOff x="3056096" y="3411352"/>
              <a:chExt cx="2030486" cy="2032012"/>
            </a:xfrm>
          </p:grpSpPr>
          <p:pic>
            <p:nvPicPr>
              <p:cNvPr id="11" name="Google Shape;211;g3a92d3d7a9e_0_177">
                <a:extLst>
                  <a:ext uri="{FF2B5EF4-FFF2-40B4-BE49-F238E27FC236}">
                    <a16:creationId xmlns:a16="http://schemas.microsoft.com/office/drawing/2014/main" id="{0475DA1A-BCB7-3CE9-46F4-9360D4536916}"/>
                  </a:ext>
                </a:extLst>
              </p:cNvPr>
              <p:cNvPicPr preferRelativeResize="0"/>
              <p:nvPr/>
            </p:nvPicPr>
            <p:blipFill>
              <a:blip r:embed="rId4">
                <a:alphaModFix/>
              </a:blip>
              <a:stretch>
                <a:fillRect/>
              </a:stretch>
            </p:blipFill>
            <p:spPr>
              <a:xfrm>
                <a:off x="3058466" y="3415248"/>
                <a:ext cx="2028116" cy="2028116"/>
              </a:xfrm>
              <a:prstGeom prst="rect">
                <a:avLst/>
              </a:prstGeom>
              <a:noFill/>
              <a:ln>
                <a:noFill/>
              </a:ln>
            </p:spPr>
          </p:pic>
          <p:cxnSp>
            <p:nvCxnSpPr>
              <p:cNvPr id="12" name="Google Shape;212;g3a92d3d7a9e_0_177">
                <a:extLst>
                  <a:ext uri="{FF2B5EF4-FFF2-40B4-BE49-F238E27FC236}">
                    <a16:creationId xmlns:a16="http://schemas.microsoft.com/office/drawing/2014/main" id="{4A7FCEA0-B63E-B30D-20E8-D71A0CC63EDE}"/>
                  </a:ext>
                </a:extLst>
              </p:cNvPr>
              <p:cNvCxnSpPr>
                <a:cxnSpLocks/>
              </p:cNvCxnSpPr>
              <p:nvPr/>
            </p:nvCxnSpPr>
            <p:spPr>
              <a:xfrm>
                <a:off x="4072524" y="3415248"/>
                <a:ext cx="0" cy="2028000"/>
              </a:xfrm>
              <a:prstGeom prst="straightConnector1">
                <a:avLst/>
              </a:prstGeom>
              <a:noFill/>
              <a:ln w="17350" cap="flat" cmpd="sng">
                <a:solidFill>
                  <a:srgbClr val="CC0000"/>
                </a:solidFill>
                <a:prstDash val="solid"/>
                <a:round/>
                <a:headEnd type="none" w="med" len="med"/>
                <a:tailEnd type="none" w="med" len="med"/>
              </a:ln>
            </p:spPr>
          </p:cxnSp>
          <p:cxnSp>
            <p:nvCxnSpPr>
              <p:cNvPr id="13" name="Google Shape;213;g3a92d3d7a9e_0_177">
                <a:extLst>
                  <a:ext uri="{FF2B5EF4-FFF2-40B4-BE49-F238E27FC236}">
                    <a16:creationId xmlns:a16="http://schemas.microsoft.com/office/drawing/2014/main" id="{B168DA2C-8029-A3CF-D5F2-5B56C07B09E7}"/>
                  </a:ext>
                </a:extLst>
              </p:cNvPr>
              <p:cNvCxnSpPr>
                <a:cxnSpLocks/>
              </p:cNvCxnSpPr>
              <p:nvPr/>
            </p:nvCxnSpPr>
            <p:spPr>
              <a:xfrm>
                <a:off x="3058466" y="4429311"/>
                <a:ext cx="2028000" cy="0"/>
              </a:xfrm>
              <a:prstGeom prst="straightConnector1">
                <a:avLst/>
              </a:prstGeom>
              <a:noFill/>
              <a:ln w="17350" cap="flat" cmpd="sng">
                <a:solidFill>
                  <a:srgbClr val="CC0000"/>
                </a:solidFill>
                <a:prstDash val="solid"/>
                <a:round/>
                <a:headEnd type="none" w="med" len="med"/>
                <a:tailEnd type="none" w="med" len="med"/>
              </a:ln>
            </p:spPr>
          </p:cxnSp>
          <p:sp>
            <p:nvSpPr>
              <p:cNvPr id="14" name="Google Shape;217;g3a92d3d7a9e_0_177">
                <a:extLst>
                  <a:ext uri="{FF2B5EF4-FFF2-40B4-BE49-F238E27FC236}">
                    <a16:creationId xmlns:a16="http://schemas.microsoft.com/office/drawing/2014/main" id="{02C09983-AA4F-79D0-298B-F814B28E229F}"/>
                  </a:ext>
                </a:extLst>
              </p:cNvPr>
              <p:cNvSpPr/>
              <p:nvPr/>
            </p:nvSpPr>
            <p:spPr>
              <a:xfrm>
                <a:off x="3056096" y="3411352"/>
                <a:ext cx="1005300" cy="1011600"/>
              </a:xfrm>
              <a:prstGeom prst="rect">
                <a:avLst/>
              </a:prstGeom>
              <a:noFill/>
              <a:ln w="26050" cap="flat" cmpd="sng">
                <a:solidFill>
                  <a:srgbClr val="FFD966"/>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a:ln>
                    <a:noFill/>
                  </a:ln>
                  <a:solidFill>
                    <a:prstClr val="black"/>
                  </a:solidFill>
                  <a:effectLst/>
                  <a:uLnTx/>
                  <a:uFillTx/>
                  <a:latin typeface="Open Sans"/>
                  <a:ea typeface="+mn-ea"/>
                  <a:cs typeface="+mn-cs"/>
                </a:endParaRPr>
              </a:p>
            </p:txBody>
          </p:sp>
        </p:grpSp>
        <p:sp>
          <p:nvSpPr>
            <p:cNvPr id="15" name="Google Shape;217;g3a92d3d7a9e_0_177">
              <a:extLst>
                <a:ext uri="{FF2B5EF4-FFF2-40B4-BE49-F238E27FC236}">
                  <a16:creationId xmlns:a16="http://schemas.microsoft.com/office/drawing/2014/main" id="{478C6A1F-6BB7-8074-FF2F-0169C320BC65}"/>
                </a:ext>
              </a:extLst>
            </p:cNvPr>
            <p:cNvSpPr/>
            <p:nvPr/>
          </p:nvSpPr>
          <p:spPr>
            <a:xfrm>
              <a:off x="1313800" y="6101427"/>
              <a:ext cx="639454" cy="643461"/>
            </a:xfrm>
            <a:prstGeom prst="rect">
              <a:avLst/>
            </a:prstGeom>
            <a:noFill/>
            <a:ln w="26050" cap="flat" cmpd="sng">
              <a:solidFill>
                <a:srgbClr val="FFD966"/>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23" name="Group 22">
            <a:extLst>
              <a:ext uri="{FF2B5EF4-FFF2-40B4-BE49-F238E27FC236}">
                <a16:creationId xmlns:a16="http://schemas.microsoft.com/office/drawing/2014/main" id="{B19FF640-89A2-F5A3-2790-3F9E353FEBC5}"/>
              </a:ext>
            </a:extLst>
          </p:cNvPr>
          <p:cNvGrpSpPr/>
          <p:nvPr/>
        </p:nvGrpSpPr>
        <p:grpSpPr>
          <a:xfrm>
            <a:off x="6353691" y="4373463"/>
            <a:ext cx="1618380" cy="1660773"/>
            <a:chOff x="6929320" y="5683653"/>
            <a:chExt cx="1257119" cy="1290049"/>
          </a:xfrm>
        </p:grpSpPr>
        <p:grpSp>
          <p:nvGrpSpPr>
            <p:cNvPr id="16" name="Group 15">
              <a:extLst>
                <a:ext uri="{FF2B5EF4-FFF2-40B4-BE49-F238E27FC236}">
                  <a16:creationId xmlns:a16="http://schemas.microsoft.com/office/drawing/2014/main" id="{B841A77D-FD7D-FA36-8763-6666391F3D99}"/>
                </a:ext>
              </a:extLst>
            </p:cNvPr>
            <p:cNvGrpSpPr/>
            <p:nvPr/>
          </p:nvGrpSpPr>
          <p:grpSpPr>
            <a:xfrm flipH="1">
              <a:off x="6929320" y="5683653"/>
              <a:ext cx="1257119" cy="1290049"/>
              <a:chOff x="3696041" y="3579672"/>
              <a:chExt cx="2028116" cy="2028116"/>
            </a:xfrm>
          </p:grpSpPr>
          <p:pic>
            <p:nvPicPr>
              <p:cNvPr id="17" name="Google Shape;211;g3a92d3d7a9e_0_177">
                <a:extLst>
                  <a:ext uri="{FF2B5EF4-FFF2-40B4-BE49-F238E27FC236}">
                    <a16:creationId xmlns:a16="http://schemas.microsoft.com/office/drawing/2014/main" id="{DB45F53E-13C7-E6D2-B053-651E6E40DFEA}"/>
                  </a:ext>
                </a:extLst>
              </p:cNvPr>
              <p:cNvPicPr preferRelativeResize="0"/>
              <p:nvPr/>
            </p:nvPicPr>
            <p:blipFill>
              <a:blip r:embed="rId4">
                <a:alphaModFix/>
              </a:blip>
              <a:stretch>
                <a:fillRect/>
              </a:stretch>
            </p:blipFill>
            <p:spPr>
              <a:xfrm>
                <a:off x="3696041" y="3579672"/>
                <a:ext cx="2028116" cy="2028116"/>
              </a:xfrm>
              <a:prstGeom prst="rect">
                <a:avLst/>
              </a:prstGeom>
              <a:noFill/>
              <a:ln>
                <a:noFill/>
              </a:ln>
            </p:spPr>
          </p:pic>
          <p:sp>
            <p:nvSpPr>
              <p:cNvPr id="20" name="Google Shape;217;g3a92d3d7a9e_0_177">
                <a:extLst>
                  <a:ext uri="{FF2B5EF4-FFF2-40B4-BE49-F238E27FC236}">
                    <a16:creationId xmlns:a16="http://schemas.microsoft.com/office/drawing/2014/main" id="{60722D21-B45D-68BB-F18F-1DF3B0C8A1CE}"/>
                  </a:ext>
                </a:extLst>
              </p:cNvPr>
              <p:cNvSpPr/>
              <p:nvPr/>
            </p:nvSpPr>
            <p:spPr>
              <a:xfrm>
                <a:off x="4722016" y="3585498"/>
                <a:ext cx="1002141" cy="1011600"/>
              </a:xfrm>
              <a:prstGeom prst="rect">
                <a:avLst/>
              </a:prstGeom>
              <a:noFill/>
              <a:ln w="26050" cap="flat" cmpd="sng">
                <a:solidFill>
                  <a:srgbClr val="FFD966"/>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a:ln>
                    <a:noFill/>
                  </a:ln>
                  <a:solidFill>
                    <a:prstClr val="black"/>
                  </a:solidFill>
                  <a:effectLst/>
                  <a:uLnTx/>
                  <a:uFillTx/>
                  <a:latin typeface="Open Sans"/>
                  <a:ea typeface="+mn-ea"/>
                  <a:cs typeface="+mn-cs"/>
                </a:endParaRPr>
              </a:p>
            </p:txBody>
          </p:sp>
        </p:grpSp>
        <p:sp>
          <p:nvSpPr>
            <p:cNvPr id="22" name="Google Shape;217;g3a92d3d7a9e_0_177">
              <a:extLst>
                <a:ext uri="{FF2B5EF4-FFF2-40B4-BE49-F238E27FC236}">
                  <a16:creationId xmlns:a16="http://schemas.microsoft.com/office/drawing/2014/main" id="{9FB7AD7F-3C99-F6B4-2A76-FBFB4707F20C}"/>
                </a:ext>
              </a:extLst>
            </p:cNvPr>
            <p:cNvSpPr/>
            <p:nvPr/>
          </p:nvSpPr>
          <p:spPr>
            <a:xfrm>
              <a:off x="7549115" y="6337344"/>
              <a:ext cx="629938" cy="625661"/>
            </a:xfrm>
            <a:prstGeom prst="rect">
              <a:avLst/>
            </a:prstGeom>
            <a:noFill/>
            <a:ln w="26050" cap="flat" cmpd="sng">
              <a:solidFill>
                <a:srgbClr val="FFD966"/>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dirty="0">
                <a:ln>
                  <a:noFill/>
                </a:ln>
                <a:solidFill>
                  <a:prstClr val="black"/>
                </a:solidFill>
                <a:effectLst/>
                <a:uLnTx/>
                <a:uFillTx/>
                <a:latin typeface="Open Sans"/>
                <a:ea typeface="+mn-ea"/>
                <a:cs typeface="+mn-cs"/>
              </a:endParaRPr>
            </a:p>
          </p:txBody>
        </p:sp>
      </p:grpSp>
      <p:grpSp>
        <p:nvGrpSpPr>
          <p:cNvPr id="35" name="Group 34">
            <a:extLst>
              <a:ext uri="{FF2B5EF4-FFF2-40B4-BE49-F238E27FC236}">
                <a16:creationId xmlns:a16="http://schemas.microsoft.com/office/drawing/2014/main" id="{05224B6A-59DA-EAAE-5E43-6FF93B75392D}"/>
              </a:ext>
            </a:extLst>
          </p:cNvPr>
          <p:cNvGrpSpPr/>
          <p:nvPr/>
        </p:nvGrpSpPr>
        <p:grpSpPr>
          <a:xfrm>
            <a:off x="4439619" y="4404850"/>
            <a:ext cx="1656381" cy="1660773"/>
            <a:chOff x="6700167" y="305767"/>
            <a:chExt cx="3318076" cy="3183038"/>
          </a:xfrm>
        </p:grpSpPr>
        <p:pic>
          <p:nvPicPr>
            <p:cNvPr id="32" name="Picture 5">
              <a:extLst>
                <a:ext uri="{FF2B5EF4-FFF2-40B4-BE49-F238E27FC236}">
                  <a16:creationId xmlns:a16="http://schemas.microsoft.com/office/drawing/2014/main" id="{F0394EA4-B6D0-A0B8-3F01-80D977F831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flipV="1">
              <a:off x="6700167" y="305767"/>
              <a:ext cx="3318075" cy="3183038"/>
            </a:xfrm>
            <a:prstGeom prst="rect">
              <a:avLst/>
            </a:prstGeom>
            <a:noFill/>
            <a:extLst>
              <a:ext uri="{909E8E84-426E-40DD-AFC4-6F175D3DCCD1}">
                <a14:hiddenFill xmlns:a14="http://schemas.microsoft.com/office/drawing/2010/main">
                  <a:solidFill>
                    <a:srgbClr val="FFFFFF"/>
                  </a:solidFill>
                </a14:hiddenFill>
              </a:ext>
            </a:extLst>
          </p:spPr>
        </p:pic>
        <p:sp>
          <p:nvSpPr>
            <p:cNvPr id="33" name="Google Shape;217;g3a92d3d7a9e_0_177">
              <a:extLst>
                <a:ext uri="{FF2B5EF4-FFF2-40B4-BE49-F238E27FC236}">
                  <a16:creationId xmlns:a16="http://schemas.microsoft.com/office/drawing/2014/main" id="{FF13C5B2-5AEB-590D-34E6-A81E9D8289EB}"/>
                </a:ext>
              </a:extLst>
            </p:cNvPr>
            <p:cNvSpPr/>
            <p:nvPr/>
          </p:nvSpPr>
          <p:spPr>
            <a:xfrm>
              <a:off x="6700168" y="305767"/>
              <a:ext cx="1659038" cy="1583369"/>
            </a:xfrm>
            <a:prstGeom prst="rect">
              <a:avLst/>
            </a:prstGeom>
            <a:noFill/>
            <a:ln w="26050" cap="flat" cmpd="sng">
              <a:solidFill>
                <a:srgbClr val="FFD966"/>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a:ln>
                  <a:noFill/>
                </a:ln>
                <a:solidFill>
                  <a:prstClr val="black"/>
                </a:solidFill>
                <a:effectLst/>
                <a:uLnTx/>
                <a:uFillTx/>
                <a:latin typeface="Open Sans"/>
                <a:ea typeface="+mn-ea"/>
                <a:cs typeface="+mn-cs"/>
              </a:endParaRPr>
            </a:p>
          </p:txBody>
        </p:sp>
        <p:sp>
          <p:nvSpPr>
            <p:cNvPr id="34" name="Google Shape;217;g3a92d3d7a9e_0_177">
              <a:extLst>
                <a:ext uri="{FF2B5EF4-FFF2-40B4-BE49-F238E27FC236}">
                  <a16:creationId xmlns:a16="http://schemas.microsoft.com/office/drawing/2014/main" id="{0F68745D-7DC0-F6C2-D31D-DD1E9DFD17B2}"/>
                </a:ext>
              </a:extLst>
            </p:cNvPr>
            <p:cNvSpPr/>
            <p:nvPr/>
          </p:nvSpPr>
          <p:spPr>
            <a:xfrm>
              <a:off x="8359205" y="1889136"/>
              <a:ext cx="1659038" cy="1599669"/>
            </a:xfrm>
            <a:prstGeom prst="rect">
              <a:avLst/>
            </a:prstGeom>
            <a:noFill/>
            <a:ln w="26050" cap="flat" cmpd="sng">
              <a:solidFill>
                <a:srgbClr val="FFD966"/>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a:ln>
                  <a:noFill/>
                </a:ln>
                <a:solidFill>
                  <a:prstClr val="black"/>
                </a:solidFill>
                <a:effectLst/>
                <a:uLnTx/>
                <a:uFillTx/>
                <a:latin typeface="Open Sans"/>
                <a:ea typeface="+mn-ea"/>
                <a:cs typeface="+mn-cs"/>
              </a:endParaRPr>
            </a:p>
          </p:txBody>
        </p:sp>
      </p:grpSp>
      <p:grpSp>
        <p:nvGrpSpPr>
          <p:cNvPr id="37" name="Group 36">
            <a:extLst>
              <a:ext uri="{FF2B5EF4-FFF2-40B4-BE49-F238E27FC236}">
                <a16:creationId xmlns:a16="http://schemas.microsoft.com/office/drawing/2014/main" id="{D79291A0-FAC8-A8A9-5079-3A4E9E46928E}"/>
              </a:ext>
            </a:extLst>
          </p:cNvPr>
          <p:cNvGrpSpPr/>
          <p:nvPr/>
        </p:nvGrpSpPr>
        <p:grpSpPr>
          <a:xfrm flipH="1">
            <a:off x="8141102" y="4387143"/>
            <a:ext cx="1689130" cy="1633321"/>
            <a:chOff x="1483328" y="2212964"/>
            <a:chExt cx="3327879" cy="3217925"/>
          </a:xfrm>
        </p:grpSpPr>
        <p:pic>
          <p:nvPicPr>
            <p:cNvPr id="38" name="Picture 5">
              <a:extLst>
                <a:ext uri="{FF2B5EF4-FFF2-40B4-BE49-F238E27FC236}">
                  <a16:creationId xmlns:a16="http://schemas.microsoft.com/office/drawing/2014/main" id="{E2A0E43D-C86E-CABE-7A2E-5D614B295E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flipV="1">
              <a:off x="1493132" y="2247851"/>
              <a:ext cx="3318075" cy="3183038"/>
            </a:xfrm>
            <a:prstGeom prst="rect">
              <a:avLst/>
            </a:prstGeom>
            <a:noFill/>
            <a:extLst>
              <a:ext uri="{909E8E84-426E-40DD-AFC4-6F175D3DCCD1}">
                <a14:hiddenFill xmlns:a14="http://schemas.microsoft.com/office/drawing/2010/main">
                  <a:solidFill>
                    <a:srgbClr val="FFFFFF"/>
                  </a:solidFill>
                </a14:hiddenFill>
              </a:ext>
            </a:extLst>
          </p:spPr>
        </p:pic>
        <p:sp>
          <p:nvSpPr>
            <p:cNvPr id="39" name="Google Shape;217;g3a92d3d7a9e_0_177">
              <a:extLst>
                <a:ext uri="{FF2B5EF4-FFF2-40B4-BE49-F238E27FC236}">
                  <a16:creationId xmlns:a16="http://schemas.microsoft.com/office/drawing/2014/main" id="{A8887F51-EE4B-CEC7-64A2-085C0AA26359}"/>
                </a:ext>
              </a:extLst>
            </p:cNvPr>
            <p:cNvSpPr/>
            <p:nvPr/>
          </p:nvSpPr>
          <p:spPr>
            <a:xfrm>
              <a:off x="3105511" y="2212964"/>
              <a:ext cx="1659038" cy="1583368"/>
            </a:xfrm>
            <a:prstGeom prst="rect">
              <a:avLst/>
            </a:prstGeom>
            <a:noFill/>
            <a:ln w="26050" cap="flat" cmpd="sng">
              <a:solidFill>
                <a:srgbClr val="FFD966"/>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dirty="0">
                <a:ln>
                  <a:noFill/>
                </a:ln>
                <a:solidFill>
                  <a:prstClr val="black"/>
                </a:solidFill>
                <a:effectLst/>
                <a:uLnTx/>
                <a:uFillTx/>
                <a:latin typeface="Open Sans"/>
                <a:ea typeface="+mn-ea"/>
                <a:cs typeface="+mn-cs"/>
              </a:endParaRPr>
            </a:p>
          </p:txBody>
        </p:sp>
        <p:sp>
          <p:nvSpPr>
            <p:cNvPr id="40" name="Google Shape;217;g3a92d3d7a9e_0_177">
              <a:extLst>
                <a:ext uri="{FF2B5EF4-FFF2-40B4-BE49-F238E27FC236}">
                  <a16:creationId xmlns:a16="http://schemas.microsoft.com/office/drawing/2014/main" id="{8C3C98C8-201E-E3EA-4E4C-9155C4C1EB34}"/>
                </a:ext>
              </a:extLst>
            </p:cNvPr>
            <p:cNvSpPr/>
            <p:nvPr/>
          </p:nvSpPr>
          <p:spPr>
            <a:xfrm>
              <a:off x="1483328" y="3831219"/>
              <a:ext cx="1659038" cy="1599670"/>
            </a:xfrm>
            <a:prstGeom prst="rect">
              <a:avLst/>
            </a:prstGeom>
            <a:noFill/>
            <a:ln w="26050" cap="flat" cmpd="sng">
              <a:solidFill>
                <a:srgbClr val="FFD966"/>
              </a:solidFill>
              <a:prstDash val="solid"/>
              <a:round/>
              <a:headEnd type="none" w="sm" len="sm"/>
              <a:tailEnd type="none" w="sm" len="sm"/>
            </a:ln>
          </p:spPr>
          <p:txBody>
            <a:bodyPr spcFirstLastPara="1" wrap="square" lIns="83325" tIns="83325" rIns="83325" bIns="833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75" b="0" i="0" u="none" strike="noStrike" kern="1200" cap="none" spc="0" normalizeH="0" baseline="0" noProof="0">
                <a:ln>
                  <a:noFill/>
                </a:ln>
                <a:solidFill>
                  <a:prstClr val="black"/>
                </a:solidFill>
                <a:effectLst/>
                <a:uLnTx/>
                <a:uFillTx/>
                <a:latin typeface="Open Sans"/>
                <a:ea typeface="+mn-ea"/>
                <a:cs typeface="+mn-cs"/>
              </a:endParaRPr>
            </a:p>
          </p:txBody>
        </p:sp>
      </p:grpSp>
      <p:pic>
        <p:nvPicPr>
          <p:cNvPr id="41" name="Graphic 40" descr="Male profile outline">
            <a:extLst>
              <a:ext uri="{FF2B5EF4-FFF2-40B4-BE49-F238E27FC236}">
                <a16:creationId xmlns:a16="http://schemas.microsoft.com/office/drawing/2014/main" id="{057CCC82-4172-B238-4C0D-6F5DD123A3F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193865" y="163418"/>
            <a:ext cx="852752" cy="852752"/>
          </a:xfrm>
          <a:prstGeom prst="rect">
            <a:avLst/>
          </a:prstGeom>
        </p:spPr>
      </p:pic>
      <p:sp>
        <p:nvSpPr>
          <p:cNvPr id="42" name="Rounded Rectangle 41">
            <a:extLst>
              <a:ext uri="{FF2B5EF4-FFF2-40B4-BE49-F238E27FC236}">
                <a16:creationId xmlns:a16="http://schemas.microsoft.com/office/drawing/2014/main" id="{50FEBC6C-CFE5-B5BE-BFF6-3B1CB284D0BC}"/>
              </a:ext>
            </a:extLst>
          </p:cNvPr>
          <p:cNvSpPr/>
          <p:nvPr/>
        </p:nvSpPr>
        <p:spPr>
          <a:xfrm>
            <a:off x="7895869" y="2484537"/>
            <a:ext cx="1956137" cy="3581086"/>
          </a:xfrm>
          <a:prstGeom prst="roundRect">
            <a:avLst/>
          </a:prstGeom>
          <a:solidFill>
            <a:schemeClr val="accent1">
              <a:alpha val="31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a:ln>
                <a:noFill/>
              </a:ln>
              <a:solidFill>
                <a:prstClr val="white"/>
              </a:solidFill>
              <a:effectLst/>
              <a:uLnTx/>
              <a:uFillTx/>
              <a:latin typeface="Open Sans"/>
              <a:ea typeface="+mn-ea"/>
              <a:cs typeface="+mn-cs"/>
            </a:endParaRPr>
          </a:p>
        </p:txBody>
      </p:sp>
      <p:sp>
        <p:nvSpPr>
          <p:cNvPr id="43" name="TextBox 42">
            <a:extLst>
              <a:ext uri="{FF2B5EF4-FFF2-40B4-BE49-F238E27FC236}">
                <a16:creationId xmlns:a16="http://schemas.microsoft.com/office/drawing/2014/main" id="{B0C536D1-9636-0AD1-3534-77E7B5104FB3}"/>
              </a:ext>
            </a:extLst>
          </p:cNvPr>
          <p:cNvSpPr txBox="1"/>
          <p:nvPr/>
        </p:nvSpPr>
        <p:spPr>
          <a:xfrm>
            <a:off x="327777" y="4597002"/>
            <a:ext cx="1651994" cy="110799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Expected: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L" sz="1800" b="0" i="0" u="none" strike="noStrike" kern="1200" cap="none" spc="0" normalizeH="0" baseline="0" noProof="0" dirty="0">
              <a:ln>
                <a:noFill/>
              </a:ln>
              <a:solidFill>
                <a:prstClr val="black"/>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Feature: 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Spatial: TL -BR</a:t>
            </a:r>
          </a:p>
        </p:txBody>
      </p:sp>
    </p:spTree>
    <p:extLst>
      <p:ext uri="{BB962C8B-B14F-4D97-AF65-F5344CB8AC3E}">
        <p14:creationId xmlns:p14="http://schemas.microsoft.com/office/powerpoint/2010/main" val="2650372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2C16A-AFB3-CBD2-B609-9964CEA92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24A18-40C9-F52C-26FF-2796CC5ECAAC}"/>
              </a:ext>
            </a:extLst>
          </p:cNvPr>
          <p:cNvSpPr>
            <a:spLocks noGrp="1"/>
          </p:cNvSpPr>
          <p:nvPr>
            <p:ph type="body" sz="quarter" idx="10"/>
          </p:nvPr>
        </p:nvSpPr>
        <p:spPr>
          <a:xfrm>
            <a:off x="394658" y="3580289"/>
            <a:ext cx="10440000" cy="2160000"/>
          </a:xfrm>
        </p:spPr>
        <p:txBody>
          <a:bodyPr>
            <a:normAutofit/>
          </a:bodyPr>
          <a:lstStyle/>
          <a:p>
            <a:pPr>
              <a:spcAft>
                <a:spcPts val="600"/>
              </a:spcAft>
            </a:pPr>
            <a:r>
              <a:rPr lang="nl-NL" dirty="0"/>
              <a:t>Next goals</a:t>
            </a:r>
            <a:endParaRPr lang="en-NL" dirty="0"/>
          </a:p>
        </p:txBody>
      </p:sp>
      <p:sp>
        <p:nvSpPr>
          <p:cNvPr id="3" name="Slide Number Placeholder 2" hidden="1">
            <a:extLst>
              <a:ext uri="{FF2B5EF4-FFF2-40B4-BE49-F238E27FC236}">
                <a16:creationId xmlns:a16="http://schemas.microsoft.com/office/drawing/2014/main" id="{8A490648-A05F-0610-F37F-DB6C316DCE07}"/>
              </a:ext>
            </a:extLst>
          </p:cNvPr>
          <p:cNvSpPr>
            <a:spLocks noGrp="1"/>
          </p:cNvSpPr>
          <p:nvPr>
            <p:ph type="sldNum" sz="quarter" idx="4294967295"/>
          </p:nvPr>
        </p:nvSpPr>
        <p:spPr>
          <a:xfrm>
            <a:off x="11116439" y="6489368"/>
            <a:ext cx="389588" cy="252000"/>
          </a:xfrm>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23</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spTree>
    <p:extLst>
      <p:ext uri="{BB962C8B-B14F-4D97-AF65-F5344CB8AC3E}">
        <p14:creationId xmlns:p14="http://schemas.microsoft.com/office/powerpoint/2010/main" val="502305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BD169-0063-2113-DDB9-64F067614A59}"/>
              </a:ext>
            </a:extLst>
          </p:cNvPr>
          <p:cNvSpPr>
            <a:spLocks noGrp="1"/>
          </p:cNvSpPr>
          <p:nvPr>
            <p:ph type="title"/>
          </p:nvPr>
        </p:nvSpPr>
        <p:spPr/>
        <p:txBody>
          <a:bodyPr/>
          <a:lstStyle/>
          <a:p>
            <a:r>
              <a:rPr lang="en-GB" dirty="0"/>
              <a:t>R</a:t>
            </a:r>
            <a:r>
              <a:rPr lang="en-NL" dirty="0"/>
              <a:t>ecurrent Microcircuit optimisation for temporal representation</a:t>
            </a:r>
          </a:p>
        </p:txBody>
      </p:sp>
      <p:sp>
        <p:nvSpPr>
          <p:cNvPr id="3" name="Slide Number Placeholder 2">
            <a:extLst>
              <a:ext uri="{FF2B5EF4-FFF2-40B4-BE49-F238E27FC236}">
                <a16:creationId xmlns:a16="http://schemas.microsoft.com/office/drawing/2014/main" id="{2D7E014F-0E10-2631-1A3F-9E87D75F7D6C}"/>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pic>
        <p:nvPicPr>
          <p:cNvPr id="6" name="Picture 5">
            <a:extLst>
              <a:ext uri="{FF2B5EF4-FFF2-40B4-BE49-F238E27FC236}">
                <a16:creationId xmlns:a16="http://schemas.microsoft.com/office/drawing/2014/main" id="{B7A8E87C-ACCE-9242-721D-A5C7D13924C2}"/>
              </a:ext>
            </a:extLst>
          </p:cNvPr>
          <p:cNvPicPr>
            <a:picLocks noChangeAspect="1"/>
          </p:cNvPicPr>
          <p:nvPr/>
        </p:nvPicPr>
        <p:blipFill>
          <a:blip r:embed="rId2"/>
          <a:srcRect l="19430" r="40207"/>
          <a:stretch>
            <a:fillRect/>
          </a:stretch>
        </p:blipFill>
        <p:spPr>
          <a:xfrm>
            <a:off x="6046376" y="1081068"/>
            <a:ext cx="5507847" cy="2666628"/>
          </a:xfrm>
          <a:prstGeom prst="rect">
            <a:avLst/>
          </a:prstGeom>
        </p:spPr>
      </p:pic>
      <p:pic>
        <p:nvPicPr>
          <p:cNvPr id="7" name="Picture 6">
            <a:extLst>
              <a:ext uri="{FF2B5EF4-FFF2-40B4-BE49-F238E27FC236}">
                <a16:creationId xmlns:a16="http://schemas.microsoft.com/office/drawing/2014/main" id="{63418D8F-E0BC-BFF8-3B6A-F5E4981120CE}"/>
              </a:ext>
            </a:extLst>
          </p:cNvPr>
          <p:cNvPicPr>
            <a:picLocks noChangeAspect="1"/>
          </p:cNvPicPr>
          <p:nvPr/>
        </p:nvPicPr>
        <p:blipFill>
          <a:blip r:embed="rId3"/>
          <a:stretch>
            <a:fillRect/>
          </a:stretch>
        </p:blipFill>
        <p:spPr>
          <a:xfrm>
            <a:off x="615411" y="1189373"/>
            <a:ext cx="4773541" cy="4693982"/>
          </a:xfrm>
          <a:prstGeom prst="rect">
            <a:avLst/>
          </a:prstGeom>
        </p:spPr>
      </p:pic>
      <p:pic>
        <p:nvPicPr>
          <p:cNvPr id="9" name="Picture 8">
            <a:extLst>
              <a:ext uri="{FF2B5EF4-FFF2-40B4-BE49-F238E27FC236}">
                <a16:creationId xmlns:a16="http://schemas.microsoft.com/office/drawing/2014/main" id="{EE377A10-10E5-D3E2-C85C-BBF03F80D00C}"/>
              </a:ext>
            </a:extLst>
          </p:cNvPr>
          <p:cNvPicPr>
            <a:picLocks noChangeAspect="1"/>
          </p:cNvPicPr>
          <p:nvPr/>
        </p:nvPicPr>
        <p:blipFill>
          <a:blip r:embed="rId2"/>
          <a:srcRect l="59638" r="-1"/>
          <a:stretch>
            <a:fillRect/>
          </a:stretch>
        </p:blipFill>
        <p:spPr>
          <a:xfrm>
            <a:off x="6103674" y="3747696"/>
            <a:ext cx="5450549" cy="2638886"/>
          </a:xfrm>
          <a:prstGeom prst="rect">
            <a:avLst/>
          </a:prstGeom>
        </p:spPr>
      </p:pic>
      <p:pic>
        <p:nvPicPr>
          <p:cNvPr id="10" name="Graphic 9" descr="Laptop outline">
            <a:extLst>
              <a:ext uri="{FF2B5EF4-FFF2-40B4-BE49-F238E27FC236}">
                <a16:creationId xmlns:a16="http://schemas.microsoft.com/office/drawing/2014/main" id="{27984C04-9F9D-C650-C25B-6E5A7CFD395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506027" y="0"/>
            <a:ext cx="578618" cy="578618"/>
          </a:xfrm>
          <a:prstGeom prst="rect">
            <a:avLst/>
          </a:prstGeom>
        </p:spPr>
      </p:pic>
    </p:spTree>
    <p:extLst>
      <p:ext uri="{BB962C8B-B14F-4D97-AF65-F5344CB8AC3E}">
        <p14:creationId xmlns:p14="http://schemas.microsoft.com/office/powerpoint/2010/main" val="2758355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394936-3FED-0AA0-3E5E-C47F99DAA07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sp>
        <p:nvSpPr>
          <p:cNvPr id="4" name="TextBox 3">
            <a:extLst>
              <a:ext uri="{FF2B5EF4-FFF2-40B4-BE49-F238E27FC236}">
                <a16:creationId xmlns:a16="http://schemas.microsoft.com/office/drawing/2014/main" id="{491499D1-5927-062E-682A-357BACC02D00}"/>
              </a:ext>
            </a:extLst>
          </p:cNvPr>
          <p:cNvSpPr txBox="1"/>
          <p:nvPr/>
        </p:nvSpPr>
        <p:spPr>
          <a:xfrm>
            <a:off x="8561545" y="2529391"/>
            <a:ext cx="3516155" cy="1617687"/>
          </a:xfrm>
          <a:prstGeom prst="rect">
            <a:avLst/>
          </a:prstGeom>
          <a:noFill/>
        </p:spPr>
        <p:txBody>
          <a:bodyPr wrap="non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NL" sz="1800" b="1" i="0" u="none" strike="noStrike" kern="1200" cap="none" spc="0" normalizeH="0" baseline="0" noProof="0" dirty="0">
                <a:ln>
                  <a:noFill/>
                </a:ln>
                <a:solidFill>
                  <a:prstClr val="black"/>
                </a:solidFill>
                <a:effectLst/>
                <a:uLnTx/>
                <a:uFillTx/>
                <a:latin typeface="Open Sans"/>
                <a:ea typeface="+mn-ea"/>
                <a:cs typeface="+mn-cs"/>
              </a:rPr>
              <a:t>3-photon microscopy</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CCD</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Viral vector electromicroscopy</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NL" sz="1800" b="0" i="0" u="none" strike="noStrike" kern="1200" cap="none" spc="0" normalizeH="0" baseline="0" noProof="0" dirty="0">
                <a:ln>
                  <a:noFill/>
                </a:ln>
                <a:solidFill>
                  <a:prstClr val="black"/>
                </a:solidFill>
                <a:effectLst/>
                <a:uLnTx/>
                <a:uFillTx/>
                <a:latin typeface="Open Sans"/>
                <a:ea typeface="+mn-ea"/>
                <a:cs typeface="+mn-cs"/>
              </a:rPr>
              <a:t>FELASA course</a:t>
            </a:r>
          </a:p>
        </p:txBody>
      </p:sp>
      <p:pic>
        <p:nvPicPr>
          <p:cNvPr id="24" name="Picture 23">
            <a:extLst>
              <a:ext uri="{FF2B5EF4-FFF2-40B4-BE49-F238E27FC236}">
                <a16:creationId xmlns:a16="http://schemas.microsoft.com/office/drawing/2014/main" id="{AF283781-F818-4F1F-2429-A8FCB6FF76CB}"/>
              </a:ext>
            </a:extLst>
          </p:cNvPr>
          <p:cNvPicPr>
            <a:picLocks noChangeAspect="1"/>
          </p:cNvPicPr>
          <p:nvPr/>
        </p:nvPicPr>
        <p:blipFill>
          <a:blip r:embed="rId2"/>
          <a:stretch>
            <a:fillRect/>
          </a:stretch>
        </p:blipFill>
        <p:spPr>
          <a:xfrm>
            <a:off x="1575248" y="210755"/>
            <a:ext cx="6845542" cy="6071698"/>
          </a:xfrm>
          <a:prstGeom prst="rect">
            <a:avLst/>
          </a:prstGeom>
        </p:spPr>
      </p:pic>
    </p:spTree>
    <p:extLst>
      <p:ext uri="{BB962C8B-B14F-4D97-AF65-F5344CB8AC3E}">
        <p14:creationId xmlns:p14="http://schemas.microsoft.com/office/powerpoint/2010/main" val="2649672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6D629-81ED-F1F7-7D32-067CC9683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7514EC-F133-46EB-043D-0A25CF028393}"/>
              </a:ext>
            </a:extLst>
          </p:cNvPr>
          <p:cNvSpPr>
            <a:spLocks noGrp="1"/>
          </p:cNvSpPr>
          <p:nvPr>
            <p:ph type="title"/>
          </p:nvPr>
        </p:nvSpPr>
        <p:spPr/>
        <p:txBody>
          <a:bodyPr/>
          <a:lstStyle/>
          <a:p>
            <a:r>
              <a:rPr lang="en-NL" sz="3200" dirty="0"/>
              <a:t>Thank you! </a:t>
            </a:r>
            <a:r>
              <a:rPr lang="en-GB" sz="3200" dirty="0"/>
              <a:t>A</a:t>
            </a:r>
            <a:r>
              <a:rPr lang="en-NL" sz="3200"/>
              <a:t>ny questions</a:t>
            </a:r>
            <a:r>
              <a:rPr lang="en-NL" sz="3200" dirty="0"/>
              <a:t>?</a:t>
            </a:r>
            <a:endParaRPr lang="en-NL" dirty="0"/>
          </a:p>
        </p:txBody>
      </p:sp>
      <p:sp>
        <p:nvSpPr>
          <p:cNvPr id="3" name="Slide Number Placeholder 2">
            <a:extLst>
              <a:ext uri="{FF2B5EF4-FFF2-40B4-BE49-F238E27FC236}">
                <a16:creationId xmlns:a16="http://schemas.microsoft.com/office/drawing/2014/main" id="{B4C37121-C69F-65E9-9126-7D532559C8A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spTree>
    <p:extLst>
      <p:ext uri="{BB962C8B-B14F-4D97-AF65-F5344CB8AC3E}">
        <p14:creationId xmlns:p14="http://schemas.microsoft.com/office/powerpoint/2010/main" val="16469801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3E918-0391-E33A-AF01-2AF6D5CFF9B7}"/>
              </a:ext>
            </a:extLst>
          </p:cNvPr>
          <p:cNvSpPr>
            <a:spLocks noGrp="1"/>
          </p:cNvSpPr>
          <p:nvPr>
            <p:ph type="title"/>
          </p:nvPr>
        </p:nvSpPr>
        <p:spPr/>
        <p:txBody>
          <a:bodyPr/>
          <a:lstStyle/>
          <a:p>
            <a:r>
              <a:rPr lang="en-NL" sz="3200" dirty="0"/>
              <a:t>Thank you! </a:t>
            </a:r>
            <a:r>
              <a:rPr lang="en-GB" sz="3200" dirty="0"/>
              <a:t>A</a:t>
            </a:r>
            <a:r>
              <a:rPr lang="en-NL" sz="3200"/>
              <a:t>ny questions</a:t>
            </a:r>
            <a:r>
              <a:rPr lang="en-NL" sz="3200" dirty="0"/>
              <a:t>?</a:t>
            </a:r>
            <a:endParaRPr lang="en-NL" dirty="0"/>
          </a:p>
        </p:txBody>
      </p:sp>
      <p:sp>
        <p:nvSpPr>
          <p:cNvPr id="4" name="TextBox 3">
            <a:extLst>
              <a:ext uri="{FF2B5EF4-FFF2-40B4-BE49-F238E27FC236}">
                <a16:creationId xmlns:a16="http://schemas.microsoft.com/office/drawing/2014/main" id="{742220D6-DC6E-BE82-A270-8058246577BE}"/>
              </a:ext>
            </a:extLst>
          </p:cNvPr>
          <p:cNvSpPr txBox="1"/>
          <p:nvPr/>
        </p:nvSpPr>
        <p:spPr>
          <a:xfrm>
            <a:off x="8080156" y="6388627"/>
            <a:ext cx="609824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200" b="0" i="0" u="none" strike="noStrike" kern="1200" cap="none" spc="0" normalizeH="0" baseline="0" noProof="0" dirty="0">
                <a:ln>
                  <a:noFill/>
                </a:ln>
                <a:solidFill>
                  <a:prstClr val="black"/>
                </a:solidFill>
                <a:effectLst/>
                <a:uLnTx/>
                <a:uFillTx/>
                <a:latin typeface="Open Sans"/>
                <a:ea typeface="+mn-ea"/>
                <a:cs typeface="+mn-cs"/>
              </a:rPr>
              <a:t>https://www.neuroscience.vision/home</a:t>
            </a:r>
          </a:p>
        </p:txBody>
      </p:sp>
      <p:pic>
        <p:nvPicPr>
          <p:cNvPr id="7" name="Picture 6">
            <a:extLst>
              <a:ext uri="{FF2B5EF4-FFF2-40B4-BE49-F238E27FC236}">
                <a16:creationId xmlns:a16="http://schemas.microsoft.com/office/drawing/2014/main" id="{C11E2DDB-09B3-B219-9461-34A3D3875A39}"/>
              </a:ext>
            </a:extLst>
          </p:cNvPr>
          <p:cNvPicPr>
            <a:picLocks noChangeAspect="1"/>
          </p:cNvPicPr>
          <p:nvPr/>
        </p:nvPicPr>
        <p:blipFill>
          <a:blip r:embed="rId3"/>
          <a:srcRect r="52408" b="69188"/>
          <a:stretch>
            <a:fillRect/>
          </a:stretch>
        </p:blipFill>
        <p:spPr>
          <a:xfrm>
            <a:off x="926696" y="1713343"/>
            <a:ext cx="2359731" cy="3134040"/>
          </a:xfrm>
          <a:prstGeom prst="rect">
            <a:avLst/>
          </a:prstGeom>
        </p:spPr>
      </p:pic>
      <p:pic>
        <p:nvPicPr>
          <p:cNvPr id="4098" name="Picture 2" descr="dr. A. Ingrosso (Alessandro)">
            <a:extLst>
              <a:ext uri="{FF2B5EF4-FFF2-40B4-BE49-F238E27FC236}">
                <a16:creationId xmlns:a16="http://schemas.microsoft.com/office/drawing/2014/main" id="{37FA0DD1-989D-01EA-AF7F-247679731E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1667" y="1718607"/>
            <a:ext cx="2353532" cy="313404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8DF217C-73DC-BA7E-BF70-E4196ECA1144}"/>
              </a:ext>
            </a:extLst>
          </p:cNvPr>
          <p:cNvSpPr txBox="1"/>
          <p:nvPr/>
        </p:nvSpPr>
        <p:spPr>
          <a:xfrm>
            <a:off x="3567144" y="4972604"/>
            <a:ext cx="1569988"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Open Sans"/>
                <a:ea typeface="+mn-ea"/>
                <a:cs typeface="+mn-cs"/>
              </a:rPr>
              <a:t>d</a:t>
            </a:r>
            <a:r>
              <a:rPr kumimoji="0" lang="en-NL" sz="1400" b="0" i="0" u="none" strike="noStrike" kern="1200" cap="none" spc="0" normalizeH="0" baseline="0" noProof="0" dirty="0">
                <a:ln>
                  <a:noFill/>
                </a:ln>
                <a:solidFill>
                  <a:prstClr val="black"/>
                </a:solidFill>
                <a:effectLst/>
                <a:uLnTx/>
                <a:uFillTx/>
                <a:latin typeface="Open Sans"/>
                <a:ea typeface="+mn-ea"/>
                <a:cs typeface="+mn-cs"/>
              </a:rPr>
              <a:t>r. Alessandro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400" b="0" i="0" u="none" strike="noStrike" kern="1200" cap="none" spc="0" normalizeH="0" baseline="0" noProof="0" dirty="0">
                <a:ln>
                  <a:noFill/>
                </a:ln>
                <a:solidFill>
                  <a:prstClr val="black"/>
                </a:solidFill>
                <a:effectLst/>
                <a:uLnTx/>
                <a:uFillTx/>
                <a:latin typeface="Open Sans"/>
                <a:ea typeface="+mn-ea"/>
                <a:cs typeface="+mn-cs"/>
              </a:rPr>
              <a:t>Ingrosso</a:t>
            </a:r>
          </a:p>
        </p:txBody>
      </p:sp>
      <p:sp>
        <p:nvSpPr>
          <p:cNvPr id="9" name="TextBox 8">
            <a:extLst>
              <a:ext uri="{FF2B5EF4-FFF2-40B4-BE49-F238E27FC236}">
                <a16:creationId xmlns:a16="http://schemas.microsoft.com/office/drawing/2014/main" id="{848181EE-A1DC-C2A8-3531-794387AC416E}"/>
              </a:ext>
            </a:extLst>
          </p:cNvPr>
          <p:cNvSpPr txBox="1"/>
          <p:nvPr/>
        </p:nvSpPr>
        <p:spPr>
          <a:xfrm>
            <a:off x="1080192" y="4963549"/>
            <a:ext cx="2486952"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Open Sans"/>
                <a:ea typeface="+mn-ea"/>
                <a:cs typeface="+mn-cs"/>
              </a:rPr>
              <a:t>d</a:t>
            </a:r>
            <a:r>
              <a:rPr kumimoji="0" lang="en-NL" sz="1400" b="0" i="0" u="none" strike="noStrike" kern="1200" cap="none" spc="0" normalizeH="0" baseline="0" noProof="0" dirty="0">
                <a:ln>
                  <a:noFill/>
                </a:ln>
                <a:solidFill>
                  <a:prstClr val="black"/>
                </a:solidFill>
                <a:effectLst/>
                <a:uLnTx/>
                <a:uFillTx/>
                <a:latin typeface="Open Sans"/>
                <a:ea typeface="+mn-ea"/>
                <a:cs typeface="+mn-cs"/>
              </a:rPr>
              <a:t>r. Timo van Kerkoerle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400" b="0" i="0" u="none" strike="noStrike" kern="1200" cap="none" spc="0" normalizeH="0" baseline="0" noProof="0" dirty="0">
                <a:ln>
                  <a:noFill/>
                </a:ln>
                <a:solidFill>
                  <a:prstClr val="black"/>
                </a:solidFill>
                <a:effectLst/>
                <a:uLnTx/>
                <a:uFillTx/>
                <a:latin typeface="Open Sans"/>
                <a:ea typeface="+mn-ea"/>
                <a:cs typeface="+mn-cs"/>
              </a:rPr>
              <a:t>Top-down Vision lab</a:t>
            </a:r>
          </a:p>
        </p:txBody>
      </p:sp>
      <p:pic>
        <p:nvPicPr>
          <p:cNvPr id="4100" name="Picture 4" descr="prof. dr. F.P. Battaglia (Francesco)">
            <a:extLst>
              <a:ext uri="{FF2B5EF4-FFF2-40B4-BE49-F238E27FC236}">
                <a16:creationId xmlns:a16="http://schemas.microsoft.com/office/drawing/2014/main" id="{8FA3C475-15F5-5908-A453-956CF0F24E3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238" b="5503"/>
          <a:stretch>
            <a:fillRect/>
          </a:stretch>
        </p:blipFill>
        <p:spPr bwMode="auto">
          <a:xfrm>
            <a:off x="6234160" y="1748825"/>
            <a:ext cx="2456081" cy="306468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3E41709-C624-CB85-0596-05F3A75DA575}"/>
              </a:ext>
            </a:extLst>
          </p:cNvPr>
          <p:cNvSpPr txBox="1"/>
          <p:nvPr/>
        </p:nvSpPr>
        <p:spPr>
          <a:xfrm>
            <a:off x="6234160" y="4936254"/>
            <a:ext cx="2390698" cy="64633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Open Sans"/>
                <a:ea typeface="+mn-ea"/>
                <a:cs typeface="+mn-cs"/>
              </a:rPr>
              <a:t>P</a:t>
            </a:r>
            <a:r>
              <a:rPr kumimoji="0" lang="en-NL" sz="1400" b="0" i="0" u="none" strike="noStrike" kern="1200" cap="none" spc="0" normalizeH="0" baseline="0" noProof="0" dirty="0">
                <a:ln>
                  <a:noFill/>
                </a:ln>
                <a:solidFill>
                  <a:prstClr val="black"/>
                </a:solidFill>
                <a:effectLst/>
                <a:uLnTx/>
                <a:uFillTx/>
                <a:latin typeface="Open Sans"/>
                <a:ea typeface="+mn-ea"/>
                <a:cs typeface="+mn-cs"/>
              </a:rPr>
              <a:t>rof. dr. Francesco Battaglia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400" b="0" i="0" u="none" strike="noStrike" kern="1200" cap="none" spc="0" normalizeH="0" baseline="0" noProof="0" dirty="0">
                <a:ln>
                  <a:noFill/>
                </a:ln>
                <a:solidFill>
                  <a:prstClr val="black"/>
                </a:solidFill>
                <a:effectLst/>
                <a:uLnTx/>
                <a:uFillTx/>
                <a:latin typeface="Open Sans"/>
                <a:ea typeface="+mn-ea"/>
                <a:cs typeface="+mn-cs"/>
              </a:rPr>
              <a:t>Neuronal Networks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Open Sans"/>
                <a:ea typeface="+mn-ea"/>
                <a:cs typeface="+mn-cs"/>
              </a:rPr>
              <a:t>O</a:t>
            </a:r>
            <a:r>
              <a:rPr kumimoji="0" lang="en-NL" sz="1400" b="0" i="0" u="none" strike="noStrike" kern="1200" cap="none" spc="0" normalizeH="0" baseline="0" noProof="0" dirty="0">
                <a:ln>
                  <a:noFill/>
                </a:ln>
                <a:solidFill>
                  <a:prstClr val="black"/>
                </a:solidFill>
                <a:effectLst/>
                <a:uLnTx/>
                <a:uFillTx/>
                <a:latin typeface="Open Sans"/>
                <a:ea typeface="+mn-ea"/>
                <a:cs typeface="+mn-cs"/>
              </a:rPr>
              <a:t>f Memory</a:t>
            </a:r>
          </a:p>
        </p:txBody>
      </p:sp>
      <p:pic>
        <p:nvPicPr>
          <p:cNvPr id="4102" name="Picture 6" descr="prof. dr. F.P. de Lange (Floris)">
            <a:extLst>
              <a:ext uri="{FF2B5EF4-FFF2-40B4-BE49-F238E27FC236}">
                <a16:creationId xmlns:a16="http://schemas.microsoft.com/office/drawing/2014/main" id="{43D95720-CDE2-BFAF-C250-BA6EBFE0A6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36309" y="1748825"/>
            <a:ext cx="2469718" cy="318818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06EDE607-356B-7C60-976E-39BC3EE2C31C}"/>
              </a:ext>
            </a:extLst>
          </p:cNvPr>
          <p:cNvSpPr txBox="1"/>
          <p:nvPr/>
        </p:nvSpPr>
        <p:spPr>
          <a:xfrm>
            <a:off x="9114787" y="5065573"/>
            <a:ext cx="2190030"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Open Sans"/>
                <a:ea typeface="+mn-ea"/>
                <a:cs typeface="+mn-cs"/>
              </a:rPr>
              <a:t>P</a:t>
            </a:r>
            <a:r>
              <a:rPr kumimoji="0" lang="en-NL" sz="1400" b="0" i="0" u="none" strike="noStrike" kern="1200" cap="none" spc="0" normalizeH="0" baseline="0" noProof="0" dirty="0">
                <a:ln>
                  <a:noFill/>
                </a:ln>
                <a:solidFill>
                  <a:prstClr val="black"/>
                </a:solidFill>
                <a:effectLst/>
                <a:uLnTx/>
                <a:uFillTx/>
                <a:latin typeface="Open Sans"/>
                <a:ea typeface="+mn-ea"/>
                <a:cs typeface="+mn-cs"/>
              </a:rPr>
              <a:t>rof. dr Floris de Lange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1400" b="0" i="0" u="none" strike="noStrike" kern="1200" cap="none" spc="0" normalizeH="0" baseline="0" noProof="0" dirty="0">
                <a:ln>
                  <a:noFill/>
                </a:ln>
                <a:solidFill>
                  <a:prstClr val="black"/>
                </a:solidFill>
                <a:effectLst/>
                <a:uLnTx/>
                <a:uFillTx/>
                <a:latin typeface="Open Sans"/>
                <a:ea typeface="+mn-ea"/>
                <a:cs typeface="+mn-cs"/>
              </a:rPr>
              <a:t>Predictive Brain lab</a:t>
            </a:r>
          </a:p>
        </p:txBody>
      </p:sp>
      <p:sp>
        <p:nvSpPr>
          <p:cNvPr id="3" name="Slide Number Placeholder 2">
            <a:extLst>
              <a:ext uri="{FF2B5EF4-FFF2-40B4-BE49-F238E27FC236}">
                <a16:creationId xmlns:a16="http://schemas.microsoft.com/office/drawing/2014/main" id="{FA6796F4-5C63-2A73-DB80-46543CE225CB}"/>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1">
                <a:ln>
                  <a:noFill/>
                </a:ln>
                <a:solidFill>
                  <a:prstClr val="black"/>
                </a:solidFill>
                <a:effectLst/>
                <a:uLnTx/>
                <a:uFillTx/>
                <a:latin typeface="Open Sans"/>
                <a:ea typeface="+mn-ea"/>
                <a:cs typeface="+mn-cs"/>
              </a:rPr>
              <a:t>| </a:t>
            </a:r>
            <a:fld id="{1336C48C-F87C-4E4B-81EF-5027B17D1F61}" type="slidenum">
              <a:rPr kumimoji="0" lang="en-GB" sz="1000" b="0" i="0" u="none" strike="noStrike" kern="1200" cap="none" spc="0" normalizeH="0" baseline="0" noProof="1"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GB" sz="1000" b="0" i="0" u="none" strike="noStrike" kern="1200" cap="none" spc="0" normalizeH="0" baseline="0" noProof="1">
              <a:ln>
                <a:noFill/>
              </a:ln>
              <a:solidFill>
                <a:prstClr val="black"/>
              </a:solidFill>
              <a:effectLst/>
              <a:uLnTx/>
              <a:uFillTx/>
              <a:latin typeface="Open Sans"/>
              <a:ea typeface="+mn-ea"/>
              <a:cs typeface="+mn-cs"/>
            </a:endParaRPr>
          </a:p>
        </p:txBody>
      </p:sp>
    </p:spTree>
    <p:extLst>
      <p:ext uri="{BB962C8B-B14F-4D97-AF65-F5344CB8AC3E}">
        <p14:creationId xmlns:p14="http://schemas.microsoft.com/office/powerpoint/2010/main" val="301811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C96FE-F957-FF67-C96B-8DDC487748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850D8-6989-B895-074D-CC28B0427D2E}"/>
              </a:ext>
            </a:extLst>
          </p:cNvPr>
          <p:cNvSpPr>
            <a:spLocks noGrp="1"/>
          </p:cNvSpPr>
          <p:nvPr>
            <p:ph type="title"/>
          </p:nvPr>
        </p:nvSpPr>
        <p:spPr/>
        <p:txBody>
          <a:bodyPr/>
          <a:lstStyle/>
          <a:p>
            <a:r>
              <a:rPr lang="en-NL" dirty="0"/>
              <a:t>Literature</a:t>
            </a:r>
          </a:p>
        </p:txBody>
      </p:sp>
      <p:sp>
        <p:nvSpPr>
          <p:cNvPr id="3" name="TextBox 2">
            <a:extLst>
              <a:ext uri="{FF2B5EF4-FFF2-40B4-BE49-F238E27FC236}">
                <a16:creationId xmlns:a16="http://schemas.microsoft.com/office/drawing/2014/main" id="{930D3924-D3A4-059C-7F21-F045BC2A685D}"/>
              </a:ext>
            </a:extLst>
          </p:cNvPr>
          <p:cNvSpPr txBox="1"/>
          <p:nvPr/>
        </p:nvSpPr>
        <p:spPr>
          <a:xfrm>
            <a:off x="864817" y="1189373"/>
            <a:ext cx="10659585" cy="443198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Open Sans"/>
                <a:ea typeface="+mn-ea"/>
                <a:cs typeface="+mn-cs"/>
              </a:rPr>
              <a:t>Tuan Nguyen, Kenneth D Miller, Agostina </a:t>
            </a:r>
            <a:r>
              <a:rPr kumimoji="0" lang="en-GB" sz="1600" b="0" i="0" u="none" strike="noStrike" kern="1200" cap="none" spc="0" normalizeH="0" baseline="0" noProof="0" dirty="0" err="1">
                <a:ln>
                  <a:noFill/>
                </a:ln>
                <a:solidFill>
                  <a:prstClr val="black"/>
                </a:solidFill>
                <a:effectLst/>
                <a:uLnTx/>
                <a:uFillTx/>
                <a:latin typeface="Open Sans"/>
                <a:ea typeface="+mn-ea"/>
                <a:cs typeface="+mn-cs"/>
              </a:rPr>
              <a:t>Palmigiano</a:t>
            </a:r>
            <a:r>
              <a:rPr kumimoji="0" lang="en-GB" sz="1600" b="0" i="0" u="none" strike="noStrike" kern="1200" cap="none" spc="0" normalizeH="0" baseline="0" noProof="0" dirty="0">
                <a:ln>
                  <a:noFill/>
                </a:ln>
                <a:solidFill>
                  <a:prstClr val="black"/>
                </a:solidFill>
                <a:effectLst/>
                <a:uLnTx/>
                <a:uFillTx/>
                <a:latin typeface="Open Sans"/>
                <a:ea typeface="+mn-ea"/>
                <a:cs typeface="+mn-cs"/>
              </a:rPr>
              <a:t> (Interaction untuned modulatory and tuned sensory)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Open Sans"/>
                <a:ea typeface="+mn-ea"/>
                <a:cs typeface="+mn-cs"/>
              </a:rPr>
              <a:t>Ho Yin Chau, Kenneth D Miller, Agostina </a:t>
            </a:r>
            <a:r>
              <a:rPr kumimoji="0" lang="en-GB" sz="1600" b="0" i="0" u="none" strike="noStrike" kern="1200" cap="none" spc="0" normalizeH="0" baseline="0" noProof="0" dirty="0" err="1">
                <a:ln>
                  <a:noFill/>
                </a:ln>
                <a:solidFill>
                  <a:prstClr val="black"/>
                </a:solidFill>
                <a:effectLst/>
                <a:uLnTx/>
                <a:uFillTx/>
                <a:latin typeface="Open Sans"/>
                <a:ea typeface="+mn-ea"/>
                <a:cs typeface="+mn-cs"/>
              </a:rPr>
              <a:t>Palmigiano</a:t>
            </a:r>
            <a:r>
              <a:rPr kumimoji="0" lang="en-GB" sz="1600" b="0" i="0" u="none" strike="noStrike" kern="1200" cap="none" spc="0" normalizeH="0" baseline="0" noProof="0" dirty="0">
                <a:ln>
                  <a:noFill/>
                </a:ln>
                <a:solidFill>
                  <a:prstClr val="black"/>
                </a:solidFill>
                <a:effectLst/>
                <a:uLnTx/>
                <a:uFillTx/>
                <a:latin typeface="Open Sans"/>
                <a:ea typeface="+mn-ea"/>
                <a:cs typeface="+mn-cs"/>
              </a:rPr>
              <a:t> (Linear perturbation theory)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Open Sans"/>
                <a:ea typeface="+mn-ea"/>
                <a:cs typeface="+mn-cs"/>
              </a:rPr>
              <a:t>Chemnitz dynamical system analysis of neural networks 2025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err="1">
                <a:ln>
                  <a:noFill/>
                </a:ln>
                <a:solidFill>
                  <a:prstClr val="black"/>
                </a:solidFill>
                <a:effectLst/>
                <a:uLnTx/>
                <a:uFillTx/>
                <a:latin typeface="Open Sans"/>
                <a:ea typeface="+mn-ea"/>
                <a:cs typeface="+mn-cs"/>
              </a:rPr>
              <a:t>Minggui</a:t>
            </a:r>
            <a:r>
              <a:rPr kumimoji="0" lang="en-GB" sz="1600" b="0" i="0" u="none" strike="noStrike" kern="1200" cap="none" spc="0" normalizeH="0" baseline="0" noProof="0" dirty="0">
                <a:ln>
                  <a:noFill/>
                </a:ln>
                <a:solidFill>
                  <a:prstClr val="black"/>
                </a:solidFill>
                <a:effectLst/>
                <a:uLnTx/>
                <a:uFillTx/>
                <a:latin typeface="Open Sans"/>
                <a:ea typeface="+mn-ea"/>
                <a:cs typeface="+mn-cs"/>
              </a:rPr>
              <a:t> yin Gilbert, Wu 2014 (Incremental integration of global contours)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Open Sans"/>
                <a:ea typeface="+mn-ea"/>
                <a:cs typeface="+mn-cs"/>
              </a:rPr>
              <a:t>Garcia del Molino, Xiao-Jing Wang, Jorge Mejias (Paradoxical responses reversal of top-down modulation)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Open Sans"/>
                <a:ea typeface="+mn-ea"/>
                <a:cs typeface="+mn-cs"/>
              </a:rPr>
              <a:t>Miller, </a:t>
            </a:r>
            <a:r>
              <a:rPr kumimoji="0" lang="en-GB" sz="1600" b="0" i="0" u="none" strike="noStrike" kern="1200" cap="none" spc="0" normalizeH="0" baseline="0" noProof="0" dirty="0" err="1">
                <a:ln>
                  <a:noFill/>
                </a:ln>
                <a:solidFill>
                  <a:prstClr val="black"/>
                </a:solidFill>
                <a:effectLst/>
                <a:uLnTx/>
                <a:uFillTx/>
                <a:latin typeface="Open Sans"/>
                <a:ea typeface="+mn-ea"/>
                <a:cs typeface="+mn-cs"/>
              </a:rPr>
              <a:t>Palmigiano</a:t>
            </a:r>
            <a:r>
              <a:rPr kumimoji="0" lang="en-GB" sz="1600" b="0" i="0" u="none" strike="noStrike" kern="1200" cap="none" spc="0" normalizeH="0" baseline="0" noProof="0" dirty="0">
                <a:ln>
                  <a:noFill/>
                </a:ln>
                <a:solidFill>
                  <a:prstClr val="black"/>
                </a:solidFill>
                <a:effectLst/>
                <a:uLnTx/>
                <a:uFillTx/>
                <a:latin typeface="Open Sans"/>
                <a:ea typeface="+mn-ea"/>
                <a:cs typeface="+mn-cs"/>
              </a:rPr>
              <a:t>, Generalised paradoxical effects in E/I networks 2020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Open Sans"/>
                <a:ea typeface="+mn-ea"/>
                <a:cs typeface="+mn-cs"/>
              </a:rPr>
              <a:t>Heeger Recurrent circuit implements normalization 2020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Open Sans"/>
                <a:ea typeface="+mn-ea"/>
                <a:cs typeface="+mn-cs"/>
              </a:rPr>
              <a:t>Laura Naumann, </a:t>
            </a:r>
            <a:r>
              <a:rPr kumimoji="0" lang="en-GB" sz="1600" b="0" i="0" u="none" strike="noStrike" kern="1200" cap="none" spc="0" normalizeH="0" baseline="0" noProof="0" dirty="0" err="1">
                <a:ln>
                  <a:noFill/>
                </a:ln>
                <a:solidFill>
                  <a:prstClr val="black"/>
                </a:solidFill>
                <a:effectLst/>
                <a:uLnTx/>
                <a:uFillTx/>
                <a:latin typeface="Open Sans"/>
                <a:ea typeface="+mn-ea"/>
                <a:cs typeface="+mn-cs"/>
              </a:rPr>
              <a:t>Keijser</a:t>
            </a:r>
            <a:r>
              <a:rPr kumimoji="0" lang="en-GB" sz="1600" b="0" i="0" u="none" strike="noStrike" kern="1200" cap="none" spc="0" normalizeH="0" baseline="0" noProof="0" dirty="0">
                <a:ln>
                  <a:noFill/>
                </a:ln>
                <a:solidFill>
                  <a:prstClr val="black"/>
                </a:solidFill>
                <a:effectLst/>
                <a:uLnTx/>
                <a:uFillTx/>
                <a:latin typeface="Open Sans"/>
                <a:ea typeface="+mn-ea"/>
                <a:cs typeface="+mn-cs"/>
              </a:rPr>
              <a:t>, </a:t>
            </a:r>
            <a:r>
              <a:rPr kumimoji="0" lang="en-GB" sz="1600" b="0" i="0" u="none" strike="noStrike" kern="1200" cap="none" spc="0" normalizeH="0" baseline="0" noProof="0" dirty="0" err="1">
                <a:ln>
                  <a:noFill/>
                </a:ln>
                <a:solidFill>
                  <a:prstClr val="black"/>
                </a:solidFill>
                <a:effectLst/>
                <a:uLnTx/>
                <a:uFillTx/>
                <a:latin typeface="Open Sans"/>
                <a:ea typeface="+mn-ea"/>
                <a:cs typeface="+mn-cs"/>
              </a:rPr>
              <a:t>Sprekeler</a:t>
            </a:r>
            <a:r>
              <a:rPr kumimoji="0" lang="en-GB" sz="1600" b="0" i="0" u="none" strike="noStrike" kern="1200" cap="none" spc="0" normalizeH="0" baseline="0" noProof="0" dirty="0">
                <a:ln>
                  <a:noFill/>
                </a:ln>
                <a:solidFill>
                  <a:prstClr val="black"/>
                </a:solidFill>
                <a:effectLst/>
                <a:uLnTx/>
                <a:uFillTx/>
                <a:latin typeface="Open Sans"/>
                <a:ea typeface="+mn-ea"/>
                <a:cs typeface="+mn-cs"/>
              </a:rPr>
              <a:t> (Invariant neural subspaces </a:t>
            </a:r>
            <a:r>
              <a:rPr kumimoji="0" lang="en-GB" sz="1600" b="0" i="0" u="none" strike="noStrike" kern="1200" cap="none" spc="0" normalizeH="0" baseline="0" noProof="0" dirty="0" err="1">
                <a:ln>
                  <a:noFill/>
                </a:ln>
                <a:solidFill>
                  <a:prstClr val="black"/>
                </a:solidFill>
                <a:effectLst/>
                <a:uLnTx/>
                <a:uFillTx/>
                <a:latin typeface="Open Sans"/>
                <a:ea typeface="+mn-ea"/>
                <a:cs typeface="+mn-cs"/>
              </a:rPr>
              <a:t>maintend</a:t>
            </a:r>
            <a:r>
              <a:rPr kumimoji="0" lang="en-GB" sz="1600" b="0" i="0" u="none" strike="noStrike" kern="1200" cap="none" spc="0" normalizeH="0" baseline="0" noProof="0" dirty="0">
                <a:ln>
                  <a:noFill/>
                </a:ln>
                <a:solidFill>
                  <a:prstClr val="black"/>
                </a:solidFill>
                <a:effectLst/>
                <a:uLnTx/>
                <a:uFillTx/>
                <a:latin typeface="Open Sans"/>
                <a:ea typeface="+mn-ea"/>
                <a:cs typeface="+mn-cs"/>
              </a:rPr>
              <a:t> by feedback; slow/fast)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Open Sans"/>
                <a:ea typeface="+mn-ea"/>
                <a:cs typeface="+mn-cs"/>
              </a:rPr>
              <a:t>Burg, Cadena, Tolias, Ecker 2021 (Learning Divisive normalization)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Open Sans"/>
                <a:ea typeface="+mn-ea"/>
                <a:cs typeface="+mn-cs"/>
              </a:rPr>
              <a:t>Keller et al. 2020 Disinhibitory system for contextual modulation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Open Sans"/>
                <a:ea typeface="+mn-ea"/>
                <a:cs typeface="+mn-cs"/>
              </a:rPr>
              <a:t>Flexible gating neural subspaces Liu, Xiao-Jing Wang 2024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Open Sans"/>
                <a:ea typeface="+mn-ea"/>
                <a:cs typeface="+mn-cs"/>
              </a:rPr>
              <a:t>Strong recurrent networks compute the orientation tuning of surround modulation V1, </a:t>
            </a:r>
            <a:r>
              <a:rPr kumimoji="0" lang="en-GB" sz="1600" b="0" i="0" u="none" strike="noStrike" kern="1200" cap="none" spc="0" normalizeH="0" baseline="0" noProof="0" dirty="0" err="1">
                <a:ln>
                  <a:noFill/>
                </a:ln>
                <a:solidFill>
                  <a:prstClr val="black"/>
                </a:solidFill>
                <a:effectLst/>
                <a:uLnTx/>
                <a:uFillTx/>
                <a:latin typeface="Open Sans"/>
                <a:ea typeface="+mn-ea"/>
                <a:cs typeface="+mn-cs"/>
              </a:rPr>
              <a:t>Shusruth</a:t>
            </a:r>
            <a:r>
              <a:rPr kumimoji="0" lang="en-GB" sz="1600" b="0" i="0" u="none" strike="noStrike" kern="1200" cap="none" spc="0" normalizeH="0" baseline="0" noProof="0" dirty="0">
                <a:ln>
                  <a:noFill/>
                </a:ln>
                <a:solidFill>
                  <a:prstClr val="black"/>
                </a:solidFill>
                <a:effectLst/>
                <a:uLnTx/>
                <a:uFillTx/>
                <a:latin typeface="Open Sans"/>
                <a:ea typeface="+mn-ea"/>
                <a:cs typeface="+mn-cs"/>
              </a:rPr>
              <a:t> Angelucci 2012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black"/>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black"/>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black"/>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black"/>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black"/>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L" sz="1600" b="0" i="0" u="none" strike="noStrike" kern="1200" cap="none" spc="0" normalizeH="0" baseline="0" noProof="0" dirty="0" err="1">
              <a:ln>
                <a:noFill/>
              </a:ln>
              <a:solidFill>
                <a:prstClr val="black"/>
              </a:solidFill>
              <a:effectLst/>
              <a:uLnTx/>
              <a:uFillTx/>
              <a:latin typeface="Open Sans"/>
              <a:ea typeface="+mn-ea"/>
              <a:cs typeface="+mn-cs"/>
            </a:endParaRPr>
          </a:p>
        </p:txBody>
      </p:sp>
    </p:spTree>
    <p:extLst>
      <p:ext uri="{BB962C8B-B14F-4D97-AF65-F5344CB8AC3E}">
        <p14:creationId xmlns:p14="http://schemas.microsoft.com/office/powerpoint/2010/main" val="23505923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754D6-1B76-8655-5D66-390143A08593}"/>
              </a:ext>
            </a:extLst>
          </p:cNvPr>
          <p:cNvSpPr>
            <a:spLocks noGrp="1"/>
          </p:cNvSpPr>
          <p:nvPr>
            <p:ph type="title"/>
          </p:nvPr>
        </p:nvSpPr>
        <p:spPr/>
        <p:txBody>
          <a:bodyPr/>
          <a:lstStyle/>
          <a:p>
            <a:r>
              <a:rPr lang="en-NL" dirty="0"/>
              <a:t>Schedule</a:t>
            </a:r>
          </a:p>
        </p:txBody>
      </p:sp>
      <p:sp>
        <p:nvSpPr>
          <p:cNvPr id="3" name="Slide Number Placeholder 2">
            <a:extLst>
              <a:ext uri="{FF2B5EF4-FFF2-40B4-BE49-F238E27FC236}">
                <a16:creationId xmlns:a16="http://schemas.microsoft.com/office/drawing/2014/main" id="{F397FAF4-9A6C-73F2-8844-391F7EB1B0FD}"/>
              </a:ext>
            </a:extLst>
          </p:cNvPr>
          <p:cNvSpPr>
            <a:spLocks noGrp="1"/>
          </p:cNvSpPr>
          <p:nvPr>
            <p:ph type="sldNum" sz="quarter" idx="12"/>
          </p:nvPr>
        </p:nvSpPr>
        <p:spPr/>
        <p:txBody>
          <a:bodyPr/>
          <a:lstStyle/>
          <a:p>
            <a:r>
              <a:rPr lang="en-GB" noProof="1"/>
              <a:t>| </a:t>
            </a:r>
            <a:fld id="{1336C48C-F87C-4E4B-81EF-5027B17D1F61}" type="slidenum">
              <a:rPr lang="en-GB" noProof="1" smtClean="0"/>
              <a:pPr/>
              <a:t>29</a:t>
            </a:fld>
            <a:endParaRPr lang="en-GB" noProof="1"/>
          </a:p>
        </p:txBody>
      </p:sp>
      <p:sp>
        <p:nvSpPr>
          <p:cNvPr id="5" name="TextBox 4">
            <a:extLst>
              <a:ext uri="{FF2B5EF4-FFF2-40B4-BE49-F238E27FC236}">
                <a16:creationId xmlns:a16="http://schemas.microsoft.com/office/drawing/2014/main" id="{8C94F610-864B-EF4B-482B-9C6C6A70492F}"/>
              </a:ext>
            </a:extLst>
          </p:cNvPr>
          <p:cNvSpPr txBox="1"/>
          <p:nvPr/>
        </p:nvSpPr>
        <p:spPr>
          <a:xfrm>
            <a:off x="2549237" y="1305341"/>
            <a:ext cx="6096000" cy="4524315"/>
          </a:xfrm>
          <a:prstGeom prst="rect">
            <a:avLst/>
          </a:prstGeom>
          <a:noFill/>
        </p:spPr>
        <p:txBody>
          <a:bodyPr wrap="square">
            <a:spAutoFit/>
          </a:bodyPr>
          <a:lstStyle/>
          <a:p>
            <a:pPr marL="285750" indent="-285750">
              <a:buFont typeface="Arial" panose="020B0604020202020204" pitchFamily="34" charset="0"/>
              <a:buChar char="•"/>
            </a:pPr>
            <a:r>
              <a:rPr lang="en-GB" dirty="0"/>
              <a:t>Introduction</a:t>
            </a:r>
          </a:p>
          <a:p>
            <a:endParaRPr lang="en-GB" dirty="0"/>
          </a:p>
          <a:p>
            <a:pPr marL="285750" indent="-285750">
              <a:buFont typeface="Arial" panose="020B0604020202020204" pitchFamily="34" charset="0"/>
              <a:buChar char="•"/>
            </a:pPr>
            <a:r>
              <a:rPr lang="en-GB" dirty="0"/>
              <a:t>Literature</a:t>
            </a:r>
          </a:p>
          <a:p>
            <a:pPr lvl="1">
              <a:buFont typeface="Arial" panose="020B0604020202020204" pitchFamily="34" charset="0"/>
              <a:buChar char="•"/>
            </a:pPr>
            <a:r>
              <a:rPr lang="en-GB" dirty="0"/>
              <a:t> Keller et al. 2020</a:t>
            </a:r>
          </a:p>
          <a:p>
            <a:pPr lvl="1">
              <a:buFont typeface="Arial" panose="020B0604020202020204" pitchFamily="34" charset="0"/>
              <a:buChar char="•"/>
            </a:pPr>
            <a:r>
              <a:rPr lang="en-GB" dirty="0"/>
              <a:t> Mossing et al. 2021</a:t>
            </a:r>
          </a:p>
          <a:p>
            <a:pPr lvl="1">
              <a:buFont typeface="Arial" panose="020B0604020202020204" pitchFamily="34" charset="0"/>
              <a:buChar char="•"/>
            </a:pPr>
            <a:r>
              <a:rPr lang="en-GB" dirty="0"/>
              <a:t> Reynolds 2009, 2025</a:t>
            </a:r>
          </a:p>
          <a:p>
            <a:pPr lvl="1"/>
            <a:endParaRPr lang="en-GB" dirty="0"/>
          </a:p>
          <a:p>
            <a:pPr marL="285750" indent="-285750">
              <a:buFont typeface="Arial" panose="020B0604020202020204" pitchFamily="34" charset="0"/>
              <a:buChar char="•"/>
            </a:pPr>
            <a:r>
              <a:rPr lang="en-GB" dirty="0"/>
              <a:t>Psychophysics (Experiment + data fitting analysis):</a:t>
            </a:r>
          </a:p>
          <a:p>
            <a:pPr marL="742950" lvl="1" indent="-285750">
              <a:buFont typeface="Arial" panose="020B0604020202020204" pitchFamily="34" charset="0"/>
              <a:buChar char="•"/>
            </a:pPr>
            <a:r>
              <a:rPr lang="en-GB" dirty="0"/>
              <a:t>Passive vision</a:t>
            </a:r>
          </a:p>
          <a:p>
            <a:pPr marL="742950" lvl="1" indent="-285750">
              <a:buFont typeface="Arial" panose="020B0604020202020204" pitchFamily="34" charset="0"/>
              <a:buChar char="•"/>
            </a:pPr>
            <a:r>
              <a:rPr lang="en-GB" dirty="0"/>
              <a:t>Active vision </a:t>
            </a:r>
          </a:p>
          <a:p>
            <a:pPr lvl="1"/>
            <a:endParaRPr lang="en-GB" dirty="0"/>
          </a:p>
          <a:p>
            <a:pPr marL="285750" indent="-285750">
              <a:buFont typeface="Arial" panose="020B0604020202020204" pitchFamily="34" charset="0"/>
              <a:buChar char="•"/>
            </a:pPr>
            <a:r>
              <a:rPr lang="en-GB" dirty="0"/>
              <a:t>Intro to computational neuroscience </a:t>
            </a:r>
          </a:p>
          <a:p>
            <a:pPr marL="742950" lvl="1" indent="-285750">
              <a:buFont typeface="Arial" panose="020B0604020202020204" pitchFamily="34" charset="0"/>
              <a:buChar char="•"/>
            </a:pPr>
            <a:r>
              <a:rPr lang="en-GB" dirty="0"/>
              <a:t>The perceptron (Linear algebra)</a:t>
            </a:r>
          </a:p>
          <a:p>
            <a:pPr marL="742950" lvl="1" indent="-285750">
              <a:buFont typeface="Arial" panose="020B0604020202020204" pitchFamily="34" charset="0"/>
              <a:buChar char="•"/>
            </a:pPr>
            <a:r>
              <a:rPr lang="en-GB" dirty="0"/>
              <a:t>Normalization model of attention (If interested)</a:t>
            </a:r>
          </a:p>
          <a:p>
            <a:pPr marL="742950" lvl="1" indent="-285750">
              <a:buFont typeface="Arial" panose="020B0604020202020204" pitchFamily="34" charset="0"/>
              <a:buChar char="•"/>
            </a:pPr>
            <a:r>
              <a:rPr lang="en-GB" dirty="0"/>
              <a:t>Cell-specific coupled differential equations and stability</a:t>
            </a:r>
          </a:p>
        </p:txBody>
      </p:sp>
    </p:spTree>
    <p:extLst>
      <p:ext uri="{BB962C8B-B14F-4D97-AF65-F5344CB8AC3E}">
        <p14:creationId xmlns:p14="http://schemas.microsoft.com/office/powerpoint/2010/main" val="1213211970"/>
      </p:ext>
    </p:extLst>
  </p:cSld>
  <p:clrMapOvr>
    <a:masterClrMapping/>
  </p:clrMapOvr>
</p:sld>
</file>

<file path=ppt/theme/theme1.xml><?xml version="1.0" encoding="utf-8"?>
<a:theme xmlns:a="http://schemas.openxmlformats.org/drawingml/2006/main" name="Corporate identity">
  <a:themeElements>
    <a:clrScheme name="Kleuren Radboud University PP">
      <a:dk1>
        <a:sysClr val="windowText" lastClr="000000"/>
      </a:dk1>
      <a:lt1>
        <a:sysClr val="window" lastClr="FFFFFF"/>
      </a:lt1>
      <a:dk2>
        <a:srgbClr val="000000"/>
      </a:dk2>
      <a:lt2>
        <a:srgbClr val="FFFFFF"/>
      </a:lt2>
      <a:accent1>
        <a:srgbClr val="E3000B"/>
      </a:accent1>
      <a:accent2>
        <a:srgbClr val="BE311A"/>
      </a:accent2>
      <a:accent3>
        <a:srgbClr val="730E04"/>
      </a:accent3>
      <a:accent4>
        <a:srgbClr val="FF424B"/>
      </a:accent4>
      <a:accent5>
        <a:srgbClr val="8F2011"/>
      </a:accent5>
      <a:accent6>
        <a:srgbClr val="4A0004"/>
      </a:accent6>
      <a:hlink>
        <a:srgbClr val="000000"/>
      </a:hlink>
      <a:folHlink>
        <a:srgbClr val="000000"/>
      </a:folHlink>
    </a:clrScheme>
    <a:fontScheme name="Lettertypen Radboud University PP">
      <a:majorFont>
        <a:latin typeface="Open Sans ExtraBold"/>
        <a:ea typeface=""/>
        <a:cs typeface=""/>
      </a:majorFont>
      <a:minorFont>
        <a:latin typeface="Open Sans"/>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defRPr sz="1800" dirty="0" err="1" smtClean="0"/>
        </a:defPPr>
      </a:lstStyle>
    </a:txDef>
  </a:objectDefaults>
  <a:extraClrSchemeLst/>
  <a:custClrLst>
    <a:custClr name="Poppy">
      <a:srgbClr val="FF424B"/>
    </a:custClr>
    <a:custClr name="Poppy tekst 1">
      <a:srgbClr val="EE1C25"/>
    </a:custClr>
    <a:custClr name="Poppy tekst 2">
      <a:srgbClr val="730E04"/>
    </a:custClr>
    <a:custClr>
      <a:srgbClr val="FFFFFF"/>
    </a:custClr>
    <a:custClr name="Red Impact">
      <a:srgbClr val="E3000B"/>
    </a:custClr>
    <a:custClr name="Red Impact tekst 1">
      <a:srgbClr val="8C201B"/>
    </a:custClr>
    <a:custClr name="Red Impact tekst 2">
      <a:srgbClr val="41000E"/>
    </a:custClr>
    <a:custClr>
      <a:srgbClr val="FFFFFF"/>
    </a:custClr>
    <a:custClr>
      <a:srgbClr val="FFFFFF"/>
    </a:custClr>
    <a:custClr>
      <a:srgbClr val="FFFFFF"/>
    </a:custClr>
    <a:custClr name="Lady bug">
      <a:srgbClr val="BE311A"/>
    </a:custClr>
    <a:custClr name="Lady bug tekst 1">
      <a:srgbClr val="F15A5C"/>
    </a:custClr>
    <a:custClr name="Lady bug tekst 2">
      <a:srgbClr val="8C201B"/>
    </a:custClr>
    <a:custClr>
      <a:srgbClr val="FFFFFF"/>
    </a:custClr>
    <a:custClr name="Berry">
      <a:srgbClr val="8F2011"/>
    </a:custClr>
    <a:custClr name="Berry tekst 1">
      <a:srgbClr val="F15A5C"/>
    </a:custClr>
    <a:custClr name="Berry tekst 2">
      <a:srgbClr val="EE1C25"/>
    </a:custClr>
    <a:custClr>
      <a:srgbClr val="FFFFFF"/>
    </a:custClr>
    <a:custClr>
      <a:srgbClr val="FFFFFF"/>
    </a:custClr>
    <a:custClr>
      <a:srgbClr val="FFFFFF"/>
    </a:custClr>
    <a:custClr name="Maroon">
      <a:srgbClr val="730E04"/>
    </a:custClr>
    <a:custClr name="Maroon tekst 1">
      <a:srgbClr val="F15A5C"/>
    </a:custClr>
    <a:custClr name="Maroon tekst 2">
      <a:srgbClr val="EE1C25"/>
    </a:custClr>
    <a:custClr>
      <a:srgbClr val="FFFFFF"/>
    </a:custClr>
    <a:custClr name="Mahogany">
      <a:srgbClr val="4A0004"/>
    </a:custClr>
    <a:custClr name="Mahogany tekst 1">
      <a:srgbClr val="F15A5C"/>
    </a:custClr>
    <a:custClr name="Mahogany tekst 2">
      <a:srgbClr val="EE1C25"/>
    </a:custClr>
    <a:custClr>
      <a:srgbClr val="FFFFFF"/>
    </a:custClr>
    <a:custClr>
      <a:srgbClr val="FFFFFF"/>
    </a:custClr>
    <a:custClr>
      <a:srgbClr val="FFFFFF"/>
    </a:custClr>
    <a:custClr name="Gray (Charts and table only)">
      <a:srgbClr val="797777"/>
    </a:custClr>
    <a:custClr name="Orange (Charts and table only)">
      <a:srgbClr val="D05208"/>
    </a:custClr>
    <a:custClr name="Blue (Charts and table only)">
      <a:srgbClr val="008ACB"/>
    </a:custClr>
    <a:custClr name="Petrol (Charts and table only)">
      <a:srgbClr val="008F89"/>
    </a:custClr>
    <a:custClr name="Green (Charts and table only)">
      <a:srgbClr val="4AA943"/>
    </a:custClr>
    <a:custClr name="Yellow (Charts and table only)">
      <a:srgbClr val="CCAF00"/>
    </a:custClr>
  </a:custClrLst>
  <a:extLst>
    <a:ext uri="{05A4C25C-085E-4340-85A3-A5531E510DB2}">
      <thm15:themeFamily xmlns:thm15="http://schemas.microsoft.com/office/thememl/2012/main" name="Presentation Radboud University.potx" id="{2214C47D-CDFA-40EA-B17B-F3DF3FE80E08}" vid="{5DBF791C-4672-440D-ADE9-3481520972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juid xmlns="http://www.joulesunlimited.com/juid"/>
</file>

<file path=customXml/item2.xml><?xml version="1.0" encoding="utf-8"?>
<juid xmlns="http://www.joulesunlimited.com/juid"/>
</file>

<file path=customXml/itemProps1.xml><?xml version="1.0" encoding="utf-8"?>
<ds:datastoreItem xmlns:ds="http://schemas.openxmlformats.org/officeDocument/2006/customXml" ds:itemID="{02B10460-7494-489E-93B8-4D49CE66F7B2}">
  <ds:schemaRefs>
    <ds:schemaRef ds:uri="http://www.joulesunlimited.com/juid"/>
  </ds:schemaRefs>
</ds:datastoreItem>
</file>

<file path=customXml/itemProps2.xml><?xml version="1.0" encoding="utf-8"?>
<ds:datastoreItem xmlns:ds="http://schemas.openxmlformats.org/officeDocument/2006/customXml" ds:itemID="{5E8D386F-DA8E-4635-ADD4-4E52F91BAA66}">
  <ds:schemaRefs>
    <ds:schemaRef ds:uri="http://www.joulesunlimited.com/juid"/>
  </ds:schemaRefs>
</ds:datastoreItem>
</file>

<file path=docProps/app.xml><?xml version="1.0" encoding="utf-8"?>
<Properties xmlns="http://schemas.openxmlformats.org/officeDocument/2006/extended-properties" xmlns:vt="http://schemas.openxmlformats.org/officeDocument/2006/docPropsVTypes">
  <TotalTime>14</TotalTime>
  <Words>3407</Words>
  <Application>Microsoft Macintosh PowerPoint</Application>
  <PresentationFormat>Widescreen</PresentationFormat>
  <Paragraphs>509</Paragraphs>
  <Slides>29</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Aptos</vt:lpstr>
      <vt:lpstr>Arial</vt:lpstr>
      <vt:lpstr>Arial MT</vt:lpstr>
      <vt:lpstr>Open Sans</vt:lpstr>
      <vt:lpstr>Open Sans ExtraBold</vt:lpstr>
      <vt:lpstr>Open Sans Light</vt:lpstr>
      <vt:lpstr>Open Sans SemiBold</vt:lpstr>
      <vt:lpstr>Corporate identity</vt:lpstr>
      <vt:lpstr>PowerPoint Presentation</vt:lpstr>
      <vt:lpstr>PowerPoint Presentation</vt:lpstr>
      <vt:lpstr>Overview</vt:lpstr>
      <vt:lpstr>PowerPoint Presentation</vt:lpstr>
      <vt:lpstr>PowerPoint Presentation</vt:lpstr>
      <vt:lpstr>Representation in the visual cortex</vt:lpstr>
      <vt:lpstr>Orientation selectivity in V1</vt:lpstr>
      <vt:lpstr>Inhibitory modulators</vt:lpstr>
      <vt:lpstr>PowerPoint Presentation</vt:lpstr>
      <vt:lpstr>The recurrent microcircuit model </vt:lpstr>
      <vt:lpstr>Surrounding information increases figure-ground segmentation through feedback</vt:lpstr>
      <vt:lpstr>L2/3 Vip encodes contextual information  </vt:lpstr>
      <vt:lpstr>PowerPoint Presentation</vt:lpstr>
      <vt:lpstr>‘Passive vision’:  center-surround modulation</vt:lpstr>
      <vt:lpstr>surround modulation is contrast-dependent</vt:lpstr>
      <vt:lpstr>Orientation-specific dipper function</vt:lpstr>
      <vt:lpstr>Normalisation model of attention</vt:lpstr>
      <vt:lpstr>Top-down disinhibition interacts with surround for flexible modulation</vt:lpstr>
      <vt:lpstr>PowerPoint Presentation</vt:lpstr>
      <vt:lpstr>Feature attention </vt:lpstr>
      <vt:lpstr>Psychophysics Active Vision methods</vt:lpstr>
      <vt:lpstr>Preliminary results: feature-specific attention </vt:lpstr>
      <vt:lpstr>PowerPoint Presentation</vt:lpstr>
      <vt:lpstr>Recurrent Microcircuit optimisation for temporal representation</vt:lpstr>
      <vt:lpstr>PowerPoint Presentation</vt:lpstr>
      <vt:lpstr>Thank you! Any questions?</vt:lpstr>
      <vt:lpstr>Thank you! Any questions?</vt:lpstr>
      <vt:lpstr>Literature</vt:lpstr>
      <vt:lpstr>Schedule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Wouter Kroot</dc:creator>
  <cp:lastModifiedBy>Wouter Kroot</cp:lastModifiedBy>
  <cp:revision>4</cp:revision>
  <dcterms:created xsi:type="dcterms:W3CDTF">2026-03-24T09:28:35Z</dcterms:created>
  <dcterms:modified xsi:type="dcterms:W3CDTF">2026-03-24T09:43:20Z</dcterms:modified>
</cp:coreProperties>
</file>